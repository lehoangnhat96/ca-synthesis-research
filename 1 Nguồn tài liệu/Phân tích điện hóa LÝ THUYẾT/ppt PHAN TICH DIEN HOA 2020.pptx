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3.xml" ContentType="application/vnd.openxmlformats-officedocument.drawingml.chart+xml"/>
  <Override PartName="/ppt/theme/themeOverride3.xml" ContentType="application/vnd.openxmlformats-officedocument.themeOverr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1" r:id="rId1"/>
  </p:sldMasterIdLst>
  <p:notesMasterIdLst>
    <p:notesMasterId r:id="rId318"/>
  </p:notesMasterIdLst>
  <p:handoutMasterIdLst>
    <p:handoutMasterId r:id="rId319"/>
  </p:handoutMasterIdLst>
  <p:sldIdLst>
    <p:sldId id="666" r:id="rId2"/>
    <p:sldId id="524" r:id="rId3"/>
    <p:sldId id="529" r:id="rId4"/>
    <p:sldId id="939" r:id="rId5"/>
    <p:sldId id="800" r:id="rId6"/>
    <p:sldId id="940" r:id="rId7"/>
    <p:sldId id="803" r:id="rId8"/>
    <p:sldId id="936" r:id="rId9"/>
    <p:sldId id="938" r:id="rId10"/>
    <p:sldId id="354" r:id="rId11"/>
    <p:sldId id="357" r:id="rId12"/>
    <p:sldId id="358" r:id="rId13"/>
    <p:sldId id="355" r:id="rId14"/>
    <p:sldId id="361" r:id="rId15"/>
    <p:sldId id="509" r:id="rId16"/>
    <p:sldId id="373" r:id="rId17"/>
    <p:sldId id="805" r:id="rId18"/>
    <p:sldId id="809" r:id="rId19"/>
    <p:sldId id="819" r:id="rId20"/>
    <p:sldId id="996" r:id="rId21"/>
    <p:sldId id="997" r:id="rId22"/>
    <p:sldId id="995" r:id="rId23"/>
    <p:sldId id="811" r:id="rId24"/>
    <p:sldId id="998" r:id="rId25"/>
    <p:sldId id="999" r:id="rId26"/>
    <p:sldId id="812" r:id="rId27"/>
    <p:sldId id="808" r:id="rId28"/>
    <p:sldId id="813" r:id="rId29"/>
    <p:sldId id="890" r:id="rId30"/>
    <p:sldId id="815" r:id="rId31"/>
    <p:sldId id="514" r:id="rId32"/>
    <p:sldId id="823" r:id="rId33"/>
    <p:sldId id="942" r:id="rId34"/>
    <p:sldId id="943" r:id="rId35"/>
    <p:sldId id="944" r:id="rId36"/>
    <p:sldId id="945" r:id="rId37"/>
    <p:sldId id="946" r:id="rId38"/>
    <p:sldId id="947" r:id="rId39"/>
    <p:sldId id="948" r:id="rId40"/>
    <p:sldId id="949" r:id="rId41"/>
    <p:sldId id="950" r:id="rId42"/>
    <p:sldId id="951" r:id="rId43"/>
    <p:sldId id="952" r:id="rId44"/>
    <p:sldId id="953" r:id="rId45"/>
    <p:sldId id="954" r:id="rId46"/>
    <p:sldId id="955" r:id="rId47"/>
    <p:sldId id="956" r:id="rId48"/>
    <p:sldId id="957" r:id="rId49"/>
    <p:sldId id="959" r:id="rId50"/>
    <p:sldId id="960" r:id="rId51"/>
    <p:sldId id="961" r:id="rId52"/>
    <p:sldId id="962" r:id="rId53"/>
    <p:sldId id="963" r:id="rId54"/>
    <p:sldId id="964" r:id="rId55"/>
    <p:sldId id="965" r:id="rId56"/>
    <p:sldId id="966" r:id="rId57"/>
    <p:sldId id="967" r:id="rId58"/>
    <p:sldId id="968" r:id="rId59"/>
    <p:sldId id="969" r:id="rId60"/>
    <p:sldId id="970" r:id="rId61"/>
    <p:sldId id="971" r:id="rId62"/>
    <p:sldId id="972" r:id="rId63"/>
    <p:sldId id="973" r:id="rId64"/>
    <p:sldId id="974" r:id="rId65"/>
    <p:sldId id="391" r:id="rId66"/>
    <p:sldId id="844" r:id="rId67"/>
    <p:sldId id="497" r:id="rId68"/>
    <p:sldId id="849" r:id="rId69"/>
    <p:sldId id="531" r:id="rId70"/>
    <p:sldId id="667" r:id="rId71"/>
    <p:sldId id="680" r:id="rId72"/>
    <p:sldId id="685" r:id="rId73"/>
    <p:sldId id="532" r:id="rId74"/>
    <p:sldId id="668" r:id="rId75"/>
    <p:sldId id="681" r:id="rId76"/>
    <p:sldId id="682" r:id="rId77"/>
    <p:sldId id="683" r:id="rId78"/>
    <p:sldId id="684" r:id="rId79"/>
    <p:sldId id="688" r:id="rId80"/>
    <p:sldId id="689" r:id="rId81"/>
    <p:sldId id="534" r:id="rId82"/>
    <p:sldId id="896" r:id="rId83"/>
    <p:sldId id="535" r:id="rId84"/>
    <p:sldId id="536" r:id="rId85"/>
    <p:sldId id="537" r:id="rId86"/>
    <p:sldId id="538" r:id="rId87"/>
    <p:sldId id="539" r:id="rId88"/>
    <p:sldId id="669" r:id="rId89"/>
    <p:sldId id="540" r:id="rId90"/>
    <p:sldId id="541" r:id="rId91"/>
    <p:sldId id="698" r:id="rId92"/>
    <p:sldId id="543" r:id="rId93"/>
    <p:sldId id="544" r:id="rId94"/>
    <p:sldId id="699" r:id="rId95"/>
    <p:sldId id="700" r:id="rId96"/>
    <p:sldId id="701" r:id="rId97"/>
    <p:sldId id="545" r:id="rId98"/>
    <p:sldId id="702" r:id="rId99"/>
    <p:sldId id="703" r:id="rId100"/>
    <p:sldId id="704" r:id="rId101"/>
    <p:sldId id="547" r:id="rId102"/>
    <p:sldId id="548" r:id="rId103"/>
    <p:sldId id="549" r:id="rId104"/>
    <p:sldId id="550" r:id="rId105"/>
    <p:sldId id="551" r:id="rId106"/>
    <p:sldId id="552" r:id="rId107"/>
    <p:sldId id="1000" r:id="rId108"/>
    <p:sldId id="1001" r:id="rId109"/>
    <p:sldId id="582" r:id="rId110"/>
    <p:sldId id="583" r:id="rId111"/>
    <p:sldId id="1002" r:id="rId112"/>
    <p:sldId id="1003" r:id="rId113"/>
    <p:sldId id="1005" r:id="rId114"/>
    <p:sldId id="1009" r:id="rId115"/>
    <p:sldId id="1010" r:id="rId116"/>
    <p:sldId id="484" r:id="rId117"/>
    <p:sldId id="485" r:id="rId118"/>
    <p:sldId id="486" r:id="rId119"/>
    <p:sldId id="1011" r:id="rId120"/>
    <p:sldId id="1012" r:id="rId121"/>
    <p:sldId id="1013" r:id="rId122"/>
    <p:sldId id="1014" r:id="rId123"/>
    <p:sldId id="489" r:id="rId124"/>
    <p:sldId id="492" r:id="rId125"/>
    <p:sldId id="493" r:id="rId126"/>
    <p:sldId id="494" r:id="rId127"/>
    <p:sldId id="495" r:id="rId128"/>
    <p:sldId id="496" r:id="rId129"/>
    <p:sldId id="498" r:id="rId130"/>
    <p:sldId id="500" r:id="rId131"/>
    <p:sldId id="1029" r:id="rId132"/>
    <p:sldId id="1030" r:id="rId133"/>
    <p:sldId id="1031" r:id="rId134"/>
    <p:sldId id="1032" r:id="rId135"/>
    <p:sldId id="1004" r:id="rId136"/>
    <p:sldId id="1007" r:id="rId137"/>
    <p:sldId id="718" r:id="rId138"/>
    <p:sldId id="710" r:id="rId139"/>
    <p:sldId id="712" r:id="rId140"/>
    <p:sldId id="713" r:id="rId141"/>
    <p:sldId id="1008" r:id="rId142"/>
    <p:sldId id="1033" r:id="rId143"/>
    <p:sldId id="1025" r:id="rId144"/>
    <p:sldId id="1035" r:id="rId145"/>
    <p:sldId id="1017" r:id="rId146"/>
    <p:sldId id="1018" r:id="rId147"/>
    <p:sldId id="1019" r:id="rId148"/>
    <p:sldId id="1038" r:id="rId149"/>
    <p:sldId id="1020" r:id="rId150"/>
    <p:sldId id="1021" r:id="rId151"/>
    <p:sldId id="1022" r:id="rId152"/>
    <p:sldId id="1036" r:id="rId153"/>
    <p:sldId id="585" r:id="rId154"/>
    <p:sldId id="586" r:id="rId155"/>
    <p:sldId id="707" r:id="rId156"/>
    <p:sldId id="706" r:id="rId157"/>
    <p:sldId id="714" r:id="rId158"/>
    <p:sldId id="587" r:id="rId159"/>
    <p:sldId id="588" r:id="rId160"/>
    <p:sldId id="590" r:id="rId161"/>
    <p:sldId id="591" r:id="rId162"/>
    <p:sldId id="592" r:id="rId163"/>
    <p:sldId id="715" r:id="rId164"/>
    <p:sldId id="593" r:id="rId165"/>
    <p:sldId id="716" r:id="rId166"/>
    <p:sldId id="595" r:id="rId167"/>
    <p:sldId id="596" r:id="rId168"/>
    <p:sldId id="672" r:id="rId169"/>
    <p:sldId id="717" r:id="rId170"/>
    <p:sldId id="673" r:id="rId171"/>
    <p:sldId id="675" r:id="rId172"/>
    <p:sldId id="674" r:id="rId173"/>
    <p:sldId id="597" r:id="rId174"/>
    <p:sldId id="604" r:id="rId175"/>
    <p:sldId id="605" r:id="rId176"/>
    <p:sldId id="607" r:id="rId177"/>
    <p:sldId id="608" r:id="rId178"/>
    <p:sldId id="609" r:id="rId179"/>
    <p:sldId id="851" r:id="rId180"/>
    <p:sldId id="719" r:id="rId181"/>
    <p:sldId id="720" r:id="rId182"/>
    <p:sldId id="721" r:id="rId183"/>
    <p:sldId id="610" r:id="rId184"/>
    <p:sldId id="611" r:id="rId185"/>
    <p:sldId id="612" r:id="rId186"/>
    <p:sldId id="722" r:id="rId187"/>
    <p:sldId id="617" r:id="rId188"/>
    <p:sldId id="723" r:id="rId189"/>
    <p:sldId id="984" r:id="rId190"/>
    <p:sldId id="985" r:id="rId191"/>
    <p:sldId id="986" r:id="rId192"/>
    <p:sldId id="987" r:id="rId193"/>
    <p:sldId id="988" r:id="rId194"/>
    <p:sldId id="989" r:id="rId195"/>
    <p:sldId id="724" r:id="rId196"/>
    <p:sldId id="991" r:id="rId197"/>
    <p:sldId id="990" r:id="rId198"/>
    <p:sldId id="725" r:id="rId199"/>
    <p:sldId id="726" r:id="rId200"/>
    <p:sldId id="728" r:id="rId201"/>
    <p:sldId id="729" r:id="rId202"/>
    <p:sldId id="730" r:id="rId203"/>
    <p:sldId id="732" r:id="rId204"/>
    <p:sldId id="733" r:id="rId205"/>
    <p:sldId id="992" r:id="rId206"/>
    <p:sldId id="993" r:id="rId207"/>
    <p:sldId id="994" r:id="rId208"/>
    <p:sldId id="903" r:id="rId209"/>
    <p:sldId id="904" r:id="rId210"/>
    <p:sldId id="905" r:id="rId211"/>
    <p:sldId id="906" r:id="rId212"/>
    <p:sldId id="907" r:id="rId213"/>
    <p:sldId id="908" r:id="rId214"/>
    <p:sldId id="909" r:id="rId215"/>
    <p:sldId id="910" r:id="rId216"/>
    <p:sldId id="913" r:id="rId217"/>
    <p:sldId id="620" r:id="rId218"/>
    <p:sldId id="741" r:id="rId219"/>
    <p:sldId id="742" r:id="rId220"/>
    <p:sldId id="743" r:id="rId221"/>
    <p:sldId id="744" r:id="rId222"/>
    <p:sldId id="754" r:id="rId223"/>
    <p:sldId id="753" r:id="rId224"/>
    <p:sldId id="755" r:id="rId225"/>
    <p:sldId id="756" r:id="rId226"/>
    <p:sldId id="757" r:id="rId227"/>
    <p:sldId id="915" r:id="rId228"/>
    <p:sldId id="911" r:id="rId229"/>
    <p:sldId id="916" r:id="rId230"/>
    <p:sldId id="917" r:id="rId231"/>
    <p:sldId id="918" r:id="rId232"/>
    <p:sldId id="919" r:id="rId233"/>
    <p:sldId id="921" r:id="rId234"/>
    <p:sldId id="923" r:id="rId235"/>
    <p:sldId id="925" r:id="rId236"/>
    <p:sldId id="924" r:id="rId237"/>
    <p:sldId id="912" r:id="rId238"/>
    <p:sldId id="623" r:id="rId239"/>
    <p:sldId id="624" r:id="rId240"/>
    <p:sldId id="625" r:id="rId241"/>
    <p:sldId id="626" r:id="rId242"/>
    <p:sldId id="627" r:id="rId243"/>
    <p:sldId id="628" r:id="rId244"/>
    <p:sldId id="629" r:id="rId245"/>
    <p:sldId id="861" r:id="rId246"/>
    <p:sldId id="631" r:id="rId247"/>
    <p:sldId id="633" r:id="rId248"/>
    <p:sldId id="634" r:id="rId249"/>
    <p:sldId id="758" r:id="rId250"/>
    <p:sldId id="929" r:id="rId251"/>
    <p:sldId id="636" r:id="rId252"/>
    <p:sldId id="637" r:id="rId253"/>
    <p:sldId id="860" r:id="rId254"/>
    <p:sldId id="930" r:id="rId255"/>
    <p:sldId id="931" r:id="rId256"/>
    <p:sldId id="932" r:id="rId257"/>
    <p:sldId id="763" r:id="rId258"/>
    <p:sldId id="639" r:id="rId259"/>
    <p:sldId id="764" r:id="rId260"/>
    <p:sldId id="765" r:id="rId261"/>
    <p:sldId id="766" r:id="rId262"/>
    <p:sldId id="767" r:id="rId263"/>
    <p:sldId id="863" r:id="rId264"/>
    <p:sldId id="640" r:id="rId265"/>
    <p:sldId id="641" r:id="rId266"/>
    <p:sldId id="771" r:id="rId267"/>
    <p:sldId id="642" r:id="rId268"/>
    <p:sldId id="877" r:id="rId269"/>
    <p:sldId id="876" r:id="rId270"/>
    <p:sldId id="644" r:id="rId271"/>
    <p:sldId id="645" r:id="rId272"/>
    <p:sldId id="646" r:id="rId273"/>
    <p:sldId id="759" r:id="rId274"/>
    <p:sldId id="647" r:id="rId275"/>
    <p:sldId id="648" r:id="rId276"/>
    <p:sldId id="649" r:id="rId277"/>
    <p:sldId id="760" r:id="rId278"/>
    <p:sldId id="933" r:id="rId279"/>
    <p:sldId id="934" r:id="rId280"/>
    <p:sldId id="761" r:id="rId281"/>
    <p:sldId id="762" r:id="rId282"/>
    <p:sldId id="650" r:id="rId283"/>
    <p:sldId id="773" r:id="rId284"/>
    <p:sldId id="897" r:id="rId285"/>
    <p:sldId id="774" r:id="rId286"/>
    <p:sldId id="775" r:id="rId287"/>
    <p:sldId id="776" r:id="rId288"/>
    <p:sldId id="777" r:id="rId289"/>
    <p:sldId id="786" r:id="rId290"/>
    <p:sldId id="898" r:id="rId291"/>
    <p:sldId id="787" r:id="rId292"/>
    <p:sldId id="899" r:id="rId293"/>
    <p:sldId id="661" r:id="rId294"/>
    <p:sldId id="662" r:id="rId295"/>
    <p:sldId id="900" r:id="rId296"/>
    <p:sldId id="778" r:id="rId297"/>
    <p:sldId id="779" r:id="rId298"/>
    <p:sldId id="857" r:id="rId299"/>
    <p:sldId id="864" r:id="rId300"/>
    <p:sldId id="780" r:id="rId301"/>
    <p:sldId id="865" r:id="rId302"/>
    <p:sldId id="862" r:id="rId303"/>
    <p:sldId id="868" r:id="rId304"/>
    <p:sldId id="781" r:id="rId305"/>
    <p:sldId id="869" r:id="rId306"/>
    <p:sldId id="782" r:id="rId307"/>
    <p:sldId id="870" r:id="rId308"/>
    <p:sldId id="871" r:id="rId309"/>
    <p:sldId id="783" r:id="rId310"/>
    <p:sldId id="883" r:id="rId311"/>
    <p:sldId id="872" r:id="rId312"/>
    <p:sldId id="784" r:id="rId313"/>
    <p:sldId id="884" r:id="rId314"/>
    <p:sldId id="885" r:id="rId315"/>
    <p:sldId id="886" r:id="rId316"/>
    <p:sldId id="887" r:id="rId317"/>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a:srgbClr val="AE1517"/>
    <a:srgbClr val="155679"/>
    <a:srgbClr val="0C7CD2"/>
    <a:srgbClr val="32A4A4"/>
    <a:srgbClr val="325800"/>
    <a:srgbClr val="7DD33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7" autoAdjust="0"/>
    <p:restoredTop sz="94660" autoAdjust="0"/>
  </p:normalViewPr>
  <p:slideViewPr>
    <p:cSldViewPr>
      <p:cViewPr varScale="1">
        <p:scale>
          <a:sx n="75" d="100"/>
          <a:sy n="75" d="100"/>
        </p:scale>
        <p:origin x="1134" y="72"/>
      </p:cViewPr>
      <p:guideLst>
        <p:guide orient="horz" pos="2160"/>
        <p:guide pos="2880"/>
      </p:guideLst>
    </p:cSldViewPr>
  </p:slideViewPr>
  <p:outlineViewPr>
    <p:cViewPr>
      <p:scale>
        <a:sx n="33" d="100"/>
        <a:sy n="33" d="100"/>
      </p:scale>
      <p:origin x="0" y="-10704"/>
    </p:cViewPr>
  </p:outlineViewPr>
  <p:notesTextViewPr>
    <p:cViewPr>
      <p:scale>
        <a:sx n="100" d="100"/>
        <a:sy n="100" d="100"/>
      </p:scale>
      <p:origin x="0" y="0"/>
    </p:cViewPr>
  </p:notesTextViewPr>
  <p:sorterViewPr>
    <p:cViewPr>
      <p:scale>
        <a:sx n="100" d="100"/>
        <a:sy n="100" d="100"/>
      </p:scale>
      <p:origin x="0" y="-23112"/>
    </p:cViewPr>
  </p:sorterViewPr>
  <p:notesViewPr>
    <p:cSldViewPr>
      <p:cViewPr varScale="1">
        <p:scale>
          <a:sx n="61" d="100"/>
          <a:sy n="61" d="100"/>
        </p:scale>
        <p:origin x="2718" y="3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notesMaster" Target="notesMasters/notesMaster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handoutMaster" Target="handoutMasters/handout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presProps" Target="presProps.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viewProps" Target="viewProp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s>
</file>

<file path=ppt/charts/_rels/chart1.xml.rels><?xml version="1.0" encoding="UTF-8" standalone="yes"?>
<Relationships xmlns="http://schemas.openxmlformats.org/package/2006/relationships"><Relationship Id="rId2" Type="http://schemas.openxmlformats.org/officeDocument/2006/relationships/oleObject" Target="file:///C:\Users\admin\Desktop\Book1.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C:\Users\admin\Desktop\Book1.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oleObject" Target="file:///E:\H&#7885;c%20T&#7853;p\K&#7923;%20I\Dien%20Hoa\New%20Microsoft%20Excel%20Worksheet.xlsx" TargetMode="External"/><Relationship Id="rId1" Type="http://schemas.openxmlformats.org/officeDocument/2006/relationships/themeOverride" Target="../theme/themeOverride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PH</a:t>
            </a:r>
          </a:p>
        </c:rich>
      </c:tx>
      <c:layout/>
      <c:overlay val="0"/>
    </c:title>
    <c:autoTitleDeleted val="0"/>
    <c:plotArea>
      <c:layout>
        <c:manualLayout>
          <c:layoutTarget val="inner"/>
          <c:xMode val="edge"/>
          <c:yMode val="edge"/>
          <c:x val="5.8099518810148777E-2"/>
          <c:y val="0.13334422348510089"/>
          <c:w val="0.86136459872339255"/>
          <c:h val="0.77382398352513693"/>
        </c:manualLayout>
      </c:layout>
      <c:scatterChart>
        <c:scatterStyle val="lineMarker"/>
        <c:varyColors val="0"/>
        <c:ser>
          <c:idx val="0"/>
          <c:order val="0"/>
          <c:tx>
            <c:strRef>
              <c:f>Sheet1!$C$3</c:f>
              <c:strCache>
                <c:ptCount val="1"/>
                <c:pt idx="0">
                  <c:v>Ph</c:v>
                </c:pt>
              </c:strCache>
            </c:strRef>
          </c:tx>
          <c:spPr>
            <a:ln w="28575">
              <a:solidFill>
                <a:srgbClr val="AE1517"/>
              </a:solidFill>
            </a:ln>
          </c:spPr>
          <c:marker>
            <c:spPr>
              <a:ln>
                <a:solidFill>
                  <a:srgbClr val="AE1517"/>
                </a:solidFill>
              </a:ln>
            </c:spPr>
          </c:marker>
          <c:xVal>
            <c:numRef>
              <c:f>Sheet1!$B$4:$B$12</c:f>
              <c:numCache>
                <c:formatCode>General</c:formatCode>
                <c:ptCount val="9"/>
                <c:pt idx="0">
                  <c:v>2</c:v>
                </c:pt>
                <c:pt idx="1">
                  <c:v>2.5</c:v>
                </c:pt>
                <c:pt idx="2">
                  <c:v>3</c:v>
                </c:pt>
                <c:pt idx="3">
                  <c:v>3.5</c:v>
                </c:pt>
                <c:pt idx="4">
                  <c:v>4</c:v>
                </c:pt>
                <c:pt idx="5">
                  <c:v>4.5</c:v>
                </c:pt>
                <c:pt idx="6">
                  <c:v>5</c:v>
                </c:pt>
                <c:pt idx="7">
                  <c:v>5.5</c:v>
                </c:pt>
                <c:pt idx="8">
                  <c:v>6</c:v>
                </c:pt>
              </c:numCache>
            </c:numRef>
          </c:xVal>
          <c:yVal>
            <c:numRef>
              <c:f>Sheet1!$C$4:$C$12</c:f>
              <c:numCache>
                <c:formatCode>General</c:formatCode>
                <c:ptCount val="9"/>
                <c:pt idx="0">
                  <c:v>2.16</c:v>
                </c:pt>
                <c:pt idx="1">
                  <c:v>2.3299999999999987</c:v>
                </c:pt>
                <c:pt idx="2">
                  <c:v>2.56</c:v>
                </c:pt>
                <c:pt idx="3">
                  <c:v>2.8099999999999987</c:v>
                </c:pt>
                <c:pt idx="4">
                  <c:v>3.4099999999999997</c:v>
                </c:pt>
                <c:pt idx="5">
                  <c:v>9.9500000000000028</c:v>
                </c:pt>
                <c:pt idx="6">
                  <c:v>11.42</c:v>
                </c:pt>
                <c:pt idx="7">
                  <c:v>11.97</c:v>
                </c:pt>
                <c:pt idx="8">
                  <c:v>12.360000000000005</c:v>
                </c:pt>
              </c:numCache>
            </c:numRef>
          </c:yVal>
          <c:smooth val="0"/>
          <c:extLst xmlns:c16r2="http://schemas.microsoft.com/office/drawing/2015/06/chart">
            <c:ext xmlns:c16="http://schemas.microsoft.com/office/drawing/2014/chart" uri="{C3380CC4-5D6E-409C-BE32-E72D297353CC}">
              <c16:uniqueId val="{00000000-D302-4347-8020-336E22D0948F}"/>
            </c:ext>
          </c:extLst>
        </c:ser>
        <c:dLbls>
          <c:showLegendKey val="0"/>
          <c:showVal val="0"/>
          <c:showCatName val="0"/>
          <c:showSerName val="0"/>
          <c:showPercent val="0"/>
          <c:showBubbleSize val="0"/>
        </c:dLbls>
        <c:axId val="-1046184256"/>
        <c:axId val="-1046169024"/>
      </c:scatterChart>
      <c:valAx>
        <c:axId val="-1046184256"/>
        <c:scaling>
          <c:orientation val="minMax"/>
        </c:scaling>
        <c:delete val="0"/>
        <c:axPos val="b"/>
        <c:numFmt formatCode="General" sourceLinked="1"/>
        <c:majorTickMark val="out"/>
        <c:minorTickMark val="none"/>
        <c:tickLblPos val="nextTo"/>
        <c:crossAx val="-1046169024"/>
        <c:crosses val="autoZero"/>
        <c:crossBetween val="midCat"/>
      </c:valAx>
      <c:valAx>
        <c:axId val="-1046169024"/>
        <c:scaling>
          <c:orientation val="minMax"/>
        </c:scaling>
        <c:delete val="0"/>
        <c:axPos val="l"/>
        <c:majorGridlines/>
        <c:numFmt formatCode="General" sourceLinked="1"/>
        <c:majorTickMark val="out"/>
        <c:minorTickMark val="none"/>
        <c:tickLblPos val="nextTo"/>
        <c:crossAx val="-1046184256"/>
        <c:crosses val="autoZero"/>
        <c:crossBetween val="midCat"/>
      </c:valAx>
    </c:plotArea>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layout/>
      <c:overlay val="0"/>
    </c:title>
    <c:autoTitleDeleted val="0"/>
    <c:plotArea>
      <c:layout/>
      <c:scatterChart>
        <c:scatterStyle val="smoothMarker"/>
        <c:varyColors val="0"/>
        <c:ser>
          <c:idx val="0"/>
          <c:order val="0"/>
          <c:tx>
            <c:strRef>
              <c:f>Sheet1!$C$16</c:f>
              <c:strCache>
                <c:ptCount val="1"/>
                <c:pt idx="0">
                  <c:v>Δ2pH/ΔV2</c:v>
                </c:pt>
              </c:strCache>
            </c:strRef>
          </c:tx>
          <c:spPr>
            <a:ln>
              <a:solidFill>
                <a:srgbClr val="AE1517"/>
              </a:solidFill>
            </a:ln>
          </c:spPr>
          <c:marker>
            <c:spPr>
              <a:ln>
                <a:solidFill>
                  <a:srgbClr val="AE1517"/>
                </a:solidFill>
              </a:ln>
            </c:spPr>
          </c:marker>
          <c:xVal>
            <c:numRef>
              <c:f>Sheet1!$B$17:$B$23</c:f>
              <c:numCache>
                <c:formatCode>General</c:formatCode>
                <c:ptCount val="7"/>
                <c:pt idx="0">
                  <c:v>2.5</c:v>
                </c:pt>
                <c:pt idx="1">
                  <c:v>3</c:v>
                </c:pt>
                <c:pt idx="2">
                  <c:v>3.5</c:v>
                </c:pt>
                <c:pt idx="3">
                  <c:v>4</c:v>
                </c:pt>
                <c:pt idx="4">
                  <c:v>4.5</c:v>
                </c:pt>
                <c:pt idx="5">
                  <c:v>5</c:v>
                </c:pt>
                <c:pt idx="6">
                  <c:v>5.5</c:v>
                </c:pt>
              </c:numCache>
            </c:numRef>
          </c:xVal>
          <c:yVal>
            <c:numRef>
              <c:f>Sheet1!$C$17:$C$23</c:f>
              <c:numCache>
                <c:formatCode>General</c:formatCode>
                <c:ptCount val="7"/>
                <c:pt idx="0">
                  <c:v>0.12000000000000012</c:v>
                </c:pt>
                <c:pt idx="1">
                  <c:v>4.0000000000000056E-2</c:v>
                </c:pt>
                <c:pt idx="2">
                  <c:v>0.70000000000000051</c:v>
                </c:pt>
                <c:pt idx="3">
                  <c:v>11.880000000000004</c:v>
                </c:pt>
                <c:pt idx="4">
                  <c:v>-10.139999999999999</c:v>
                </c:pt>
                <c:pt idx="5">
                  <c:v>-1.8399999999999992</c:v>
                </c:pt>
                <c:pt idx="6">
                  <c:v>-0.320000000000004</c:v>
                </c:pt>
              </c:numCache>
            </c:numRef>
          </c:yVal>
          <c:smooth val="1"/>
          <c:extLst xmlns:c16r2="http://schemas.microsoft.com/office/drawing/2015/06/chart">
            <c:ext xmlns:c16="http://schemas.microsoft.com/office/drawing/2014/chart" uri="{C3380CC4-5D6E-409C-BE32-E72D297353CC}">
              <c16:uniqueId val="{00000000-922A-4426-B158-8BA8ED7D1E0D}"/>
            </c:ext>
          </c:extLst>
        </c:ser>
        <c:dLbls>
          <c:showLegendKey val="0"/>
          <c:showVal val="0"/>
          <c:showCatName val="0"/>
          <c:showSerName val="0"/>
          <c:showPercent val="0"/>
          <c:showBubbleSize val="0"/>
        </c:dLbls>
        <c:axId val="-1046197312"/>
        <c:axId val="-1046196768"/>
      </c:scatterChart>
      <c:valAx>
        <c:axId val="-1046197312"/>
        <c:scaling>
          <c:orientation val="minMax"/>
          <c:min val="2"/>
        </c:scaling>
        <c:delete val="0"/>
        <c:axPos val="b"/>
        <c:numFmt formatCode="General" sourceLinked="1"/>
        <c:majorTickMark val="out"/>
        <c:minorTickMark val="none"/>
        <c:tickLblPos val="nextTo"/>
        <c:crossAx val="-1046196768"/>
        <c:crosses val="autoZero"/>
        <c:crossBetween val="midCat"/>
      </c:valAx>
      <c:valAx>
        <c:axId val="-1046196768"/>
        <c:scaling>
          <c:orientation val="minMax"/>
        </c:scaling>
        <c:delete val="0"/>
        <c:axPos val="l"/>
        <c:majorGridlines/>
        <c:numFmt formatCode="General" sourceLinked="1"/>
        <c:majorTickMark val="out"/>
        <c:minorTickMark val="none"/>
        <c:tickLblPos val="nextTo"/>
        <c:crossAx val="-1046197312"/>
        <c:crosses val="autoZero"/>
        <c:crossBetween val="midCat"/>
      </c:valAx>
    </c:plotArea>
    <c:plotVisOnly val="1"/>
    <c:dispBlanksAs val="gap"/>
    <c:showDLblsOverMax val="0"/>
  </c:chart>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Đường</a:t>
            </a:r>
            <a:r>
              <a:rPr lang="en-US" baseline="0"/>
              <a:t> chuẩn I = f(C)</a:t>
            </a:r>
            <a:endParaRPr lang="vi-VN"/>
          </a:p>
        </c:rich>
      </c:tx>
      <c:layout>
        <c:manualLayout>
          <c:xMode val="edge"/>
          <c:yMode val="edge"/>
          <c:x val="0.31344444444444475"/>
          <c:y val="1.7067996029115046E-2"/>
        </c:manualLayout>
      </c:layout>
      <c:overlay val="0"/>
    </c:title>
    <c:autoTitleDeleted val="0"/>
    <c:plotArea>
      <c:layout/>
      <c:scatterChart>
        <c:scatterStyle val="lineMarker"/>
        <c:varyColors val="0"/>
        <c:ser>
          <c:idx val="0"/>
          <c:order val="0"/>
          <c:spPr>
            <a:ln w="28575">
              <a:noFill/>
            </a:ln>
          </c:spPr>
          <c:trendline>
            <c:trendlineType val="linear"/>
            <c:dispRSqr val="0"/>
            <c:dispEq val="0"/>
          </c:trendline>
          <c:trendline>
            <c:trendlineType val="linear"/>
            <c:dispRSqr val="1"/>
            <c:dispEq val="1"/>
            <c:trendlineLbl>
              <c:layout>
                <c:manualLayout>
                  <c:x val="-0.14352690288713923"/>
                  <c:y val="1.6562408865558487E-2"/>
                </c:manualLayout>
              </c:layout>
              <c:numFmt formatCode="General" sourceLinked="0"/>
              <c:txPr>
                <a:bodyPr/>
                <a:lstStyle/>
                <a:p>
                  <a:pPr>
                    <a:defRPr sz="1600"/>
                  </a:pPr>
                  <a:endParaRPr lang="en-US"/>
                </a:p>
              </c:txPr>
            </c:trendlineLbl>
          </c:trendline>
          <c:xVal>
            <c:numRef>
              <c:f>Sheet1!$A$1:$A$7</c:f>
              <c:numCache>
                <c:formatCode>General</c:formatCode>
                <c:ptCount val="7"/>
                <c:pt idx="0">
                  <c:v>1.6</c:v>
                </c:pt>
                <c:pt idx="1">
                  <c:v>2.4</c:v>
                </c:pt>
                <c:pt idx="2">
                  <c:v>3.2</c:v>
                </c:pt>
                <c:pt idx="3">
                  <c:v>4</c:v>
                </c:pt>
                <c:pt idx="4">
                  <c:v>4.8</c:v>
                </c:pt>
                <c:pt idx="5">
                  <c:v>5.6</c:v>
                </c:pt>
                <c:pt idx="6">
                  <c:v>6.4</c:v>
                </c:pt>
              </c:numCache>
            </c:numRef>
          </c:xVal>
          <c:yVal>
            <c:numRef>
              <c:f>Sheet1!$B$1:$B$7</c:f>
              <c:numCache>
                <c:formatCode>General</c:formatCode>
                <c:ptCount val="7"/>
                <c:pt idx="0">
                  <c:v>1.2</c:v>
                </c:pt>
                <c:pt idx="1">
                  <c:v>1.9000000000000001</c:v>
                </c:pt>
                <c:pt idx="2">
                  <c:v>2.4499999999999997</c:v>
                </c:pt>
                <c:pt idx="3">
                  <c:v>3.2</c:v>
                </c:pt>
                <c:pt idx="4">
                  <c:v>3.8499999999999988</c:v>
                </c:pt>
                <c:pt idx="5">
                  <c:v>4.5</c:v>
                </c:pt>
                <c:pt idx="6">
                  <c:v>5.0999999999999996</c:v>
                </c:pt>
              </c:numCache>
            </c:numRef>
          </c:yVal>
          <c:smooth val="0"/>
          <c:extLst xmlns:c16r2="http://schemas.microsoft.com/office/drawing/2015/06/chart">
            <c:ext xmlns:c16="http://schemas.microsoft.com/office/drawing/2014/chart" uri="{C3380CC4-5D6E-409C-BE32-E72D297353CC}">
              <c16:uniqueId val="{00000002-8172-4787-BE9E-5DC54259F195}"/>
            </c:ext>
          </c:extLst>
        </c:ser>
        <c:dLbls>
          <c:showLegendKey val="0"/>
          <c:showVal val="0"/>
          <c:showCatName val="0"/>
          <c:showSerName val="0"/>
          <c:showPercent val="0"/>
          <c:showBubbleSize val="0"/>
        </c:dLbls>
        <c:axId val="-1046190784"/>
        <c:axId val="-1046187520"/>
      </c:scatterChart>
      <c:valAx>
        <c:axId val="-1046190784"/>
        <c:scaling>
          <c:orientation val="minMax"/>
        </c:scaling>
        <c:delete val="0"/>
        <c:axPos val="b"/>
        <c:title>
          <c:tx>
            <c:rich>
              <a:bodyPr/>
              <a:lstStyle/>
              <a:p>
                <a:pPr>
                  <a:defRPr/>
                </a:pPr>
                <a:r>
                  <a:rPr lang="en-US" sz="1600" dirty="0"/>
                  <a:t>C</a:t>
                </a:r>
                <a:r>
                  <a:rPr lang="en-US" sz="1600" baseline="-25000" dirty="0"/>
                  <a:t>i</a:t>
                </a:r>
                <a:r>
                  <a:rPr lang="en-US" sz="1600" dirty="0"/>
                  <a:t>.10</a:t>
                </a:r>
                <a:r>
                  <a:rPr lang="en-US" sz="1600" baseline="30000" dirty="0"/>
                  <a:t>-6</a:t>
                </a:r>
                <a:r>
                  <a:rPr lang="en-US" sz="1600" baseline="0" dirty="0"/>
                  <a:t>M</a:t>
                </a:r>
                <a:endParaRPr lang="vi-VN" sz="1600" baseline="30000" dirty="0"/>
              </a:p>
            </c:rich>
          </c:tx>
          <c:layout>
            <c:manualLayout>
              <c:xMode val="edge"/>
              <c:yMode val="edge"/>
              <c:x val="0.78863320209973764"/>
              <c:y val="0.93492300138694251"/>
            </c:manualLayout>
          </c:layout>
          <c:overlay val="0"/>
        </c:title>
        <c:numFmt formatCode="General" sourceLinked="1"/>
        <c:majorTickMark val="none"/>
        <c:minorTickMark val="none"/>
        <c:tickLblPos val="nextTo"/>
        <c:txPr>
          <a:bodyPr/>
          <a:lstStyle/>
          <a:p>
            <a:pPr>
              <a:defRPr sz="1200">
                <a:latin typeface="+mj-lt"/>
              </a:defRPr>
            </a:pPr>
            <a:endParaRPr lang="en-US"/>
          </a:p>
        </c:txPr>
        <c:crossAx val="-1046187520"/>
        <c:crosses val="autoZero"/>
        <c:crossBetween val="midCat"/>
      </c:valAx>
      <c:valAx>
        <c:axId val="-1046187520"/>
        <c:scaling>
          <c:orientation val="minMax"/>
        </c:scaling>
        <c:delete val="0"/>
        <c:axPos val="l"/>
        <c:title>
          <c:tx>
            <c:rich>
              <a:bodyPr rot="0" vert="horz"/>
              <a:lstStyle/>
              <a:p>
                <a:pPr>
                  <a:defRPr/>
                </a:pPr>
                <a:r>
                  <a:rPr lang="en-US" sz="1400" dirty="0"/>
                  <a:t>hi</a:t>
                </a:r>
                <a:r>
                  <a:rPr lang="en-US" sz="1400" baseline="0" dirty="0"/>
                  <a:t> (mm)</a:t>
                </a:r>
                <a:endParaRPr lang="vi-VN" sz="1400" dirty="0"/>
              </a:p>
            </c:rich>
          </c:tx>
          <c:layout>
            <c:manualLayout>
              <c:xMode val="edge"/>
              <c:yMode val="edge"/>
              <c:x val="0.1111111111111111"/>
              <c:y val="5.0318109815755289E-2"/>
            </c:manualLayout>
          </c:layout>
          <c:overlay val="0"/>
        </c:title>
        <c:numFmt formatCode="General" sourceLinked="1"/>
        <c:majorTickMark val="none"/>
        <c:minorTickMark val="none"/>
        <c:tickLblPos val="nextTo"/>
        <c:txPr>
          <a:bodyPr/>
          <a:lstStyle/>
          <a:p>
            <a:pPr>
              <a:defRPr sz="1600">
                <a:latin typeface="+mj-lt"/>
              </a:defRPr>
            </a:pPr>
            <a:endParaRPr lang="en-US"/>
          </a:p>
        </c:txPr>
        <c:crossAx val="-1046190784"/>
        <c:crosses val="autoZero"/>
        <c:crossBetween val="midCat"/>
      </c:valAx>
    </c:plotArea>
    <c:plotVisOnly val="1"/>
    <c:dispBlanksAs val="gap"/>
    <c:showDLblsOverMax val="0"/>
  </c:chart>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FA4628-63B1-44D2-BA36-CA5EDBDC2E79}"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EAABB92A-96CB-49D0-BC77-E5F06D35606E}">
      <dgm:prSet phldrT="[Text]" custT="1"/>
      <dgm:spPr>
        <a:solidFill>
          <a:schemeClr val="accent1">
            <a:lumMod val="40000"/>
            <a:lumOff val="6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sz="2200" b="0" dirty="0" err="1">
              <a:solidFill>
                <a:schemeClr val="tx1"/>
              </a:solidFill>
              <a:latin typeface="Arial" panose="020B0604020202020204" pitchFamily="34" charset="0"/>
              <a:cs typeface="Arial" panose="020B0604020202020204" pitchFamily="34" charset="0"/>
            </a:rPr>
            <a:t>Điện</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cực</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bạc</a:t>
          </a:r>
          <a:r>
            <a:rPr lang="en-US" sz="2200" b="0" dirty="0">
              <a:solidFill>
                <a:schemeClr val="tx1"/>
              </a:solidFill>
              <a:latin typeface="Arial" panose="020B0604020202020204" pitchFamily="34" charset="0"/>
              <a:cs typeface="Arial" panose="020B0604020202020204" pitchFamily="34" charset="0"/>
            </a:rPr>
            <a:t> – </a:t>
          </a:r>
          <a:r>
            <a:rPr lang="en-US" sz="2200" b="0" dirty="0" err="1">
              <a:solidFill>
                <a:schemeClr val="tx1"/>
              </a:solidFill>
              <a:latin typeface="Arial" panose="020B0604020202020204" pitchFamily="34" charset="0"/>
              <a:cs typeface="Arial" panose="020B0604020202020204" pitchFamily="34" charset="0"/>
            </a:rPr>
            <a:t>bạc</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clorua</a:t>
          </a:r>
          <a:endParaRPr lang="en-US" sz="2200" b="0" dirty="0">
            <a:solidFill>
              <a:schemeClr val="tx1"/>
            </a:solidFill>
            <a:latin typeface="Arial" panose="020B0604020202020204" pitchFamily="34" charset="0"/>
            <a:cs typeface="Arial" panose="020B0604020202020204" pitchFamily="34" charset="0"/>
          </a:endParaRPr>
        </a:p>
      </dgm:t>
    </dgm:pt>
    <dgm:pt modelId="{C4FA385D-F60F-4D0F-BF4C-D878042C0AC9}" type="parTrans" cxnId="{155B9FEF-BE94-42E7-9A35-72E3341D018E}">
      <dgm:prSet/>
      <dgm:spPr/>
      <dgm:t>
        <a:bodyPr/>
        <a:lstStyle/>
        <a:p>
          <a:endParaRPr lang="en-US" sz="2200">
            <a:latin typeface="Arial" panose="020B0604020202020204" pitchFamily="34" charset="0"/>
            <a:cs typeface="Arial" panose="020B0604020202020204" pitchFamily="34" charset="0"/>
          </a:endParaRPr>
        </a:p>
      </dgm:t>
    </dgm:pt>
    <dgm:pt modelId="{988A5A8C-AFD2-4855-99DD-68935F438FEE}" type="sibTrans" cxnId="{155B9FEF-BE94-42E7-9A35-72E3341D018E}">
      <dgm:prSet/>
      <dgm:spPr/>
      <dgm:t>
        <a:bodyPr/>
        <a:lstStyle/>
        <a:p>
          <a:endParaRPr lang="en-US" sz="2200">
            <a:latin typeface="Arial" panose="020B0604020202020204" pitchFamily="34" charset="0"/>
            <a:cs typeface="Arial" panose="020B0604020202020204" pitchFamily="34" charset="0"/>
          </a:endParaRPr>
        </a:p>
      </dgm:t>
    </dgm:pt>
    <dgm:pt modelId="{AF8C2E9F-163C-47A3-97F6-AA0EBE66F28B}">
      <dgm:prSet phldrT="[Text]" custT="1"/>
      <dgm:spPr>
        <a:solidFill>
          <a:schemeClr val="accent1">
            <a:lumMod val="40000"/>
            <a:lumOff val="60000"/>
          </a:schemeClr>
        </a:solidFill>
      </dgm:spPr>
      <dgm:t>
        <a:bodyPr/>
        <a:lstStyle/>
        <a:p>
          <a:r>
            <a:rPr lang="en-US" sz="2200" b="0" dirty="0" err="1">
              <a:solidFill>
                <a:schemeClr val="tx1"/>
              </a:solidFill>
              <a:latin typeface="Arial" panose="020B0604020202020204" pitchFamily="34" charset="0"/>
              <a:cs typeface="Arial" panose="020B0604020202020204" pitchFamily="34" charset="0"/>
            </a:rPr>
            <a:t>Điện</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cực</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chì</a:t>
          </a:r>
          <a:r>
            <a:rPr lang="en-US" sz="2200" b="0" dirty="0">
              <a:solidFill>
                <a:schemeClr val="tx1"/>
              </a:solidFill>
              <a:latin typeface="Arial" panose="020B0604020202020204" pitchFamily="34" charset="0"/>
              <a:cs typeface="Arial" panose="020B0604020202020204" pitchFamily="34" charset="0"/>
            </a:rPr>
            <a:t> – </a:t>
          </a:r>
          <a:r>
            <a:rPr lang="en-US" sz="2200" b="0" dirty="0" err="1">
              <a:solidFill>
                <a:schemeClr val="tx1"/>
              </a:solidFill>
              <a:latin typeface="Arial" panose="020B0604020202020204" pitchFamily="34" charset="0"/>
              <a:cs typeface="Arial" panose="020B0604020202020204" pitchFamily="34" charset="0"/>
            </a:rPr>
            <a:t>chì</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sunfat</a:t>
          </a:r>
          <a:endParaRPr lang="en-US" sz="2200" b="0" dirty="0">
            <a:solidFill>
              <a:schemeClr val="tx1"/>
            </a:solidFill>
            <a:latin typeface="Arial" panose="020B0604020202020204" pitchFamily="34" charset="0"/>
            <a:cs typeface="Arial" panose="020B0604020202020204" pitchFamily="34" charset="0"/>
          </a:endParaRPr>
        </a:p>
      </dgm:t>
    </dgm:pt>
    <dgm:pt modelId="{A8399F7F-88F8-41C0-928A-179257AC53E3}" type="parTrans" cxnId="{BE90414D-4D04-4F5D-9238-85DD0161A904}">
      <dgm:prSet/>
      <dgm:spPr/>
      <dgm:t>
        <a:bodyPr/>
        <a:lstStyle/>
        <a:p>
          <a:endParaRPr lang="en-US" sz="2200">
            <a:latin typeface="Arial" panose="020B0604020202020204" pitchFamily="34" charset="0"/>
            <a:cs typeface="Arial" panose="020B0604020202020204" pitchFamily="34" charset="0"/>
          </a:endParaRPr>
        </a:p>
      </dgm:t>
    </dgm:pt>
    <dgm:pt modelId="{17209114-09B9-4DF9-82ED-BBE9532D42EB}" type="sibTrans" cxnId="{BE90414D-4D04-4F5D-9238-85DD0161A904}">
      <dgm:prSet/>
      <dgm:spPr/>
      <dgm:t>
        <a:bodyPr/>
        <a:lstStyle/>
        <a:p>
          <a:endParaRPr lang="en-US" sz="2200">
            <a:latin typeface="Arial" panose="020B0604020202020204" pitchFamily="34" charset="0"/>
            <a:cs typeface="Arial" panose="020B0604020202020204" pitchFamily="34" charset="0"/>
          </a:endParaRPr>
        </a:p>
      </dgm:t>
    </dgm:pt>
    <dgm:pt modelId="{D621856D-DC69-4DBF-A9A8-060844508D4E}">
      <dgm:prSet phldrT="[Text]" custT="1"/>
      <dgm:spPr>
        <a:solidFill>
          <a:schemeClr val="accent1">
            <a:lumMod val="40000"/>
            <a:lumOff val="6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sz="2200" b="0" dirty="0" err="1">
              <a:solidFill>
                <a:schemeClr val="tx1"/>
              </a:solidFill>
              <a:latin typeface="Arial" panose="020B0604020202020204" pitchFamily="34" charset="0"/>
              <a:cs typeface="Arial" panose="020B0604020202020204" pitchFamily="34" charset="0"/>
            </a:rPr>
            <a:t>Điện</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cực</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calomen</a:t>
          </a:r>
          <a:endParaRPr lang="en-US" sz="2200" b="0" dirty="0">
            <a:solidFill>
              <a:schemeClr val="tx1"/>
            </a:solidFill>
            <a:latin typeface="Arial" panose="020B0604020202020204" pitchFamily="34" charset="0"/>
            <a:cs typeface="Arial" panose="020B0604020202020204" pitchFamily="34" charset="0"/>
          </a:endParaRPr>
        </a:p>
      </dgm:t>
    </dgm:pt>
    <dgm:pt modelId="{83F7F7AE-9879-4F76-AEF8-CF3FB083BEA5}" type="parTrans" cxnId="{72F1AD0E-2D94-48F8-AE53-CDB11ECB538B}">
      <dgm:prSet/>
      <dgm:spPr/>
      <dgm:t>
        <a:bodyPr/>
        <a:lstStyle/>
        <a:p>
          <a:endParaRPr lang="en-US" sz="2200">
            <a:latin typeface="Arial" panose="020B0604020202020204" pitchFamily="34" charset="0"/>
            <a:cs typeface="Arial" panose="020B0604020202020204" pitchFamily="34" charset="0"/>
          </a:endParaRPr>
        </a:p>
      </dgm:t>
    </dgm:pt>
    <dgm:pt modelId="{33ED2C7D-7AE2-40C8-B0E3-B922D4921278}" type="sibTrans" cxnId="{72F1AD0E-2D94-48F8-AE53-CDB11ECB538B}">
      <dgm:prSet/>
      <dgm:spPr/>
      <dgm:t>
        <a:bodyPr/>
        <a:lstStyle/>
        <a:p>
          <a:endParaRPr lang="en-US" sz="2200">
            <a:latin typeface="Arial" panose="020B0604020202020204" pitchFamily="34" charset="0"/>
            <a:cs typeface="Arial" panose="020B0604020202020204" pitchFamily="34" charset="0"/>
          </a:endParaRPr>
        </a:p>
      </dgm:t>
    </dgm:pt>
    <dgm:pt modelId="{52198EBF-8EF8-4BE0-A408-4A9C141685D2}">
      <dgm:prSet custT="1"/>
      <dgm:spPr>
        <a:solidFill>
          <a:schemeClr val="accent1">
            <a:lumMod val="40000"/>
            <a:lumOff val="60000"/>
          </a:schemeClr>
        </a:solidFill>
      </dgm:spPr>
      <dgm:t>
        <a:bodyPr/>
        <a:lstStyle/>
        <a:p>
          <a:r>
            <a:rPr lang="en-US" sz="2200" b="0" dirty="0" err="1">
              <a:solidFill>
                <a:schemeClr val="tx1"/>
              </a:solidFill>
              <a:latin typeface="Arial" panose="020B0604020202020204" pitchFamily="34" charset="0"/>
              <a:cs typeface="Arial" panose="020B0604020202020204" pitchFamily="34" charset="0"/>
            </a:rPr>
            <a:t>Điện</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cực</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thủy</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ngân</a:t>
          </a:r>
          <a:r>
            <a:rPr lang="en-US" sz="2200" b="0" dirty="0">
              <a:solidFill>
                <a:schemeClr val="tx1"/>
              </a:solidFill>
              <a:latin typeface="Arial" panose="020B0604020202020204" pitchFamily="34" charset="0"/>
              <a:cs typeface="Arial" panose="020B0604020202020204" pitchFamily="34" charset="0"/>
            </a:rPr>
            <a:t> – </a:t>
          </a:r>
          <a:r>
            <a:rPr lang="en-US" sz="2200" b="0" dirty="0" err="1">
              <a:solidFill>
                <a:schemeClr val="tx1"/>
              </a:solidFill>
              <a:latin typeface="Arial" panose="020B0604020202020204" pitchFamily="34" charset="0"/>
              <a:cs typeface="Arial" panose="020B0604020202020204" pitchFamily="34" charset="0"/>
            </a:rPr>
            <a:t>thủy</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ngân</a:t>
          </a:r>
          <a:r>
            <a:rPr lang="en-US" sz="2200" b="0" dirty="0">
              <a:solidFill>
                <a:schemeClr val="tx1"/>
              </a:solidFill>
              <a:latin typeface="Arial" panose="020B0604020202020204" pitchFamily="34" charset="0"/>
              <a:cs typeface="Arial" panose="020B0604020202020204" pitchFamily="34" charset="0"/>
            </a:rPr>
            <a:t> (I) </a:t>
          </a:r>
          <a:r>
            <a:rPr lang="en-US" sz="2200" b="0" dirty="0" err="1">
              <a:solidFill>
                <a:schemeClr val="tx1"/>
              </a:solidFill>
              <a:latin typeface="Arial" panose="020B0604020202020204" pitchFamily="34" charset="0"/>
              <a:cs typeface="Arial" panose="020B0604020202020204" pitchFamily="34" charset="0"/>
            </a:rPr>
            <a:t>sunfat</a:t>
          </a:r>
          <a:endParaRPr lang="en-US" sz="2200" b="0" dirty="0">
            <a:solidFill>
              <a:schemeClr val="tx1"/>
            </a:solidFill>
            <a:latin typeface="Arial" panose="020B0604020202020204" pitchFamily="34" charset="0"/>
            <a:cs typeface="Arial" panose="020B0604020202020204" pitchFamily="34" charset="0"/>
          </a:endParaRPr>
        </a:p>
      </dgm:t>
    </dgm:pt>
    <dgm:pt modelId="{638906D5-B3B2-4194-A6FD-AB74B594E2EB}" type="parTrans" cxnId="{3CB65473-68C8-4B79-8CB6-295F497E59D7}">
      <dgm:prSet/>
      <dgm:spPr/>
      <dgm:t>
        <a:bodyPr/>
        <a:lstStyle/>
        <a:p>
          <a:endParaRPr lang="en-US" sz="2200">
            <a:latin typeface="Arial" panose="020B0604020202020204" pitchFamily="34" charset="0"/>
            <a:cs typeface="Arial" panose="020B0604020202020204" pitchFamily="34" charset="0"/>
          </a:endParaRPr>
        </a:p>
      </dgm:t>
    </dgm:pt>
    <dgm:pt modelId="{901B4F21-76FF-4EDB-BCD3-A1795A7AD594}" type="sibTrans" cxnId="{3CB65473-68C8-4B79-8CB6-295F497E59D7}">
      <dgm:prSet/>
      <dgm:spPr/>
      <dgm:t>
        <a:bodyPr/>
        <a:lstStyle/>
        <a:p>
          <a:endParaRPr lang="en-US" sz="2200">
            <a:latin typeface="Arial" panose="020B0604020202020204" pitchFamily="34" charset="0"/>
            <a:cs typeface="Arial" panose="020B0604020202020204" pitchFamily="34" charset="0"/>
          </a:endParaRPr>
        </a:p>
      </dgm:t>
    </dgm:pt>
    <dgm:pt modelId="{5E5D9BC1-D0B7-4DC0-A9B7-26C51C943AF7}">
      <dgm:prSet phldrT="[Text]" custT="1"/>
      <dgm:spPr>
        <a:solidFill>
          <a:schemeClr val="accent1">
            <a:lumMod val="40000"/>
            <a:lumOff val="60000"/>
          </a:schemeClr>
        </a:solidFill>
      </dgm:spPr>
      <dgm:t>
        <a:bodyPr/>
        <a:lstStyle/>
        <a:p>
          <a:r>
            <a:rPr lang="en-US" sz="2200" b="0" dirty="0" err="1">
              <a:solidFill>
                <a:schemeClr val="tx1"/>
              </a:solidFill>
              <a:latin typeface="Arial" panose="020B0604020202020204" pitchFamily="34" charset="0"/>
              <a:cs typeface="Arial" panose="020B0604020202020204" pitchFamily="34" charset="0"/>
            </a:rPr>
            <a:t>Điện</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cực</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hiđro</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tiêu</a:t>
          </a:r>
          <a:r>
            <a:rPr lang="en-US" sz="2200" b="0" dirty="0">
              <a:solidFill>
                <a:schemeClr val="tx1"/>
              </a:solidFill>
              <a:latin typeface="Arial" panose="020B0604020202020204" pitchFamily="34" charset="0"/>
              <a:cs typeface="Arial" panose="020B0604020202020204" pitchFamily="34" charset="0"/>
            </a:rPr>
            <a:t> </a:t>
          </a:r>
          <a:r>
            <a:rPr lang="en-US" sz="2200" b="0" dirty="0" err="1">
              <a:solidFill>
                <a:schemeClr val="tx1"/>
              </a:solidFill>
              <a:latin typeface="Arial" panose="020B0604020202020204" pitchFamily="34" charset="0"/>
              <a:cs typeface="Arial" panose="020B0604020202020204" pitchFamily="34" charset="0"/>
            </a:rPr>
            <a:t>chuẩn</a:t>
          </a:r>
          <a:endParaRPr lang="en-US" sz="2200" b="0" dirty="0">
            <a:solidFill>
              <a:schemeClr val="tx1"/>
            </a:solidFill>
            <a:latin typeface="Arial" panose="020B0604020202020204" pitchFamily="34" charset="0"/>
            <a:cs typeface="Arial" panose="020B0604020202020204" pitchFamily="34" charset="0"/>
          </a:endParaRPr>
        </a:p>
      </dgm:t>
    </dgm:pt>
    <dgm:pt modelId="{71AD9654-133C-4F4E-8DBE-2F241F499E93}" type="parTrans" cxnId="{2A4DD77E-5E6E-4DD6-8430-E0E9F5D027E4}">
      <dgm:prSet/>
      <dgm:spPr/>
      <dgm:t>
        <a:bodyPr/>
        <a:lstStyle/>
        <a:p>
          <a:endParaRPr lang="en-US" sz="2200">
            <a:latin typeface="Arial" panose="020B0604020202020204" pitchFamily="34" charset="0"/>
            <a:cs typeface="Arial" panose="020B0604020202020204" pitchFamily="34" charset="0"/>
          </a:endParaRPr>
        </a:p>
      </dgm:t>
    </dgm:pt>
    <dgm:pt modelId="{8CB2BEA2-3DC7-4595-91E0-E6D47C60F230}" type="sibTrans" cxnId="{2A4DD77E-5E6E-4DD6-8430-E0E9F5D027E4}">
      <dgm:prSet/>
      <dgm:spPr/>
      <dgm:t>
        <a:bodyPr/>
        <a:lstStyle/>
        <a:p>
          <a:endParaRPr lang="en-US" sz="2200">
            <a:latin typeface="Arial" panose="020B0604020202020204" pitchFamily="34" charset="0"/>
            <a:cs typeface="Arial" panose="020B0604020202020204" pitchFamily="34" charset="0"/>
          </a:endParaRPr>
        </a:p>
      </dgm:t>
    </dgm:pt>
    <dgm:pt modelId="{8767F1F2-766D-4EAD-A086-4DF71F41771D}" type="pres">
      <dgm:prSet presAssocID="{93FA4628-63B1-44D2-BA36-CA5EDBDC2E79}" presName="Name0" presStyleCnt="0">
        <dgm:presLayoutVars>
          <dgm:chMax val="7"/>
          <dgm:chPref val="7"/>
          <dgm:dir/>
        </dgm:presLayoutVars>
      </dgm:prSet>
      <dgm:spPr/>
      <dgm:t>
        <a:bodyPr/>
        <a:lstStyle/>
        <a:p>
          <a:endParaRPr lang="en-US"/>
        </a:p>
      </dgm:t>
    </dgm:pt>
    <dgm:pt modelId="{E496830F-CB7D-4F4A-84FC-F9FBE007D9D9}" type="pres">
      <dgm:prSet presAssocID="{93FA4628-63B1-44D2-BA36-CA5EDBDC2E79}" presName="Name1" presStyleCnt="0"/>
      <dgm:spPr/>
    </dgm:pt>
    <dgm:pt modelId="{0AD2C1D3-A49B-4D8F-B259-039B15CD98DE}" type="pres">
      <dgm:prSet presAssocID="{93FA4628-63B1-44D2-BA36-CA5EDBDC2E79}" presName="cycle" presStyleCnt="0"/>
      <dgm:spPr/>
    </dgm:pt>
    <dgm:pt modelId="{07564DFA-83CE-43DC-B6A6-69F4BA4BBC7C}" type="pres">
      <dgm:prSet presAssocID="{93FA4628-63B1-44D2-BA36-CA5EDBDC2E79}" presName="srcNode" presStyleLbl="node1" presStyleIdx="0" presStyleCnt="5"/>
      <dgm:spPr/>
    </dgm:pt>
    <dgm:pt modelId="{924BDE22-8221-4BDD-B6F4-0D3C9A0F2ED1}" type="pres">
      <dgm:prSet presAssocID="{93FA4628-63B1-44D2-BA36-CA5EDBDC2E79}" presName="conn" presStyleLbl="parChTrans1D2" presStyleIdx="0" presStyleCnt="1"/>
      <dgm:spPr/>
      <dgm:t>
        <a:bodyPr/>
        <a:lstStyle/>
        <a:p>
          <a:endParaRPr lang="en-US"/>
        </a:p>
      </dgm:t>
    </dgm:pt>
    <dgm:pt modelId="{4DA55F3E-9754-486E-8375-BE8171117935}" type="pres">
      <dgm:prSet presAssocID="{93FA4628-63B1-44D2-BA36-CA5EDBDC2E79}" presName="extraNode" presStyleLbl="node1" presStyleIdx="0" presStyleCnt="5"/>
      <dgm:spPr/>
    </dgm:pt>
    <dgm:pt modelId="{F05FBB73-DD52-437E-888D-D9FCFE727E7A}" type="pres">
      <dgm:prSet presAssocID="{93FA4628-63B1-44D2-BA36-CA5EDBDC2E79}" presName="dstNode" presStyleLbl="node1" presStyleIdx="0" presStyleCnt="5"/>
      <dgm:spPr/>
    </dgm:pt>
    <dgm:pt modelId="{C3E2FAA3-DC2B-4BDC-AF47-8DB6EE53F16D}" type="pres">
      <dgm:prSet presAssocID="{EAABB92A-96CB-49D0-BC77-E5F06D35606E}" presName="text_1" presStyleLbl="node1" presStyleIdx="0" presStyleCnt="5">
        <dgm:presLayoutVars>
          <dgm:bulletEnabled val="1"/>
        </dgm:presLayoutVars>
      </dgm:prSet>
      <dgm:spPr/>
      <dgm:t>
        <a:bodyPr/>
        <a:lstStyle/>
        <a:p>
          <a:endParaRPr lang="en-US"/>
        </a:p>
      </dgm:t>
    </dgm:pt>
    <dgm:pt modelId="{BB825F24-7C01-43DA-B9DB-C9CC0303F9BA}" type="pres">
      <dgm:prSet presAssocID="{EAABB92A-96CB-49D0-BC77-E5F06D35606E}" presName="accent_1" presStyleCnt="0"/>
      <dgm:spPr/>
    </dgm:pt>
    <dgm:pt modelId="{BF1196F9-7956-442A-9FDB-802684490B5E}" type="pres">
      <dgm:prSet presAssocID="{EAABB92A-96CB-49D0-BC77-E5F06D35606E}" presName="accentRepeatNode" presStyleLbl="solidFgAcc1" presStyleIdx="0" presStyleCnt="5"/>
      <dgm:spPr/>
    </dgm:pt>
    <dgm:pt modelId="{9A705FDF-79D3-4C4E-88BC-5701BC57DC0B}" type="pres">
      <dgm:prSet presAssocID="{D621856D-DC69-4DBF-A9A8-060844508D4E}" presName="text_2" presStyleLbl="node1" presStyleIdx="1" presStyleCnt="5">
        <dgm:presLayoutVars>
          <dgm:bulletEnabled val="1"/>
        </dgm:presLayoutVars>
      </dgm:prSet>
      <dgm:spPr/>
      <dgm:t>
        <a:bodyPr/>
        <a:lstStyle/>
        <a:p>
          <a:endParaRPr lang="en-US"/>
        </a:p>
      </dgm:t>
    </dgm:pt>
    <dgm:pt modelId="{39DDAEC3-077B-414C-85E2-184494BCBCFC}" type="pres">
      <dgm:prSet presAssocID="{D621856D-DC69-4DBF-A9A8-060844508D4E}" presName="accent_2" presStyleCnt="0"/>
      <dgm:spPr/>
    </dgm:pt>
    <dgm:pt modelId="{32C8C789-6694-4648-B2B0-5E1B1E7CC7ED}" type="pres">
      <dgm:prSet presAssocID="{D621856D-DC69-4DBF-A9A8-060844508D4E}" presName="accentRepeatNode" presStyleLbl="solidFgAcc1" presStyleIdx="1" presStyleCnt="5"/>
      <dgm:spPr/>
    </dgm:pt>
    <dgm:pt modelId="{3F0ABD42-CEEC-422A-9FDE-AE2738B05348}" type="pres">
      <dgm:prSet presAssocID="{52198EBF-8EF8-4BE0-A408-4A9C141685D2}" presName="text_3" presStyleLbl="node1" presStyleIdx="2" presStyleCnt="5">
        <dgm:presLayoutVars>
          <dgm:bulletEnabled val="1"/>
        </dgm:presLayoutVars>
      </dgm:prSet>
      <dgm:spPr/>
      <dgm:t>
        <a:bodyPr/>
        <a:lstStyle/>
        <a:p>
          <a:endParaRPr lang="en-US"/>
        </a:p>
      </dgm:t>
    </dgm:pt>
    <dgm:pt modelId="{7C3A1718-9FBE-4283-9713-A094D7D8604B}" type="pres">
      <dgm:prSet presAssocID="{52198EBF-8EF8-4BE0-A408-4A9C141685D2}" presName="accent_3" presStyleCnt="0"/>
      <dgm:spPr/>
    </dgm:pt>
    <dgm:pt modelId="{3573B096-2B5E-4C68-83CE-7B20CF7BA85D}" type="pres">
      <dgm:prSet presAssocID="{52198EBF-8EF8-4BE0-A408-4A9C141685D2}" presName="accentRepeatNode" presStyleLbl="solidFgAcc1" presStyleIdx="2" presStyleCnt="5"/>
      <dgm:spPr/>
    </dgm:pt>
    <dgm:pt modelId="{E852CF1E-1904-4992-9F99-B9605FC0D2A2}" type="pres">
      <dgm:prSet presAssocID="{AF8C2E9F-163C-47A3-97F6-AA0EBE66F28B}" presName="text_4" presStyleLbl="node1" presStyleIdx="3" presStyleCnt="5">
        <dgm:presLayoutVars>
          <dgm:bulletEnabled val="1"/>
        </dgm:presLayoutVars>
      </dgm:prSet>
      <dgm:spPr/>
      <dgm:t>
        <a:bodyPr/>
        <a:lstStyle/>
        <a:p>
          <a:endParaRPr lang="en-US"/>
        </a:p>
      </dgm:t>
    </dgm:pt>
    <dgm:pt modelId="{DC80C70C-FC8F-4950-BDBD-8322894B7E95}" type="pres">
      <dgm:prSet presAssocID="{AF8C2E9F-163C-47A3-97F6-AA0EBE66F28B}" presName="accent_4" presStyleCnt="0"/>
      <dgm:spPr/>
    </dgm:pt>
    <dgm:pt modelId="{17D17E8F-AEB9-4635-B9B7-F49BF910B79C}" type="pres">
      <dgm:prSet presAssocID="{AF8C2E9F-163C-47A3-97F6-AA0EBE66F28B}" presName="accentRepeatNode" presStyleLbl="solidFgAcc1" presStyleIdx="3" presStyleCnt="5"/>
      <dgm:spPr/>
    </dgm:pt>
    <dgm:pt modelId="{589AF430-0DC0-448B-9292-02CCDAE4745E}" type="pres">
      <dgm:prSet presAssocID="{5E5D9BC1-D0B7-4DC0-A9B7-26C51C943AF7}" presName="text_5" presStyleLbl="node1" presStyleIdx="4" presStyleCnt="5">
        <dgm:presLayoutVars>
          <dgm:bulletEnabled val="1"/>
        </dgm:presLayoutVars>
      </dgm:prSet>
      <dgm:spPr/>
      <dgm:t>
        <a:bodyPr/>
        <a:lstStyle/>
        <a:p>
          <a:endParaRPr lang="en-US"/>
        </a:p>
      </dgm:t>
    </dgm:pt>
    <dgm:pt modelId="{B0676E65-650D-4346-BC46-058AB1E375B3}" type="pres">
      <dgm:prSet presAssocID="{5E5D9BC1-D0B7-4DC0-A9B7-26C51C943AF7}" presName="accent_5" presStyleCnt="0"/>
      <dgm:spPr/>
    </dgm:pt>
    <dgm:pt modelId="{D35DDF8F-37F0-4D4F-944C-064172A90FFE}" type="pres">
      <dgm:prSet presAssocID="{5E5D9BC1-D0B7-4DC0-A9B7-26C51C943AF7}" presName="accentRepeatNode" presStyleLbl="solidFgAcc1" presStyleIdx="4" presStyleCnt="5"/>
      <dgm:spPr/>
    </dgm:pt>
  </dgm:ptLst>
  <dgm:cxnLst>
    <dgm:cxn modelId="{BE90414D-4D04-4F5D-9238-85DD0161A904}" srcId="{93FA4628-63B1-44D2-BA36-CA5EDBDC2E79}" destId="{AF8C2E9F-163C-47A3-97F6-AA0EBE66F28B}" srcOrd="3" destOrd="0" parTransId="{A8399F7F-88F8-41C0-928A-179257AC53E3}" sibTransId="{17209114-09B9-4DF9-82ED-BBE9532D42EB}"/>
    <dgm:cxn modelId="{5AFD9D04-D123-4922-B22B-9EB4F1EABAC4}" type="presOf" srcId="{988A5A8C-AFD2-4855-99DD-68935F438FEE}" destId="{924BDE22-8221-4BDD-B6F4-0D3C9A0F2ED1}" srcOrd="0" destOrd="0" presId="urn:microsoft.com/office/officeart/2008/layout/VerticalCurvedList"/>
    <dgm:cxn modelId="{72F1AD0E-2D94-48F8-AE53-CDB11ECB538B}" srcId="{93FA4628-63B1-44D2-BA36-CA5EDBDC2E79}" destId="{D621856D-DC69-4DBF-A9A8-060844508D4E}" srcOrd="1" destOrd="0" parTransId="{83F7F7AE-9879-4F76-AEF8-CF3FB083BEA5}" sibTransId="{33ED2C7D-7AE2-40C8-B0E3-B922D4921278}"/>
    <dgm:cxn modelId="{6113D910-2A70-414E-9F5D-D3EB233F2902}" type="presOf" srcId="{93FA4628-63B1-44D2-BA36-CA5EDBDC2E79}" destId="{8767F1F2-766D-4EAD-A086-4DF71F41771D}" srcOrd="0" destOrd="0" presId="urn:microsoft.com/office/officeart/2008/layout/VerticalCurvedList"/>
    <dgm:cxn modelId="{A86C3EF4-FD22-4565-A479-2B7266F80CB1}" type="presOf" srcId="{D621856D-DC69-4DBF-A9A8-060844508D4E}" destId="{9A705FDF-79D3-4C4E-88BC-5701BC57DC0B}" srcOrd="0" destOrd="0" presId="urn:microsoft.com/office/officeart/2008/layout/VerticalCurvedList"/>
    <dgm:cxn modelId="{8D66932E-AC50-4DBF-B0E8-00D848A941E8}" type="presOf" srcId="{5E5D9BC1-D0B7-4DC0-A9B7-26C51C943AF7}" destId="{589AF430-0DC0-448B-9292-02CCDAE4745E}" srcOrd="0" destOrd="0" presId="urn:microsoft.com/office/officeart/2008/layout/VerticalCurvedList"/>
    <dgm:cxn modelId="{155B9FEF-BE94-42E7-9A35-72E3341D018E}" srcId="{93FA4628-63B1-44D2-BA36-CA5EDBDC2E79}" destId="{EAABB92A-96CB-49D0-BC77-E5F06D35606E}" srcOrd="0" destOrd="0" parTransId="{C4FA385D-F60F-4D0F-BF4C-D878042C0AC9}" sibTransId="{988A5A8C-AFD2-4855-99DD-68935F438FEE}"/>
    <dgm:cxn modelId="{3CB65473-68C8-4B79-8CB6-295F497E59D7}" srcId="{93FA4628-63B1-44D2-BA36-CA5EDBDC2E79}" destId="{52198EBF-8EF8-4BE0-A408-4A9C141685D2}" srcOrd="2" destOrd="0" parTransId="{638906D5-B3B2-4194-A6FD-AB74B594E2EB}" sibTransId="{901B4F21-76FF-4EDB-BCD3-A1795A7AD594}"/>
    <dgm:cxn modelId="{5E85DA4F-1082-40A7-9E21-D9BED317CD5B}" type="presOf" srcId="{52198EBF-8EF8-4BE0-A408-4A9C141685D2}" destId="{3F0ABD42-CEEC-422A-9FDE-AE2738B05348}" srcOrd="0" destOrd="0" presId="urn:microsoft.com/office/officeart/2008/layout/VerticalCurvedList"/>
    <dgm:cxn modelId="{7943D178-BDE9-4741-8820-05C7B3E271DA}" type="presOf" srcId="{AF8C2E9F-163C-47A3-97F6-AA0EBE66F28B}" destId="{E852CF1E-1904-4992-9F99-B9605FC0D2A2}" srcOrd="0" destOrd="0" presId="urn:microsoft.com/office/officeart/2008/layout/VerticalCurvedList"/>
    <dgm:cxn modelId="{2A4DD77E-5E6E-4DD6-8430-E0E9F5D027E4}" srcId="{93FA4628-63B1-44D2-BA36-CA5EDBDC2E79}" destId="{5E5D9BC1-D0B7-4DC0-A9B7-26C51C943AF7}" srcOrd="4" destOrd="0" parTransId="{71AD9654-133C-4F4E-8DBE-2F241F499E93}" sibTransId="{8CB2BEA2-3DC7-4595-91E0-E6D47C60F230}"/>
    <dgm:cxn modelId="{9399218B-7E1D-4B66-A624-8C4462523005}" type="presOf" srcId="{EAABB92A-96CB-49D0-BC77-E5F06D35606E}" destId="{C3E2FAA3-DC2B-4BDC-AF47-8DB6EE53F16D}" srcOrd="0" destOrd="0" presId="urn:microsoft.com/office/officeart/2008/layout/VerticalCurvedList"/>
    <dgm:cxn modelId="{097CA485-3185-4A7A-B41A-180F0AE1F4F0}" type="presParOf" srcId="{8767F1F2-766D-4EAD-A086-4DF71F41771D}" destId="{E496830F-CB7D-4F4A-84FC-F9FBE007D9D9}" srcOrd="0" destOrd="0" presId="urn:microsoft.com/office/officeart/2008/layout/VerticalCurvedList"/>
    <dgm:cxn modelId="{05571B3E-8C80-4567-A472-597446174DA0}" type="presParOf" srcId="{E496830F-CB7D-4F4A-84FC-F9FBE007D9D9}" destId="{0AD2C1D3-A49B-4D8F-B259-039B15CD98DE}" srcOrd="0" destOrd="0" presId="urn:microsoft.com/office/officeart/2008/layout/VerticalCurvedList"/>
    <dgm:cxn modelId="{9284E472-BFD0-4B8A-BF7D-ACE65CA5670D}" type="presParOf" srcId="{0AD2C1D3-A49B-4D8F-B259-039B15CD98DE}" destId="{07564DFA-83CE-43DC-B6A6-69F4BA4BBC7C}" srcOrd="0" destOrd="0" presId="urn:microsoft.com/office/officeart/2008/layout/VerticalCurvedList"/>
    <dgm:cxn modelId="{5A9F4A11-7DE6-4793-BD73-C6FB2B4FC14D}" type="presParOf" srcId="{0AD2C1D3-A49B-4D8F-B259-039B15CD98DE}" destId="{924BDE22-8221-4BDD-B6F4-0D3C9A0F2ED1}" srcOrd="1" destOrd="0" presId="urn:microsoft.com/office/officeart/2008/layout/VerticalCurvedList"/>
    <dgm:cxn modelId="{9DA9F07F-619A-4424-9DBC-CD802285258A}" type="presParOf" srcId="{0AD2C1D3-A49B-4D8F-B259-039B15CD98DE}" destId="{4DA55F3E-9754-486E-8375-BE8171117935}" srcOrd="2" destOrd="0" presId="urn:microsoft.com/office/officeart/2008/layout/VerticalCurvedList"/>
    <dgm:cxn modelId="{0B1C4102-454D-4208-A4D4-CB0266EBEF96}" type="presParOf" srcId="{0AD2C1D3-A49B-4D8F-B259-039B15CD98DE}" destId="{F05FBB73-DD52-437E-888D-D9FCFE727E7A}" srcOrd="3" destOrd="0" presId="urn:microsoft.com/office/officeart/2008/layout/VerticalCurvedList"/>
    <dgm:cxn modelId="{0D2352FD-DA6B-4B07-B2E2-2804C65E0724}" type="presParOf" srcId="{E496830F-CB7D-4F4A-84FC-F9FBE007D9D9}" destId="{C3E2FAA3-DC2B-4BDC-AF47-8DB6EE53F16D}" srcOrd="1" destOrd="0" presId="urn:microsoft.com/office/officeart/2008/layout/VerticalCurvedList"/>
    <dgm:cxn modelId="{5D197E9F-393C-4E3C-9735-E987DF229158}" type="presParOf" srcId="{E496830F-CB7D-4F4A-84FC-F9FBE007D9D9}" destId="{BB825F24-7C01-43DA-B9DB-C9CC0303F9BA}" srcOrd="2" destOrd="0" presId="urn:microsoft.com/office/officeart/2008/layout/VerticalCurvedList"/>
    <dgm:cxn modelId="{9DB792DE-E070-41F3-8EFB-7A8C2D416E38}" type="presParOf" srcId="{BB825F24-7C01-43DA-B9DB-C9CC0303F9BA}" destId="{BF1196F9-7956-442A-9FDB-802684490B5E}" srcOrd="0" destOrd="0" presId="urn:microsoft.com/office/officeart/2008/layout/VerticalCurvedList"/>
    <dgm:cxn modelId="{59E60620-90EB-4629-B730-E0D06CBDD6AF}" type="presParOf" srcId="{E496830F-CB7D-4F4A-84FC-F9FBE007D9D9}" destId="{9A705FDF-79D3-4C4E-88BC-5701BC57DC0B}" srcOrd="3" destOrd="0" presId="urn:microsoft.com/office/officeart/2008/layout/VerticalCurvedList"/>
    <dgm:cxn modelId="{67E0AC8C-80ED-41DF-9072-B65A2B139492}" type="presParOf" srcId="{E496830F-CB7D-4F4A-84FC-F9FBE007D9D9}" destId="{39DDAEC3-077B-414C-85E2-184494BCBCFC}" srcOrd="4" destOrd="0" presId="urn:microsoft.com/office/officeart/2008/layout/VerticalCurvedList"/>
    <dgm:cxn modelId="{AF7A1509-D1B7-4DE1-B04C-DA7AEAEB4F22}" type="presParOf" srcId="{39DDAEC3-077B-414C-85E2-184494BCBCFC}" destId="{32C8C789-6694-4648-B2B0-5E1B1E7CC7ED}" srcOrd="0" destOrd="0" presId="urn:microsoft.com/office/officeart/2008/layout/VerticalCurvedList"/>
    <dgm:cxn modelId="{ED11B753-457A-4D51-B6EA-F40E41C2C72D}" type="presParOf" srcId="{E496830F-CB7D-4F4A-84FC-F9FBE007D9D9}" destId="{3F0ABD42-CEEC-422A-9FDE-AE2738B05348}" srcOrd="5" destOrd="0" presId="urn:microsoft.com/office/officeart/2008/layout/VerticalCurvedList"/>
    <dgm:cxn modelId="{65D4C98E-9690-4FC4-93A7-AFB0445EFEE0}" type="presParOf" srcId="{E496830F-CB7D-4F4A-84FC-F9FBE007D9D9}" destId="{7C3A1718-9FBE-4283-9713-A094D7D8604B}" srcOrd="6" destOrd="0" presId="urn:microsoft.com/office/officeart/2008/layout/VerticalCurvedList"/>
    <dgm:cxn modelId="{DAFF9ED2-56E2-4C7D-ACF8-E0E0AD5DC927}" type="presParOf" srcId="{7C3A1718-9FBE-4283-9713-A094D7D8604B}" destId="{3573B096-2B5E-4C68-83CE-7B20CF7BA85D}" srcOrd="0" destOrd="0" presId="urn:microsoft.com/office/officeart/2008/layout/VerticalCurvedList"/>
    <dgm:cxn modelId="{CA14FCCF-EFD3-4CD6-86E6-96D339D5F859}" type="presParOf" srcId="{E496830F-CB7D-4F4A-84FC-F9FBE007D9D9}" destId="{E852CF1E-1904-4992-9F99-B9605FC0D2A2}" srcOrd="7" destOrd="0" presId="urn:microsoft.com/office/officeart/2008/layout/VerticalCurvedList"/>
    <dgm:cxn modelId="{F44E23A0-78E3-4E9D-BBCB-308C1E3055A5}" type="presParOf" srcId="{E496830F-CB7D-4F4A-84FC-F9FBE007D9D9}" destId="{DC80C70C-FC8F-4950-BDBD-8322894B7E95}" srcOrd="8" destOrd="0" presId="urn:microsoft.com/office/officeart/2008/layout/VerticalCurvedList"/>
    <dgm:cxn modelId="{C3445B99-3284-4260-BB7F-587678FE628E}" type="presParOf" srcId="{DC80C70C-FC8F-4950-BDBD-8322894B7E95}" destId="{17D17E8F-AEB9-4635-B9B7-F49BF910B79C}" srcOrd="0" destOrd="0" presId="urn:microsoft.com/office/officeart/2008/layout/VerticalCurvedList"/>
    <dgm:cxn modelId="{0B642F17-28E1-4763-B86D-864EE3EBBE49}" type="presParOf" srcId="{E496830F-CB7D-4F4A-84FC-F9FBE007D9D9}" destId="{589AF430-0DC0-448B-9292-02CCDAE4745E}" srcOrd="9" destOrd="0" presId="urn:microsoft.com/office/officeart/2008/layout/VerticalCurvedList"/>
    <dgm:cxn modelId="{06114541-A1CE-42EC-A5D8-F79FA5B4808D}" type="presParOf" srcId="{E496830F-CB7D-4F4A-84FC-F9FBE007D9D9}" destId="{B0676E65-650D-4346-BC46-058AB1E375B3}" srcOrd="10" destOrd="0" presId="urn:microsoft.com/office/officeart/2008/layout/VerticalCurvedList"/>
    <dgm:cxn modelId="{C8A683B1-28AF-4F81-B974-8B05BC7E537E}" type="presParOf" srcId="{B0676E65-650D-4346-BC46-058AB1E375B3}" destId="{D35DDF8F-37F0-4D4F-944C-064172A90FF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3430EC-E4FB-456C-B6C0-A7DB5877289F}" type="doc">
      <dgm:prSet loTypeId="urn:microsoft.com/office/officeart/2008/layout/HorizontalMultiLevelHierarchy" loCatId="hierarchy" qsTypeId="urn:microsoft.com/office/officeart/2005/8/quickstyle/simple1" qsCatId="simple" csTypeId="urn:microsoft.com/office/officeart/2005/8/colors/accent2_1" csCatId="accent2" phldr="1"/>
      <dgm:spPr/>
      <dgm:t>
        <a:bodyPr/>
        <a:lstStyle/>
        <a:p>
          <a:endParaRPr lang="ru-RU"/>
        </a:p>
      </dgm:t>
    </dgm:pt>
    <dgm:pt modelId="{8E740018-6709-437D-8477-5A54E5DB2274}">
      <dgm:prSet phldrT="[Text]" custT="1"/>
      <dgm:spPr>
        <a:solidFill>
          <a:srgbClr val="FFFF00"/>
        </a:solidFill>
      </dgm:spPr>
      <dgm:t>
        <a:bodyPr/>
        <a:lstStyle/>
        <a:p>
          <a:r>
            <a:rPr lang="en-US" sz="4400" dirty="0"/>
            <a:t>PP PT </a:t>
          </a:r>
          <a:r>
            <a:rPr lang="en-US" sz="4400" dirty="0" err="1"/>
            <a:t>Điện</a:t>
          </a:r>
          <a:r>
            <a:rPr lang="en-US" sz="4400" dirty="0"/>
            <a:t> </a:t>
          </a:r>
          <a:r>
            <a:rPr lang="en-US" sz="4400" dirty="0" err="1"/>
            <a:t>hóa</a:t>
          </a:r>
          <a:endParaRPr lang="ru-RU" sz="4400" dirty="0"/>
        </a:p>
      </dgm:t>
    </dgm:pt>
    <dgm:pt modelId="{F1AB116A-DCC5-4A0D-9684-8F1226684C0D}" type="parTrans" cxnId="{EF166B3C-13CB-44CF-9B27-8C3A74D399DF}">
      <dgm:prSet/>
      <dgm:spPr/>
      <dgm:t>
        <a:bodyPr/>
        <a:lstStyle/>
        <a:p>
          <a:endParaRPr lang="ru-RU"/>
        </a:p>
      </dgm:t>
    </dgm:pt>
    <dgm:pt modelId="{5F5B76AF-5CCC-46D2-B421-BCBBD883C259}" type="sibTrans" cxnId="{EF166B3C-13CB-44CF-9B27-8C3A74D399DF}">
      <dgm:prSet/>
      <dgm:spPr/>
      <dgm:t>
        <a:bodyPr/>
        <a:lstStyle/>
        <a:p>
          <a:endParaRPr lang="ru-RU"/>
        </a:p>
      </dgm:t>
    </dgm:pt>
    <dgm:pt modelId="{17F538E5-43DC-4672-87AA-711704E6EC91}">
      <dgm:prSet phldrT="[Text]" custT="1"/>
      <dgm:spPr>
        <a:solidFill>
          <a:schemeClr val="accent6">
            <a:lumMod val="20000"/>
            <a:lumOff val="80000"/>
          </a:schemeClr>
        </a:solidFill>
      </dgm:spPr>
      <dgm:t>
        <a:bodyPr/>
        <a:lstStyle/>
        <a:p>
          <a:r>
            <a:rPr lang="en-US" sz="2800" dirty="0"/>
            <a:t>PT </a:t>
          </a:r>
          <a:r>
            <a:rPr lang="en-US" sz="2800" dirty="0" err="1"/>
            <a:t>Khối</a:t>
          </a:r>
          <a:r>
            <a:rPr lang="en-US" sz="2800" dirty="0"/>
            <a:t> (Bulk method)</a:t>
          </a:r>
          <a:endParaRPr lang="ru-RU" sz="2800" dirty="0"/>
        </a:p>
      </dgm:t>
    </dgm:pt>
    <dgm:pt modelId="{60ABEF11-2272-460E-8473-380541F81279}" type="parTrans" cxnId="{F6829A00-5AE0-47C9-8B4B-D4925DE0CA36}">
      <dgm:prSet custT="1"/>
      <dgm:spPr/>
      <dgm:t>
        <a:bodyPr/>
        <a:lstStyle/>
        <a:p>
          <a:endParaRPr lang="ru-RU" sz="1050">
            <a:solidFill>
              <a:schemeClr val="tx1"/>
            </a:solidFill>
          </a:endParaRPr>
        </a:p>
      </dgm:t>
    </dgm:pt>
    <dgm:pt modelId="{BBFEE4BA-7675-41B8-B653-7C9F5294ED14}" type="sibTrans" cxnId="{F6829A00-5AE0-47C9-8B4B-D4925DE0CA36}">
      <dgm:prSet/>
      <dgm:spPr/>
      <dgm:t>
        <a:bodyPr/>
        <a:lstStyle/>
        <a:p>
          <a:endParaRPr lang="ru-RU"/>
        </a:p>
      </dgm:t>
    </dgm:pt>
    <dgm:pt modelId="{60AB4008-D312-4FA3-A2FD-F98CF677FE2E}">
      <dgm:prSet phldrT="[Text]" custT="1"/>
      <dgm:spPr>
        <a:solidFill>
          <a:schemeClr val="accent1">
            <a:lumMod val="60000"/>
            <a:lumOff val="40000"/>
          </a:schemeClr>
        </a:solidFill>
      </dgm:spPr>
      <dgm:t>
        <a:bodyPr/>
        <a:lstStyle/>
        <a:p>
          <a:r>
            <a:rPr lang="en-US" sz="2800" dirty="0"/>
            <a:t>PT </a:t>
          </a:r>
          <a:r>
            <a:rPr lang="en-US" sz="2800" dirty="0" err="1"/>
            <a:t>Bề</a:t>
          </a:r>
          <a:r>
            <a:rPr lang="en-US" sz="2800" dirty="0"/>
            <a:t> </a:t>
          </a:r>
          <a:r>
            <a:rPr lang="en-US" sz="2800" dirty="0" err="1"/>
            <a:t>mặt</a:t>
          </a:r>
          <a:r>
            <a:rPr lang="en-US" sz="2800" dirty="0"/>
            <a:t> (Interfacial method)</a:t>
          </a:r>
          <a:endParaRPr lang="ru-RU" sz="2800" dirty="0"/>
        </a:p>
      </dgm:t>
    </dgm:pt>
    <dgm:pt modelId="{98BFAB55-ED88-4DD8-B90B-F2E2AC15CE0C}" type="parTrans" cxnId="{301358F9-3B7E-41EA-A2FC-673E8DCA80C2}">
      <dgm:prSet custT="1"/>
      <dgm:spPr/>
      <dgm:t>
        <a:bodyPr/>
        <a:lstStyle/>
        <a:p>
          <a:endParaRPr lang="ru-RU" sz="1050">
            <a:solidFill>
              <a:schemeClr val="tx1"/>
            </a:solidFill>
          </a:endParaRPr>
        </a:p>
      </dgm:t>
    </dgm:pt>
    <dgm:pt modelId="{65C6EF59-B454-4655-9295-239DC50A4F2E}" type="sibTrans" cxnId="{301358F9-3B7E-41EA-A2FC-673E8DCA80C2}">
      <dgm:prSet/>
      <dgm:spPr/>
      <dgm:t>
        <a:bodyPr/>
        <a:lstStyle/>
        <a:p>
          <a:endParaRPr lang="ru-RU"/>
        </a:p>
      </dgm:t>
    </dgm:pt>
    <dgm:pt modelId="{79CB1B29-F9A2-4949-A82A-0E609B7907A3}">
      <dgm:prSet phldrT="[Text]" custT="1"/>
      <dgm:spPr>
        <a:solidFill>
          <a:schemeClr val="accent6">
            <a:lumMod val="20000"/>
            <a:lumOff val="80000"/>
          </a:schemeClr>
        </a:solidFill>
      </dgm:spPr>
      <dgm:t>
        <a:bodyPr/>
        <a:lstStyle/>
        <a:p>
          <a:r>
            <a:rPr lang="en-US" sz="2800" dirty="0">
              <a:solidFill>
                <a:srgbClr val="FF0000"/>
              </a:solidFill>
            </a:rPr>
            <a:t> PP </a:t>
          </a:r>
          <a:r>
            <a:rPr lang="en-US" sz="2800" dirty="0" err="1">
              <a:solidFill>
                <a:srgbClr val="FF0000"/>
              </a:solidFill>
            </a:rPr>
            <a:t>đo</a:t>
          </a:r>
          <a:r>
            <a:rPr lang="en-US" sz="2800" dirty="0">
              <a:solidFill>
                <a:srgbClr val="FF0000"/>
              </a:solidFill>
            </a:rPr>
            <a:t> </a:t>
          </a:r>
          <a:r>
            <a:rPr lang="en-US" sz="2800" dirty="0" err="1">
              <a:solidFill>
                <a:srgbClr val="FF0000"/>
              </a:solidFill>
            </a:rPr>
            <a:t>độ</a:t>
          </a:r>
          <a:r>
            <a:rPr lang="en-US" sz="2800" dirty="0">
              <a:solidFill>
                <a:srgbClr val="FF0000"/>
              </a:solidFill>
            </a:rPr>
            <a:t> </a:t>
          </a:r>
          <a:r>
            <a:rPr lang="en-US" sz="2800" dirty="0" err="1">
              <a:solidFill>
                <a:srgbClr val="FF0000"/>
              </a:solidFill>
            </a:rPr>
            <a:t>dẫn</a:t>
          </a:r>
          <a:r>
            <a:rPr lang="en-US" sz="2800" dirty="0">
              <a:solidFill>
                <a:srgbClr val="FF0000"/>
              </a:solidFill>
            </a:rPr>
            <a:t> </a:t>
          </a:r>
          <a:r>
            <a:rPr lang="en-US" sz="2800" dirty="0" err="1">
              <a:solidFill>
                <a:srgbClr val="FF0000"/>
              </a:solidFill>
            </a:rPr>
            <a:t>điện</a:t>
          </a:r>
          <a:endParaRPr lang="ru-RU" sz="2800" dirty="0">
            <a:solidFill>
              <a:srgbClr val="FF0000"/>
            </a:solidFill>
          </a:endParaRPr>
        </a:p>
      </dgm:t>
    </dgm:pt>
    <dgm:pt modelId="{7FA4496C-BF6E-4627-8CFB-26EE0F41BA65}" type="parTrans" cxnId="{C4B67438-A5F3-4F70-8B5D-0EE1F6AE9C45}">
      <dgm:prSet custT="1"/>
      <dgm:spPr/>
      <dgm:t>
        <a:bodyPr/>
        <a:lstStyle/>
        <a:p>
          <a:endParaRPr lang="ru-RU" sz="1050">
            <a:solidFill>
              <a:schemeClr val="tx1"/>
            </a:solidFill>
          </a:endParaRPr>
        </a:p>
      </dgm:t>
    </dgm:pt>
    <dgm:pt modelId="{22915947-834F-473E-816A-CF4386B63B03}" type="sibTrans" cxnId="{C4B67438-A5F3-4F70-8B5D-0EE1F6AE9C45}">
      <dgm:prSet/>
      <dgm:spPr/>
      <dgm:t>
        <a:bodyPr/>
        <a:lstStyle/>
        <a:p>
          <a:endParaRPr lang="ru-RU"/>
        </a:p>
      </dgm:t>
    </dgm:pt>
    <dgm:pt modelId="{F2AEDA63-EF0B-48AA-BE64-ABD47D387E03}">
      <dgm:prSet phldrT="[Text]" custT="1"/>
      <dgm:spPr>
        <a:solidFill>
          <a:schemeClr val="accent1">
            <a:lumMod val="20000"/>
            <a:lumOff val="80000"/>
          </a:schemeClr>
        </a:solidFill>
      </dgm:spPr>
      <dgm:t>
        <a:bodyPr/>
        <a:lstStyle/>
        <a:p>
          <a:r>
            <a:rPr lang="en-US" sz="2800"/>
            <a:t>PT tĩnh</a:t>
          </a:r>
          <a:endParaRPr lang="ru-RU" sz="2800" dirty="0"/>
        </a:p>
      </dgm:t>
    </dgm:pt>
    <dgm:pt modelId="{6DFC4C64-C543-45E7-B177-A72DE98BD973}" type="parTrans" cxnId="{BE3DA3E8-18E4-4A34-90EF-97291E0556BE}">
      <dgm:prSet custT="1"/>
      <dgm:spPr/>
      <dgm:t>
        <a:bodyPr/>
        <a:lstStyle/>
        <a:p>
          <a:endParaRPr lang="ru-RU" sz="1050">
            <a:solidFill>
              <a:schemeClr val="tx1"/>
            </a:solidFill>
          </a:endParaRPr>
        </a:p>
      </dgm:t>
    </dgm:pt>
    <dgm:pt modelId="{F2AE76A4-C5CE-49B6-9723-7AD96C464B81}" type="sibTrans" cxnId="{BE3DA3E8-18E4-4A34-90EF-97291E0556BE}">
      <dgm:prSet/>
      <dgm:spPr/>
      <dgm:t>
        <a:bodyPr/>
        <a:lstStyle/>
        <a:p>
          <a:endParaRPr lang="ru-RU"/>
        </a:p>
      </dgm:t>
    </dgm:pt>
    <dgm:pt modelId="{7B21AE44-0E08-41D4-929F-58A484A0865E}">
      <dgm:prSet phldrT="[Text]" custT="1"/>
      <dgm:spPr>
        <a:solidFill>
          <a:schemeClr val="accent1">
            <a:lumMod val="20000"/>
            <a:lumOff val="80000"/>
          </a:schemeClr>
        </a:solidFill>
      </dgm:spPr>
      <dgm:t>
        <a:bodyPr/>
        <a:lstStyle/>
        <a:p>
          <a:r>
            <a:rPr lang="en-US" sz="2800" dirty="0"/>
            <a:t>PP </a:t>
          </a:r>
          <a:r>
            <a:rPr lang="en-US" sz="2800" dirty="0" err="1"/>
            <a:t>Đo</a:t>
          </a:r>
          <a:r>
            <a:rPr lang="en-US" sz="2800" dirty="0"/>
            <a:t> </a:t>
          </a:r>
          <a:r>
            <a:rPr lang="en-US" sz="2800" dirty="0" err="1"/>
            <a:t>Điện</a:t>
          </a:r>
          <a:r>
            <a:rPr lang="en-US" sz="2800" dirty="0"/>
            <a:t> </a:t>
          </a:r>
          <a:r>
            <a:rPr lang="en-US" sz="2800" dirty="0" err="1"/>
            <a:t>thế</a:t>
          </a:r>
          <a:endParaRPr lang="ru-RU" sz="2800" dirty="0"/>
        </a:p>
      </dgm:t>
    </dgm:pt>
    <dgm:pt modelId="{2F0F3AB1-9D1D-42BD-9305-AE9DF1970DC4}" type="parTrans" cxnId="{8CD32BA8-DC94-475A-AFC7-7740C61BA73D}">
      <dgm:prSet custT="1"/>
      <dgm:spPr/>
      <dgm:t>
        <a:bodyPr/>
        <a:lstStyle/>
        <a:p>
          <a:endParaRPr lang="ru-RU" sz="1050">
            <a:solidFill>
              <a:schemeClr val="tx1"/>
            </a:solidFill>
          </a:endParaRPr>
        </a:p>
      </dgm:t>
    </dgm:pt>
    <dgm:pt modelId="{8996A0FD-836C-49B4-A540-29EE23C9A602}" type="sibTrans" cxnId="{8CD32BA8-DC94-475A-AFC7-7740C61BA73D}">
      <dgm:prSet/>
      <dgm:spPr/>
      <dgm:t>
        <a:bodyPr/>
        <a:lstStyle/>
        <a:p>
          <a:endParaRPr lang="ru-RU"/>
        </a:p>
      </dgm:t>
    </dgm:pt>
    <dgm:pt modelId="{203B3C53-4D51-40C1-86E9-F7F7A8B01405}">
      <dgm:prSet phldrT="[Text]" custT="1"/>
      <dgm:spPr>
        <a:solidFill>
          <a:schemeClr val="accent1">
            <a:lumMod val="20000"/>
            <a:lumOff val="80000"/>
          </a:schemeClr>
        </a:solidFill>
      </dgm:spPr>
      <dgm:t>
        <a:bodyPr/>
        <a:lstStyle/>
        <a:p>
          <a:r>
            <a:rPr lang="en-US" sz="2800" dirty="0" err="1">
              <a:solidFill>
                <a:srgbClr val="FF0000"/>
              </a:solidFill>
            </a:rPr>
            <a:t>Trực</a:t>
          </a:r>
          <a:r>
            <a:rPr lang="en-US" sz="2800" dirty="0">
              <a:solidFill>
                <a:srgbClr val="FF0000"/>
              </a:solidFill>
            </a:rPr>
            <a:t> </a:t>
          </a:r>
          <a:r>
            <a:rPr lang="en-US" sz="2800" dirty="0" err="1">
              <a:solidFill>
                <a:srgbClr val="FF0000"/>
              </a:solidFill>
            </a:rPr>
            <a:t>tiếp</a:t>
          </a:r>
          <a:endParaRPr lang="ru-RU" sz="2800" dirty="0">
            <a:solidFill>
              <a:srgbClr val="FF0000"/>
            </a:solidFill>
          </a:endParaRPr>
        </a:p>
      </dgm:t>
    </dgm:pt>
    <dgm:pt modelId="{7302DA83-0C69-4CD7-B174-591D0207ADBF}" type="parTrans" cxnId="{DF1F3DEA-3582-430F-B245-411A67E49C66}">
      <dgm:prSet custT="1"/>
      <dgm:spPr/>
      <dgm:t>
        <a:bodyPr/>
        <a:lstStyle/>
        <a:p>
          <a:endParaRPr lang="ru-RU" sz="1050">
            <a:solidFill>
              <a:schemeClr val="tx1"/>
            </a:solidFill>
          </a:endParaRPr>
        </a:p>
      </dgm:t>
    </dgm:pt>
    <dgm:pt modelId="{9154BD41-8670-4826-A330-3462F5F1CD6C}" type="sibTrans" cxnId="{DF1F3DEA-3582-430F-B245-411A67E49C66}">
      <dgm:prSet/>
      <dgm:spPr/>
      <dgm:t>
        <a:bodyPr/>
        <a:lstStyle/>
        <a:p>
          <a:endParaRPr lang="ru-RU"/>
        </a:p>
      </dgm:t>
    </dgm:pt>
    <dgm:pt modelId="{E6F055F4-3F65-42C2-ABFA-B6F0BA592871}">
      <dgm:prSet phldrT="[Text]" custT="1"/>
      <dgm:spPr>
        <a:solidFill>
          <a:schemeClr val="accent1">
            <a:lumMod val="20000"/>
            <a:lumOff val="80000"/>
          </a:schemeClr>
        </a:solidFill>
      </dgm:spPr>
      <dgm:t>
        <a:bodyPr/>
        <a:lstStyle/>
        <a:p>
          <a:r>
            <a:rPr lang="en-US" sz="2800" dirty="0" err="1">
              <a:solidFill>
                <a:srgbClr val="FF0000"/>
              </a:solidFill>
            </a:rPr>
            <a:t>Gián</a:t>
          </a:r>
          <a:r>
            <a:rPr lang="en-US" sz="2800" dirty="0">
              <a:solidFill>
                <a:srgbClr val="FF0000"/>
              </a:solidFill>
            </a:rPr>
            <a:t> </a:t>
          </a:r>
          <a:r>
            <a:rPr lang="en-US" sz="2800" dirty="0" err="1">
              <a:solidFill>
                <a:srgbClr val="FF0000"/>
              </a:solidFill>
            </a:rPr>
            <a:t>tiếp</a:t>
          </a:r>
          <a:r>
            <a:rPr lang="en-US" sz="2800" dirty="0">
              <a:solidFill>
                <a:srgbClr val="FF0000"/>
              </a:solidFill>
            </a:rPr>
            <a:t>(</a:t>
          </a:r>
          <a:r>
            <a:rPr lang="en-US" sz="2800" dirty="0" err="1">
              <a:solidFill>
                <a:srgbClr val="FF0000"/>
              </a:solidFill>
            </a:rPr>
            <a:t>Chuẩn</a:t>
          </a:r>
          <a:r>
            <a:rPr lang="en-US" sz="2800" dirty="0">
              <a:solidFill>
                <a:srgbClr val="FF0000"/>
              </a:solidFill>
            </a:rPr>
            <a:t> </a:t>
          </a:r>
          <a:r>
            <a:rPr lang="en-US" sz="2800" dirty="0" err="1">
              <a:solidFill>
                <a:srgbClr val="FF0000"/>
              </a:solidFill>
            </a:rPr>
            <a:t>độ</a:t>
          </a:r>
          <a:r>
            <a:rPr lang="en-US" sz="2800" dirty="0">
              <a:solidFill>
                <a:srgbClr val="FF0000"/>
              </a:solidFill>
            </a:rPr>
            <a:t>)</a:t>
          </a:r>
          <a:endParaRPr lang="ru-RU" sz="2800" dirty="0">
            <a:solidFill>
              <a:srgbClr val="FF0000"/>
            </a:solidFill>
          </a:endParaRPr>
        </a:p>
      </dgm:t>
    </dgm:pt>
    <dgm:pt modelId="{72DB2E24-FEBF-42F6-AD59-092D2401793A}" type="parTrans" cxnId="{9D906F44-4515-4EF6-BCE2-4AE8B180311F}">
      <dgm:prSet custT="1"/>
      <dgm:spPr/>
      <dgm:t>
        <a:bodyPr/>
        <a:lstStyle/>
        <a:p>
          <a:endParaRPr lang="ru-RU" sz="1050">
            <a:solidFill>
              <a:schemeClr val="tx1"/>
            </a:solidFill>
          </a:endParaRPr>
        </a:p>
      </dgm:t>
    </dgm:pt>
    <dgm:pt modelId="{17D8AB50-44BC-4349-A610-293FB049DF37}" type="sibTrans" cxnId="{9D906F44-4515-4EF6-BCE2-4AE8B180311F}">
      <dgm:prSet/>
      <dgm:spPr/>
      <dgm:t>
        <a:bodyPr/>
        <a:lstStyle/>
        <a:p>
          <a:endParaRPr lang="ru-RU"/>
        </a:p>
      </dgm:t>
    </dgm:pt>
    <dgm:pt modelId="{CA7B6D7B-71F1-4104-AA8C-CA924C777D99}">
      <dgm:prSet phldrT="[Text]" custT="1"/>
      <dgm:spPr>
        <a:solidFill>
          <a:schemeClr val="accent1">
            <a:lumMod val="40000"/>
            <a:lumOff val="60000"/>
          </a:schemeClr>
        </a:solidFill>
      </dgm:spPr>
      <dgm:t>
        <a:bodyPr/>
        <a:lstStyle/>
        <a:p>
          <a:r>
            <a:rPr lang="en-US" sz="2800"/>
            <a:t>PT Động</a:t>
          </a:r>
          <a:endParaRPr lang="ru-RU" sz="2800" dirty="0"/>
        </a:p>
      </dgm:t>
    </dgm:pt>
    <dgm:pt modelId="{0950A0E0-4C5D-4ACB-8C09-4880808F0D05}" type="parTrans" cxnId="{AA6583FA-5680-4DFD-AA07-8034AB9AF9BE}">
      <dgm:prSet custT="1"/>
      <dgm:spPr/>
      <dgm:t>
        <a:bodyPr/>
        <a:lstStyle/>
        <a:p>
          <a:endParaRPr lang="ru-RU" sz="1050">
            <a:solidFill>
              <a:schemeClr val="tx1"/>
            </a:solidFill>
          </a:endParaRPr>
        </a:p>
      </dgm:t>
    </dgm:pt>
    <dgm:pt modelId="{2A5DE646-03E5-4410-8CE4-4FF08305F8AD}" type="sibTrans" cxnId="{AA6583FA-5680-4DFD-AA07-8034AB9AF9BE}">
      <dgm:prSet/>
      <dgm:spPr/>
      <dgm:t>
        <a:bodyPr/>
        <a:lstStyle/>
        <a:p>
          <a:endParaRPr lang="ru-RU"/>
        </a:p>
      </dgm:t>
    </dgm:pt>
    <dgm:pt modelId="{4874EAC0-552F-4BFB-A429-5B1E0348AE7A}">
      <dgm:prSet phldrT="[Text]" custT="1"/>
      <dgm:spPr>
        <a:solidFill>
          <a:schemeClr val="accent1">
            <a:lumMod val="40000"/>
            <a:lumOff val="60000"/>
          </a:schemeClr>
        </a:solidFill>
      </dgm:spPr>
      <dgm:t>
        <a:bodyPr/>
        <a:lstStyle/>
        <a:p>
          <a:r>
            <a:rPr lang="en-US" sz="2800" dirty="0" err="1"/>
            <a:t>Kiểm</a:t>
          </a:r>
          <a:r>
            <a:rPr lang="en-US" sz="2800" dirty="0"/>
            <a:t> </a:t>
          </a:r>
          <a:r>
            <a:rPr lang="en-US" sz="2800" dirty="0" err="1"/>
            <a:t>soát</a:t>
          </a:r>
          <a:r>
            <a:rPr lang="en-US" sz="2800" dirty="0"/>
            <a:t> </a:t>
          </a:r>
          <a:r>
            <a:rPr lang="en-US" sz="2800" dirty="0" err="1"/>
            <a:t>điện</a:t>
          </a:r>
          <a:r>
            <a:rPr lang="en-US" sz="2800" dirty="0"/>
            <a:t> </a:t>
          </a:r>
          <a:r>
            <a:rPr lang="en-US" sz="2800" dirty="0" err="1"/>
            <a:t>thế</a:t>
          </a:r>
          <a:endParaRPr lang="ru-RU" sz="2800" dirty="0"/>
        </a:p>
      </dgm:t>
    </dgm:pt>
    <dgm:pt modelId="{E4E00DFD-C475-48B7-8480-2A3D99C1B5E9}" type="parTrans" cxnId="{A2B90978-4D3F-468D-BEB3-4871CDC7F68C}">
      <dgm:prSet custT="1"/>
      <dgm:spPr/>
      <dgm:t>
        <a:bodyPr/>
        <a:lstStyle/>
        <a:p>
          <a:endParaRPr lang="ru-RU" sz="1050">
            <a:solidFill>
              <a:schemeClr val="tx1"/>
            </a:solidFill>
          </a:endParaRPr>
        </a:p>
      </dgm:t>
    </dgm:pt>
    <dgm:pt modelId="{FAB69C80-74BF-498F-9D4B-2E52E10DB151}" type="sibTrans" cxnId="{A2B90978-4D3F-468D-BEB3-4871CDC7F68C}">
      <dgm:prSet/>
      <dgm:spPr/>
      <dgm:t>
        <a:bodyPr/>
        <a:lstStyle/>
        <a:p>
          <a:endParaRPr lang="ru-RU"/>
        </a:p>
      </dgm:t>
    </dgm:pt>
    <dgm:pt modelId="{2583FCC5-367D-4BAF-8F50-C66B4158B1AF}">
      <dgm:prSet phldrT="[Text]" custT="1"/>
      <dgm:spPr>
        <a:solidFill>
          <a:schemeClr val="accent1">
            <a:lumMod val="40000"/>
            <a:lumOff val="60000"/>
          </a:schemeClr>
        </a:solidFill>
      </dgm:spPr>
      <dgm:t>
        <a:bodyPr/>
        <a:lstStyle/>
        <a:p>
          <a:r>
            <a:rPr lang="en-US" sz="2800" dirty="0" err="1"/>
            <a:t>Kiểm</a:t>
          </a:r>
          <a:r>
            <a:rPr lang="en-US" sz="2800" dirty="0"/>
            <a:t> </a:t>
          </a:r>
          <a:r>
            <a:rPr lang="en-US" sz="2800" dirty="0" err="1"/>
            <a:t>soát</a:t>
          </a:r>
          <a:r>
            <a:rPr lang="en-US" sz="2800" dirty="0"/>
            <a:t> </a:t>
          </a:r>
          <a:r>
            <a:rPr lang="en-US" sz="2800" dirty="0" err="1"/>
            <a:t>dòng</a:t>
          </a:r>
          <a:r>
            <a:rPr lang="en-US" sz="2800" dirty="0"/>
            <a:t> </a:t>
          </a:r>
          <a:endParaRPr lang="ru-RU" sz="2800" dirty="0"/>
        </a:p>
      </dgm:t>
    </dgm:pt>
    <dgm:pt modelId="{99554B52-C16B-4F1C-B69B-B8B1A3F6B5B4}" type="parTrans" cxnId="{3628EC0A-A257-4FDC-8DE8-6BF04CC77FA4}">
      <dgm:prSet custT="1"/>
      <dgm:spPr/>
      <dgm:t>
        <a:bodyPr/>
        <a:lstStyle/>
        <a:p>
          <a:endParaRPr lang="ru-RU" sz="1050">
            <a:solidFill>
              <a:schemeClr val="tx1"/>
            </a:solidFill>
          </a:endParaRPr>
        </a:p>
      </dgm:t>
    </dgm:pt>
    <dgm:pt modelId="{0B566383-6B24-485F-9A23-3CBA57AED620}" type="sibTrans" cxnId="{3628EC0A-A257-4FDC-8DE8-6BF04CC77FA4}">
      <dgm:prSet/>
      <dgm:spPr/>
      <dgm:t>
        <a:bodyPr/>
        <a:lstStyle/>
        <a:p>
          <a:endParaRPr lang="ru-RU"/>
        </a:p>
      </dgm:t>
    </dgm:pt>
    <dgm:pt modelId="{62B876A2-09FC-4B19-9A93-E4AF848477B4}">
      <dgm:prSet phldrT="[Text]" custT="1"/>
      <dgm:spPr>
        <a:solidFill>
          <a:schemeClr val="accent1">
            <a:lumMod val="40000"/>
            <a:lumOff val="60000"/>
          </a:schemeClr>
        </a:solidFill>
      </dgm:spPr>
      <dgm:t>
        <a:bodyPr/>
        <a:lstStyle/>
        <a:p>
          <a:r>
            <a:rPr lang="en-US" sz="2800" dirty="0">
              <a:solidFill>
                <a:srgbClr val="FF0000"/>
              </a:solidFill>
            </a:rPr>
            <a:t>PP </a:t>
          </a:r>
          <a:r>
            <a:rPr lang="en-US" sz="2800" dirty="0" err="1">
              <a:solidFill>
                <a:srgbClr val="FF0000"/>
              </a:solidFill>
            </a:rPr>
            <a:t>Đo</a:t>
          </a:r>
          <a:r>
            <a:rPr lang="en-US" sz="2800" dirty="0">
              <a:solidFill>
                <a:srgbClr val="FF0000"/>
              </a:solidFill>
            </a:rPr>
            <a:t> </a:t>
          </a:r>
          <a:r>
            <a:rPr lang="en-US" sz="2800" dirty="0" err="1">
              <a:solidFill>
                <a:srgbClr val="FF0000"/>
              </a:solidFill>
            </a:rPr>
            <a:t>Điện</a:t>
          </a:r>
          <a:r>
            <a:rPr lang="en-US" sz="2800" dirty="0">
              <a:solidFill>
                <a:srgbClr val="FF0000"/>
              </a:solidFill>
            </a:rPr>
            <a:t> </a:t>
          </a:r>
          <a:r>
            <a:rPr lang="en-US" sz="2800" dirty="0" err="1">
              <a:solidFill>
                <a:srgbClr val="FF0000"/>
              </a:solidFill>
            </a:rPr>
            <a:t>lượng</a:t>
          </a:r>
          <a:endParaRPr lang="ru-RU" sz="2800" dirty="0">
            <a:solidFill>
              <a:srgbClr val="FF0000"/>
            </a:solidFill>
          </a:endParaRPr>
        </a:p>
      </dgm:t>
    </dgm:pt>
    <dgm:pt modelId="{36B5759E-8232-4112-95E4-A68C5C9D3E0C}" type="parTrans" cxnId="{47775B3A-565D-45AE-8342-54EC198AB7B6}">
      <dgm:prSet custT="1"/>
      <dgm:spPr/>
      <dgm:t>
        <a:bodyPr/>
        <a:lstStyle/>
        <a:p>
          <a:endParaRPr lang="ru-RU" sz="1050">
            <a:solidFill>
              <a:schemeClr val="tx1"/>
            </a:solidFill>
          </a:endParaRPr>
        </a:p>
      </dgm:t>
    </dgm:pt>
    <dgm:pt modelId="{591E4D9C-8187-432A-AF7E-BA26A04E4139}" type="sibTrans" cxnId="{47775B3A-565D-45AE-8342-54EC198AB7B6}">
      <dgm:prSet/>
      <dgm:spPr/>
      <dgm:t>
        <a:bodyPr/>
        <a:lstStyle/>
        <a:p>
          <a:endParaRPr lang="ru-RU"/>
        </a:p>
      </dgm:t>
    </dgm:pt>
    <dgm:pt modelId="{0713B12F-D709-4961-B66A-356B90D9A96D}">
      <dgm:prSet phldrT="[Text]" custT="1"/>
      <dgm:spPr>
        <a:solidFill>
          <a:schemeClr val="accent1">
            <a:lumMod val="40000"/>
            <a:lumOff val="60000"/>
          </a:schemeClr>
        </a:solidFill>
      </dgm:spPr>
      <dgm:t>
        <a:bodyPr/>
        <a:lstStyle/>
        <a:p>
          <a:r>
            <a:rPr lang="en-US" sz="2800"/>
            <a:t>Thế thay đổi</a:t>
          </a:r>
          <a:endParaRPr lang="ru-RU" sz="2800" dirty="0"/>
        </a:p>
      </dgm:t>
    </dgm:pt>
    <dgm:pt modelId="{83792606-32F1-4C71-9154-906A84009814}" type="parTrans" cxnId="{5ADA399A-0491-4CBA-B411-D14B464EE89E}">
      <dgm:prSet custT="1"/>
      <dgm:spPr/>
      <dgm:t>
        <a:bodyPr/>
        <a:lstStyle/>
        <a:p>
          <a:endParaRPr lang="ru-RU" sz="1050">
            <a:solidFill>
              <a:schemeClr val="tx1"/>
            </a:solidFill>
          </a:endParaRPr>
        </a:p>
      </dgm:t>
    </dgm:pt>
    <dgm:pt modelId="{23A50607-03C7-45ED-84A8-1B7C49B823C5}" type="sibTrans" cxnId="{5ADA399A-0491-4CBA-B411-D14B464EE89E}">
      <dgm:prSet/>
      <dgm:spPr/>
      <dgm:t>
        <a:bodyPr/>
        <a:lstStyle/>
        <a:p>
          <a:endParaRPr lang="ru-RU"/>
        </a:p>
      </dgm:t>
    </dgm:pt>
    <dgm:pt modelId="{11B54017-F0B4-4A3F-B108-375DE1271D7C}">
      <dgm:prSet phldrT="[Text]" custT="1"/>
      <dgm:spPr>
        <a:solidFill>
          <a:schemeClr val="accent1">
            <a:lumMod val="40000"/>
            <a:lumOff val="60000"/>
          </a:schemeClr>
        </a:solidFill>
      </dgm:spPr>
      <dgm:t>
        <a:bodyPr/>
        <a:lstStyle/>
        <a:p>
          <a:r>
            <a:rPr lang="en-US" sz="2800" dirty="0" err="1"/>
            <a:t>Thế</a:t>
          </a:r>
          <a:r>
            <a:rPr lang="en-US" sz="2800" dirty="0"/>
            <a:t> </a:t>
          </a:r>
          <a:r>
            <a:rPr lang="en-US" sz="2800" dirty="0" err="1"/>
            <a:t>cố</a:t>
          </a:r>
          <a:r>
            <a:rPr lang="en-US" sz="2800" dirty="0"/>
            <a:t> </a:t>
          </a:r>
          <a:r>
            <a:rPr lang="en-US" sz="2800" dirty="0" err="1"/>
            <a:t>định</a:t>
          </a:r>
          <a:endParaRPr lang="ru-RU" sz="2800" dirty="0"/>
        </a:p>
      </dgm:t>
    </dgm:pt>
    <dgm:pt modelId="{75947E03-B886-4894-A4AB-C99437C6D5DB}" type="parTrans" cxnId="{6DE7F3E5-8EB5-4A54-82BD-9651955D5CD2}">
      <dgm:prSet custT="1"/>
      <dgm:spPr/>
      <dgm:t>
        <a:bodyPr/>
        <a:lstStyle/>
        <a:p>
          <a:endParaRPr lang="ru-RU" sz="1050">
            <a:solidFill>
              <a:schemeClr val="tx1"/>
            </a:solidFill>
          </a:endParaRPr>
        </a:p>
      </dgm:t>
    </dgm:pt>
    <dgm:pt modelId="{901306FC-E65B-445F-8FD4-E782ACF95885}" type="sibTrans" cxnId="{6DE7F3E5-8EB5-4A54-82BD-9651955D5CD2}">
      <dgm:prSet/>
      <dgm:spPr/>
      <dgm:t>
        <a:bodyPr/>
        <a:lstStyle/>
        <a:p>
          <a:endParaRPr lang="ru-RU"/>
        </a:p>
      </dgm:t>
    </dgm:pt>
    <dgm:pt modelId="{D1384D6B-C31D-4B81-BA08-0F5718F8E440}">
      <dgm:prSet phldrT="[Text]" custT="1"/>
      <dgm:spPr>
        <a:solidFill>
          <a:schemeClr val="accent1">
            <a:lumMod val="40000"/>
            <a:lumOff val="60000"/>
          </a:schemeClr>
        </a:solidFill>
      </dgm:spPr>
      <dgm:t>
        <a:bodyPr/>
        <a:lstStyle/>
        <a:p>
          <a:r>
            <a:rPr lang="en-US" sz="2800" dirty="0">
              <a:solidFill>
                <a:srgbClr val="FF0000"/>
              </a:solidFill>
            </a:rPr>
            <a:t>PP </a:t>
          </a:r>
          <a:r>
            <a:rPr lang="en-US" sz="2800" dirty="0" err="1">
              <a:solidFill>
                <a:srgbClr val="FF0000"/>
              </a:solidFill>
            </a:rPr>
            <a:t>đo</a:t>
          </a:r>
          <a:r>
            <a:rPr lang="en-US" sz="2800" dirty="0">
              <a:solidFill>
                <a:srgbClr val="FF0000"/>
              </a:solidFill>
            </a:rPr>
            <a:t> </a:t>
          </a:r>
          <a:r>
            <a:rPr lang="en-US" sz="2800" dirty="0" err="1">
              <a:solidFill>
                <a:srgbClr val="FF0000"/>
              </a:solidFill>
            </a:rPr>
            <a:t>Ampe</a:t>
          </a:r>
          <a:endParaRPr lang="ru-RU" sz="2800" dirty="0">
            <a:solidFill>
              <a:srgbClr val="FF0000"/>
            </a:solidFill>
          </a:endParaRPr>
        </a:p>
      </dgm:t>
    </dgm:pt>
    <dgm:pt modelId="{0C9F100C-B99A-4971-ABDB-86EAAE7205D7}" type="parTrans" cxnId="{7E8487F2-46B8-47FC-9286-0F2EF105978F}">
      <dgm:prSet custT="1"/>
      <dgm:spPr/>
      <dgm:t>
        <a:bodyPr/>
        <a:lstStyle/>
        <a:p>
          <a:endParaRPr lang="ru-RU" sz="1050">
            <a:solidFill>
              <a:schemeClr val="tx1"/>
            </a:solidFill>
          </a:endParaRPr>
        </a:p>
      </dgm:t>
    </dgm:pt>
    <dgm:pt modelId="{48B9480E-701A-42E7-ACE4-C5CBDDD796FB}" type="sibTrans" cxnId="{7E8487F2-46B8-47FC-9286-0F2EF105978F}">
      <dgm:prSet/>
      <dgm:spPr/>
      <dgm:t>
        <a:bodyPr/>
        <a:lstStyle/>
        <a:p>
          <a:endParaRPr lang="ru-RU"/>
        </a:p>
      </dgm:t>
    </dgm:pt>
    <dgm:pt modelId="{841FD60A-3A87-4375-B0AB-3511004835B0}">
      <dgm:prSet phldrT="[Text]" custT="1"/>
      <dgm:spPr>
        <a:solidFill>
          <a:schemeClr val="accent1">
            <a:lumMod val="40000"/>
            <a:lumOff val="60000"/>
          </a:schemeClr>
        </a:solidFill>
      </dgm:spPr>
      <dgm:t>
        <a:bodyPr/>
        <a:lstStyle/>
        <a:p>
          <a:r>
            <a:rPr lang="en-US" sz="2800" dirty="0">
              <a:solidFill>
                <a:srgbClr val="FF0000"/>
              </a:solidFill>
            </a:rPr>
            <a:t>PP </a:t>
          </a:r>
          <a:r>
            <a:rPr lang="en-US" sz="2800" dirty="0" err="1">
              <a:solidFill>
                <a:srgbClr val="FF0000"/>
              </a:solidFill>
            </a:rPr>
            <a:t>đo</a:t>
          </a:r>
          <a:r>
            <a:rPr lang="en-US" sz="2800" dirty="0">
              <a:solidFill>
                <a:srgbClr val="FF0000"/>
              </a:solidFill>
            </a:rPr>
            <a:t> </a:t>
          </a:r>
          <a:r>
            <a:rPr lang="en-US" sz="2800" dirty="0" err="1">
              <a:solidFill>
                <a:srgbClr val="FF0000"/>
              </a:solidFill>
            </a:rPr>
            <a:t>Điện</a:t>
          </a:r>
          <a:r>
            <a:rPr lang="en-US" sz="2800" dirty="0">
              <a:solidFill>
                <a:srgbClr val="FF0000"/>
              </a:solidFill>
            </a:rPr>
            <a:t> </a:t>
          </a:r>
          <a:r>
            <a:rPr lang="en-US" sz="2800" dirty="0" err="1">
              <a:solidFill>
                <a:srgbClr val="FF0000"/>
              </a:solidFill>
            </a:rPr>
            <a:t>lượng</a:t>
          </a:r>
          <a:endParaRPr lang="ru-RU" sz="2800" dirty="0">
            <a:solidFill>
              <a:srgbClr val="FF0000"/>
            </a:solidFill>
          </a:endParaRPr>
        </a:p>
      </dgm:t>
    </dgm:pt>
    <dgm:pt modelId="{44884B70-5893-418D-84F1-0EA96A75C21D}" type="parTrans" cxnId="{923384B0-878C-4FF1-B46A-8467F19C04F9}">
      <dgm:prSet custT="1"/>
      <dgm:spPr/>
      <dgm:t>
        <a:bodyPr/>
        <a:lstStyle/>
        <a:p>
          <a:endParaRPr lang="ru-RU" sz="1050">
            <a:solidFill>
              <a:schemeClr val="tx1"/>
            </a:solidFill>
          </a:endParaRPr>
        </a:p>
      </dgm:t>
    </dgm:pt>
    <dgm:pt modelId="{8A7711FD-5016-4B60-A3EF-21A13C0A0FF3}" type="sibTrans" cxnId="{923384B0-878C-4FF1-B46A-8467F19C04F9}">
      <dgm:prSet/>
      <dgm:spPr/>
      <dgm:t>
        <a:bodyPr/>
        <a:lstStyle/>
        <a:p>
          <a:endParaRPr lang="ru-RU"/>
        </a:p>
      </dgm:t>
    </dgm:pt>
    <dgm:pt modelId="{7359D11C-9D95-4263-BB44-92E9E9600965}">
      <dgm:prSet phldrT="[Text]" custT="1"/>
      <dgm:spPr>
        <a:solidFill>
          <a:schemeClr val="accent1">
            <a:lumMod val="40000"/>
            <a:lumOff val="60000"/>
          </a:schemeClr>
        </a:solidFill>
      </dgm:spPr>
      <dgm:t>
        <a:bodyPr/>
        <a:lstStyle/>
        <a:p>
          <a:r>
            <a:rPr lang="en-US" sz="2800" dirty="0">
              <a:solidFill>
                <a:srgbClr val="FF0000"/>
              </a:solidFill>
            </a:rPr>
            <a:t>PP </a:t>
          </a:r>
          <a:r>
            <a:rPr lang="en-US" sz="2800" dirty="0" err="1">
              <a:solidFill>
                <a:srgbClr val="FF0000"/>
              </a:solidFill>
            </a:rPr>
            <a:t>Cực</a:t>
          </a:r>
          <a:r>
            <a:rPr lang="en-US" sz="2800" dirty="0">
              <a:solidFill>
                <a:srgbClr val="FF0000"/>
              </a:solidFill>
            </a:rPr>
            <a:t> </a:t>
          </a:r>
          <a:r>
            <a:rPr lang="en-US" sz="2800" dirty="0" err="1">
              <a:solidFill>
                <a:srgbClr val="FF0000"/>
              </a:solidFill>
            </a:rPr>
            <a:t>phổ</a:t>
          </a:r>
          <a:endParaRPr lang="ru-RU" sz="2800" dirty="0">
            <a:solidFill>
              <a:srgbClr val="FF0000"/>
            </a:solidFill>
          </a:endParaRPr>
        </a:p>
      </dgm:t>
    </dgm:pt>
    <dgm:pt modelId="{C57942AF-5C68-4039-B3F6-4A6185572A54}" type="parTrans" cxnId="{4616ED08-6B4C-46DB-92F6-8BC75760794C}">
      <dgm:prSet custT="1"/>
      <dgm:spPr/>
      <dgm:t>
        <a:bodyPr/>
        <a:lstStyle/>
        <a:p>
          <a:endParaRPr lang="ru-RU" sz="1050">
            <a:solidFill>
              <a:schemeClr val="tx1"/>
            </a:solidFill>
          </a:endParaRPr>
        </a:p>
      </dgm:t>
    </dgm:pt>
    <dgm:pt modelId="{CAAF1314-8B0A-4B52-9E9D-9A5F8BC9B957}" type="sibTrans" cxnId="{4616ED08-6B4C-46DB-92F6-8BC75760794C}">
      <dgm:prSet/>
      <dgm:spPr/>
      <dgm:t>
        <a:bodyPr/>
        <a:lstStyle/>
        <a:p>
          <a:endParaRPr lang="ru-RU"/>
        </a:p>
      </dgm:t>
    </dgm:pt>
    <dgm:pt modelId="{4AFF9140-37F0-4790-B717-00716FAFEA7A}" type="pres">
      <dgm:prSet presAssocID="{6D3430EC-E4FB-456C-B6C0-A7DB5877289F}" presName="Name0" presStyleCnt="0">
        <dgm:presLayoutVars>
          <dgm:chPref val="1"/>
          <dgm:dir/>
          <dgm:animOne val="branch"/>
          <dgm:animLvl val="lvl"/>
          <dgm:resizeHandles val="exact"/>
        </dgm:presLayoutVars>
      </dgm:prSet>
      <dgm:spPr/>
      <dgm:t>
        <a:bodyPr/>
        <a:lstStyle/>
        <a:p>
          <a:endParaRPr lang="en-US"/>
        </a:p>
      </dgm:t>
    </dgm:pt>
    <dgm:pt modelId="{1EAE3B6C-212D-49DB-BF59-B5859420A4D7}" type="pres">
      <dgm:prSet presAssocID="{8E740018-6709-437D-8477-5A54E5DB2274}" presName="root1" presStyleCnt="0"/>
      <dgm:spPr/>
    </dgm:pt>
    <dgm:pt modelId="{B88CF51E-8D54-484D-80A5-E42A5EFD223C}" type="pres">
      <dgm:prSet presAssocID="{8E740018-6709-437D-8477-5A54E5DB2274}" presName="LevelOneTextNode" presStyleLbl="node0" presStyleIdx="0" presStyleCnt="1" custScaleX="113954" custScaleY="237798" custLinFactNeighborX="-1626" custLinFactNeighborY="19544">
        <dgm:presLayoutVars>
          <dgm:chPref val="3"/>
        </dgm:presLayoutVars>
      </dgm:prSet>
      <dgm:spPr/>
      <dgm:t>
        <a:bodyPr/>
        <a:lstStyle/>
        <a:p>
          <a:endParaRPr lang="en-US"/>
        </a:p>
      </dgm:t>
    </dgm:pt>
    <dgm:pt modelId="{E76D6EB3-952A-4908-84CC-A73525269B95}" type="pres">
      <dgm:prSet presAssocID="{8E740018-6709-437D-8477-5A54E5DB2274}" presName="level2hierChild" presStyleCnt="0"/>
      <dgm:spPr/>
    </dgm:pt>
    <dgm:pt modelId="{24F0CCC6-F690-4560-915E-253E347E8A43}" type="pres">
      <dgm:prSet presAssocID="{60ABEF11-2272-460E-8473-380541F81279}" presName="conn2-1" presStyleLbl="parChTrans1D2" presStyleIdx="0" presStyleCnt="2"/>
      <dgm:spPr/>
      <dgm:t>
        <a:bodyPr/>
        <a:lstStyle/>
        <a:p>
          <a:endParaRPr lang="en-US"/>
        </a:p>
      </dgm:t>
    </dgm:pt>
    <dgm:pt modelId="{9FE14FAB-535D-413A-AB7F-43B71706EBD9}" type="pres">
      <dgm:prSet presAssocID="{60ABEF11-2272-460E-8473-380541F81279}" presName="connTx" presStyleLbl="parChTrans1D2" presStyleIdx="0" presStyleCnt="2"/>
      <dgm:spPr/>
      <dgm:t>
        <a:bodyPr/>
        <a:lstStyle/>
        <a:p>
          <a:endParaRPr lang="en-US"/>
        </a:p>
      </dgm:t>
    </dgm:pt>
    <dgm:pt modelId="{1EA1B30A-0B90-40A6-9D09-27ABDF9BEEA9}" type="pres">
      <dgm:prSet presAssocID="{17F538E5-43DC-4672-87AA-711704E6EC91}" presName="root2" presStyleCnt="0"/>
      <dgm:spPr/>
    </dgm:pt>
    <dgm:pt modelId="{6E5E6B21-629C-4859-B895-644DF52B9869}" type="pres">
      <dgm:prSet presAssocID="{17F538E5-43DC-4672-87AA-711704E6EC91}" presName="LevelTwoTextNode" presStyleLbl="node2" presStyleIdx="0" presStyleCnt="2" custScaleY="465481">
        <dgm:presLayoutVars>
          <dgm:chPref val="3"/>
        </dgm:presLayoutVars>
      </dgm:prSet>
      <dgm:spPr/>
      <dgm:t>
        <a:bodyPr/>
        <a:lstStyle/>
        <a:p>
          <a:endParaRPr lang="en-US"/>
        </a:p>
      </dgm:t>
    </dgm:pt>
    <dgm:pt modelId="{E93752BA-B588-48FF-85F6-C01E40FD4853}" type="pres">
      <dgm:prSet presAssocID="{17F538E5-43DC-4672-87AA-711704E6EC91}" presName="level3hierChild" presStyleCnt="0"/>
      <dgm:spPr/>
    </dgm:pt>
    <dgm:pt modelId="{52CF10E5-B6B3-49EB-9F34-1063E9F8F783}" type="pres">
      <dgm:prSet presAssocID="{7FA4496C-BF6E-4627-8CFB-26EE0F41BA65}" presName="conn2-1" presStyleLbl="parChTrans1D3" presStyleIdx="0" presStyleCnt="3"/>
      <dgm:spPr/>
      <dgm:t>
        <a:bodyPr/>
        <a:lstStyle/>
        <a:p>
          <a:endParaRPr lang="en-US"/>
        </a:p>
      </dgm:t>
    </dgm:pt>
    <dgm:pt modelId="{05FB286E-4AF6-4E77-8A20-3F3D39DC2081}" type="pres">
      <dgm:prSet presAssocID="{7FA4496C-BF6E-4627-8CFB-26EE0F41BA65}" presName="connTx" presStyleLbl="parChTrans1D3" presStyleIdx="0" presStyleCnt="3"/>
      <dgm:spPr/>
      <dgm:t>
        <a:bodyPr/>
        <a:lstStyle/>
        <a:p>
          <a:endParaRPr lang="en-US"/>
        </a:p>
      </dgm:t>
    </dgm:pt>
    <dgm:pt modelId="{C2817D33-91B5-45AA-B30A-49AD500CCEF9}" type="pres">
      <dgm:prSet presAssocID="{79CB1B29-F9A2-4949-A82A-0E609B7907A3}" presName="root2" presStyleCnt="0"/>
      <dgm:spPr/>
    </dgm:pt>
    <dgm:pt modelId="{AE1FD431-F75E-4C4A-B235-72E2F91DE1E3}" type="pres">
      <dgm:prSet presAssocID="{79CB1B29-F9A2-4949-A82A-0E609B7907A3}" presName="LevelTwoTextNode" presStyleLbl="node3" presStyleIdx="0" presStyleCnt="3" custScaleX="211350" custScaleY="131991">
        <dgm:presLayoutVars>
          <dgm:chPref val="3"/>
        </dgm:presLayoutVars>
      </dgm:prSet>
      <dgm:spPr/>
      <dgm:t>
        <a:bodyPr/>
        <a:lstStyle/>
        <a:p>
          <a:endParaRPr lang="en-US"/>
        </a:p>
      </dgm:t>
    </dgm:pt>
    <dgm:pt modelId="{FF11F9F2-9531-44B7-A55F-815C5EB04DE4}" type="pres">
      <dgm:prSet presAssocID="{79CB1B29-F9A2-4949-A82A-0E609B7907A3}" presName="level3hierChild" presStyleCnt="0"/>
      <dgm:spPr/>
    </dgm:pt>
    <dgm:pt modelId="{FB3B4E2D-D62E-488C-8CD3-4AF25F9AAEBF}" type="pres">
      <dgm:prSet presAssocID="{98BFAB55-ED88-4DD8-B90B-F2E2AC15CE0C}" presName="conn2-1" presStyleLbl="parChTrans1D2" presStyleIdx="1" presStyleCnt="2"/>
      <dgm:spPr/>
      <dgm:t>
        <a:bodyPr/>
        <a:lstStyle/>
        <a:p>
          <a:endParaRPr lang="en-US"/>
        </a:p>
      </dgm:t>
    </dgm:pt>
    <dgm:pt modelId="{B22E943F-72EB-46DE-8DBB-0BCE5398B18A}" type="pres">
      <dgm:prSet presAssocID="{98BFAB55-ED88-4DD8-B90B-F2E2AC15CE0C}" presName="connTx" presStyleLbl="parChTrans1D2" presStyleIdx="1" presStyleCnt="2"/>
      <dgm:spPr/>
      <dgm:t>
        <a:bodyPr/>
        <a:lstStyle/>
        <a:p>
          <a:endParaRPr lang="en-US"/>
        </a:p>
      </dgm:t>
    </dgm:pt>
    <dgm:pt modelId="{C7660780-80D9-4A47-8BAA-4474722F033A}" type="pres">
      <dgm:prSet presAssocID="{60AB4008-D312-4FA3-A2FD-F98CF677FE2E}" presName="root2" presStyleCnt="0"/>
      <dgm:spPr/>
    </dgm:pt>
    <dgm:pt modelId="{61026A19-46FD-46C8-9965-94FC5CA4E126}" type="pres">
      <dgm:prSet presAssocID="{60AB4008-D312-4FA3-A2FD-F98CF677FE2E}" presName="LevelTwoTextNode" presStyleLbl="node2" presStyleIdx="1" presStyleCnt="2" custScaleX="121837" custScaleY="453406">
        <dgm:presLayoutVars>
          <dgm:chPref val="3"/>
        </dgm:presLayoutVars>
      </dgm:prSet>
      <dgm:spPr/>
      <dgm:t>
        <a:bodyPr/>
        <a:lstStyle/>
        <a:p>
          <a:endParaRPr lang="en-US"/>
        </a:p>
      </dgm:t>
    </dgm:pt>
    <dgm:pt modelId="{E891F284-3A62-4F17-A731-9E3594C0713A}" type="pres">
      <dgm:prSet presAssocID="{60AB4008-D312-4FA3-A2FD-F98CF677FE2E}" presName="level3hierChild" presStyleCnt="0"/>
      <dgm:spPr/>
    </dgm:pt>
    <dgm:pt modelId="{A833F3F0-DA20-4ADF-92CD-DF6DBFC411F0}" type="pres">
      <dgm:prSet presAssocID="{6DFC4C64-C543-45E7-B177-A72DE98BD973}" presName="conn2-1" presStyleLbl="parChTrans1D3" presStyleIdx="1" presStyleCnt="3"/>
      <dgm:spPr/>
      <dgm:t>
        <a:bodyPr/>
        <a:lstStyle/>
        <a:p>
          <a:endParaRPr lang="en-US"/>
        </a:p>
      </dgm:t>
    </dgm:pt>
    <dgm:pt modelId="{9ED6D376-2615-4E8E-9216-F04008BCAB4E}" type="pres">
      <dgm:prSet presAssocID="{6DFC4C64-C543-45E7-B177-A72DE98BD973}" presName="connTx" presStyleLbl="parChTrans1D3" presStyleIdx="1" presStyleCnt="3"/>
      <dgm:spPr/>
      <dgm:t>
        <a:bodyPr/>
        <a:lstStyle/>
        <a:p>
          <a:endParaRPr lang="en-US"/>
        </a:p>
      </dgm:t>
    </dgm:pt>
    <dgm:pt modelId="{752DA300-5776-4550-B37F-81B3B914128A}" type="pres">
      <dgm:prSet presAssocID="{F2AEDA63-EF0B-48AA-BE64-ABD47D387E03}" presName="root2" presStyleCnt="0"/>
      <dgm:spPr/>
    </dgm:pt>
    <dgm:pt modelId="{5C6AFA4B-2C1E-40EA-B70E-12F63B2DE8C6}" type="pres">
      <dgm:prSet presAssocID="{F2AEDA63-EF0B-48AA-BE64-ABD47D387E03}" presName="LevelTwoTextNode" presStyleLbl="node3" presStyleIdx="1" presStyleCnt="3" custScaleY="226425">
        <dgm:presLayoutVars>
          <dgm:chPref val="3"/>
        </dgm:presLayoutVars>
      </dgm:prSet>
      <dgm:spPr/>
      <dgm:t>
        <a:bodyPr/>
        <a:lstStyle/>
        <a:p>
          <a:endParaRPr lang="en-US"/>
        </a:p>
      </dgm:t>
    </dgm:pt>
    <dgm:pt modelId="{AC3627FF-1C43-4015-9DDA-654B3A53379B}" type="pres">
      <dgm:prSet presAssocID="{F2AEDA63-EF0B-48AA-BE64-ABD47D387E03}" presName="level3hierChild" presStyleCnt="0"/>
      <dgm:spPr/>
    </dgm:pt>
    <dgm:pt modelId="{27158C41-CE25-41F6-BC65-E423DE7FB8E4}" type="pres">
      <dgm:prSet presAssocID="{2F0F3AB1-9D1D-42BD-9305-AE9DF1970DC4}" presName="conn2-1" presStyleLbl="parChTrans1D4" presStyleIdx="0" presStyleCnt="11"/>
      <dgm:spPr/>
      <dgm:t>
        <a:bodyPr/>
        <a:lstStyle/>
        <a:p>
          <a:endParaRPr lang="en-US"/>
        </a:p>
      </dgm:t>
    </dgm:pt>
    <dgm:pt modelId="{E77EEE64-3CF4-41C0-84CC-B9EAAC40949F}" type="pres">
      <dgm:prSet presAssocID="{2F0F3AB1-9D1D-42BD-9305-AE9DF1970DC4}" presName="connTx" presStyleLbl="parChTrans1D4" presStyleIdx="0" presStyleCnt="11"/>
      <dgm:spPr/>
      <dgm:t>
        <a:bodyPr/>
        <a:lstStyle/>
        <a:p>
          <a:endParaRPr lang="en-US"/>
        </a:p>
      </dgm:t>
    </dgm:pt>
    <dgm:pt modelId="{348A15DB-33D9-45E1-8D02-DAF0C8DB97A6}" type="pres">
      <dgm:prSet presAssocID="{7B21AE44-0E08-41D4-929F-58A484A0865E}" presName="root2" presStyleCnt="0"/>
      <dgm:spPr/>
    </dgm:pt>
    <dgm:pt modelId="{59CB55B5-F01F-4932-BB76-39A836B81421}" type="pres">
      <dgm:prSet presAssocID="{7B21AE44-0E08-41D4-929F-58A484A0865E}" presName="LevelTwoTextNode" presStyleLbl="node4" presStyleIdx="0" presStyleCnt="11" custScaleY="191013">
        <dgm:presLayoutVars>
          <dgm:chPref val="3"/>
        </dgm:presLayoutVars>
      </dgm:prSet>
      <dgm:spPr/>
      <dgm:t>
        <a:bodyPr/>
        <a:lstStyle/>
        <a:p>
          <a:endParaRPr lang="en-US"/>
        </a:p>
      </dgm:t>
    </dgm:pt>
    <dgm:pt modelId="{29A21B12-7544-46B2-B4DA-7BC11BA26F14}" type="pres">
      <dgm:prSet presAssocID="{7B21AE44-0E08-41D4-929F-58A484A0865E}" presName="level3hierChild" presStyleCnt="0"/>
      <dgm:spPr/>
    </dgm:pt>
    <dgm:pt modelId="{C19494BD-2E24-411D-B791-86E44ED71A06}" type="pres">
      <dgm:prSet presAssocID="{7302DA83-0C69-4CD7-B174-591D0207ADBF}" presName="conn2-1" presStyleLbl="parChTrans1D4" presStyleIdx="1" presStyleCnt="11"/>
      <dgm:spPr/>
      <dgm:t>
        <a:bodyPr/>
        <a:lstStyle/>
        <a:p>
          <a:endParaRPr lang="en-US"/>
        </a:p>
      </dgm:t>
    </dgm:pt>
    <dgm:pt modelId="{32697E19-DC4F-4319-B250-110E3675B025}" type="pres">
      <dgm:prSet presAssocID="{7302DA83-0C69-4CD7-B174-591D0207ADBF}" presName="connTx" presStyleLbl="parChTrans1D4" presStyleIdx="1" presStyleCnt="11"/>
      <dgm:spPr/>
      <dgm:t>
        <a:bodyPr/>
        <a:lstStyle/>
        <a:p>
          <a:endParaRPr lang="en-US"/>
        </a:p>
      </dgm:t>
    </dgm:pt>
    <dgm:pt modelId="{ED9EF9F2-266D-4658-BD88-00A11E0DF968}" type="pres">
      <dgm:prSet presAssocID="{203B3C53-4D51-40C1-86E9-F7F7A8B01405}" presName="root2" presStyleCnt="0"/>
      <dgm:spPr/>
    </dgm:pt>
    <dgm:pt modelId="{B8AD5B39-7D19-4317-9755-D26C89797DCB}" type="pres">
      <dgm:prSet presAssocID="{203B3C53-4D51-40C1-86E9-F7F7A8B01405}" presName="LevelTwoTextNode" presStyleLbl="node4" presStyleIdx="1" presStyleCnt="11" custScaleX="132024" custScaleY="126230" custLinFactY="-45550" custLinFactNeighborX="-2201" custLinFactNeighborY="-100000">
        <dgm:presLayoutVars>
          <dgm:chPref val="3"/>
        </dgm:presLayoutVars>
      </dgm:prSet>
      <dgm:spPr/>
      <dgm:t>
        <a:bodyPr/>
        <a:lstStyle/>
        <a:p>
          <a:endParaRPr lang="en-US"/>
        </a:p>
      </dgm:t>
    </dgm:pt>
    <dgm:pt modelId="{F394DCFF-1412-457C-A7C9-9DEFA4ECE89D}" type="pres">
      <dgm:prSet presAssocID="{203B3C53-4D51-40C1-86E9-F7F7A8B01405}" presName="level3hierChild" presStyleCnt="0"/>
      <dgm:spPr/>
    </dgm:pt>
    <dgm:pt modelId="{457F2009-5956-42AD-90A8-A5A7BB183368}" type="pres">
      <dgm:prSet presAssocID="{72DB2E24-FEBF-42F6-AD59-092D2401793A}" presName="conn2-1" presStyleLbl="parChTrans1D4" presStyleIdx="2" presStyleCnt="11"/>
      <dgm:spPr/>
      <dgm:t>
        <a:bodyPr/>
        <a:lstStyle/>
        <a:p>
          <a:endParaRPr lang="en-US"/>
        </a:p>
      </dgm:t>
    </dgm:pt>
    <dgm:pt modelId="{41914CB2-D9E7-4526-A626-B17C8012F0F4}" type="pres">
      <dgm:prSet presAssocID="{72DB2E24-FEBF-42F6-AD59-092D2401793A}" presName="connTx" presStyleLbl="parChTrans1D4" presStyleIdx="2" presStyleCnt="11"/>
      <dgm:spPr/>
      <dgm:t>
        <a:bodyPr/>
        <a:lstStyle/>
        <a:p>
          <a:endParaRPr lang="en-US"/>
        </a:p>
      </dgm:t>
    </dgm:pt>
    <dgm:pt modelId="{BAAA22DF-A8AD-47BA-B6EC-2C0942D4E004}" type="pres">
      <dgm:prSet presAssocID="{E6F055F4-3F65-42C2-ABFA-B6F0BA592871}" presName="root2" presStyleCnt="0"/>
      <dgm:spPr/>
    </dgm:pt>
    <dgm:pt modelId="{9C3F1F21-09D0-4B36-83FB-9CDCE3B49F8E}" type="pres">
      <dgm:prSet presAssocID="{E6F055F4-3F65-42C2-ABFA-B6F0BA592871}" presName="LevelTwoTextNode" presStyleLbl="node4" presStyleIdx="2" presStyleCnt="11" custScaleX="232779" custScaleY="85416" custLinFactNeighborX="-6832" custLinFactNeighborY="-37901">
        <dgm:presLayoutVars>
          <dgm:chPref val="3"/>
        </dgm:presLayoutVars>
      </dgm:prSet>
      <dgm:spPr/>
      <dgm:t>
        <a:bodyPr/>
        <a:lstStyle/>
        <a:p>
          <a:endParaRPr lang="en-US"/>
        </a:p>
      </dgm:t>
    </dgm:pt>
    <dgm:pt modelId="{00AD15DD-FFC4-4618-A703-0B73C894204E}" type="pres">
      <dgm:prSet presAssocID="{E6F055F4-3F65-42C2-ABFA-B6F0BA592871}" presName="level3hierChild" presStyleCnt="0"/>
      <dgm:spPr/>
    </dgm:pt>
    <dgm:pt modelId="{B3F7B75D-82B7-4C4A-BDFE-CA808E2ACD0F}" type="pres">
      <dgm:prSet presAssocID="{0950A0E0-4C5D-4ACB-8C09-4880808F0D05}" presName="conn2-1" presStyleLbl="parChTrans1D3" presStyleIdx="2" presStyleCnt="3"/>
      <dgm:spPr/>
      <dgm:t>
        <a:bodyPr/>
        <a:lstStyle/>
        <a:p>
          <a:endParaRPr lang="en-US"/>
        </a:p>
      </dgm:t>
    </dgm:pt>
    <dgm:pt modelId="{7527D679-A22D-4703-8C59-383DF643DCAB}" type="pres">
      <dgm:prSet presAssocID="{0950A0E0-4C5D-4ACB-8C09-4880808F0D05}" presName="connTx" presStyleLbl="parChTrans1D3" presStyleIdx="2" presStyleCnt="3"/>
      <dgm:spPr/>
      <dgm:t>
        <a:bodyPr/>
        <a:lstStyle/>
        <a:p>
          <a:endParaRPr lang="en-US"/>
        </a:p>
      </dgm:t>
    </dgm:pt>
    <dgm:pt modelId="{DD719036-0A94-4124-AFBA-E9BAF6B082F7}" type="pres">
      <dgm:prSet presAssocID="{CA7B6D7B-71F1-4104-AA8C-CA924C777D99}" presName="root2" presStyleCnt="0"/>
      <dgm:spPr/>
    </dgm:pt>
    <dgm:pt modelId="{BCD877DA-75F7-4AF8-BAF1-F7AAEB3CA6B0}" type="pres">
      <dgm:prSet presAssocID="{CA7B6D7B-71F1-4104-AA8C-CA924C777D99}" presName="LevelTwoTextNode" presStyleLbl="node3" presStyleIdx="2" presStyleCnt="3" custScaleY="254361">
        <dgm:presLayoutVars>
          <dgm:chPref val="3"/>
        </dgm:presLayoutVars>
      </dgm:prSet>
      <dgm:spPr/>
      <dgm:t>
        <a:bodyPr/>
        <a:lstStyle/>
        <a:p>
          <a:endParaRPr lang="en-US"/>
        </a:p>
      </dgm:t>
    </dgm:pt>
    <dgm:pt modelId="{EA349E18-59F6-4BFD-8997-F1B57C1B6418}" type="pres">
      <dgm:prSet presAssocID="{CA7B6D7B-71F1-4104-AA8C-CA924C777D99}" presName="level3hierChild" presStyleCnt="0"/>
      <dgm:spPr/>
    </dgm:pt>
    <dgm:pt modelId="{397EE735-AD22-4C23-B430-7E9CBA077D02}" type="pres">
      <dgm:prSet presAssocID="{E4E00DFD-C475-48B7-8480-2A3D99C1B5E9}" presName="conn2-1" presStyleLbl="parChTrans1D4" presStyleIdx="3" presStyleCnt="11"/>
      <dgm:spPr/>
      <dgm:t>
        <a:bodyPr/>
        <a:lstStyle/>
        <a:p>
          <a:endParaRPr lang="en-US"/>
        </a:p>
      </dgm:t>
    </dgm:pt>
    <dgm:pt modelId="{C56E3CC2-EE53-4812-A0FA-28F049D6C5DC}" type="pres">
      <dgm:prSet presAssocID="{E4E00DFD-C475-48B7-8480-2A3D99C1B5E9}" presName="connTx" presStyleLbl="parChTrans1D4" presStyleIdx="3" presStyleCnt="11"/>
      <dgm:spPr/>
      <dgm:t>
        <a:bodyPr/>
        <a:lstStyle/>
        <a:p>
          <a:endParaRPr lang="en-US"/>
        </a:p>
      </dgm:t>
    </dgm:pt>
    <dgm:pt modelId="{3E33B62C-97A5-4136-9065-D358C1EC3846}" type="pres">
      <dgm:prSet presAssocID="{4874EAC0-552F-4BFB-A429-5B1E0348AE7A}" presName="root2" presStyleCnt="0"/>
      <dgm:spPr/>
    </dgm:pt>
    <dgm:pt modelId="{5E8A1A1E-9FDA-4D4E-9DF5-54027F1C9A0A}" type="pres">
      <dgm:prSet presAssocID="{4874EAC0-552F-4BFB-A429-5B1E0348AE7A}" presName="LevelTwoTextNode" presStyleLbl="node4" presStyleIdx="3" presStyleCnt="11" custScaleY="279732">
        <dgm:presLayoutVars>
          <dgm:chPref val="3"/>
        </dgm:presLayoutVars>
      </dgm:prSet>
      <dgm:spPr/>
      <dgm:t>
        <a:bodyPr/>
        <a:lstStyle/>
        <a:p>
          <a:endParaRPr lang="en-US"/>
        </a:p>
      </dgm:t>
    </dgm:pt>
    <dgm:pt modelId="{2AA7B76C-C6D9-4381-89D2-789F58D1FFD5}" type="pres">
      <dgm:prSet presAssocID="{4874EAC0-552F-4BFB-A429-5B1E0348AE7A}" presName="level3hierChild" presStyleCnt="0"/>
      <dgm:spPr/>
    </dgm:pt>
    <dgm:pt modelId="{75A6CAC3-4A41-4660-9BC9-A0F67D1823CA}" type="pres">
      <dgm:prSet presAssocID="{83792606-32F1-4C71-9154-906A84009814}" presName="conn2-1" presStyleLbl="parChTrans1D4" presStyleIdx="4" presStyleCnt="11"/>
      <dgm:spPr/>
      <dgm:t>
        <a:bodyPr/>
        <a:lstStyle/>
        <a:p>
          <a:endParaRPr lang="en-US"/>
        </a:p>
      </dgm:t>
    </dgm:pt>
    <dgm:pt modelId="{AD1BFB90-8409-4AF0-9590-D9A375BA7799}" type="pres">
      <dgm:prSet presAssocID="{83792606-32F1-4C71-9154-906A84009814}" presName="connTx" presStyleLbl="parChTrans1D4" presStyleIdx="4" presStyleCnt="11"/>
      <dgm:spPr/>
      <dgm:t>
        <a:bodyPr/>
        <a:lstStyle/>
        <a:p>
          <a:endParaRPr lang="en-US"/>
        </a:p>
      </dgm:t>
    </dgm:pt>
    <dgm:pt modelId="{0ED4D5A8-7522-497C-BC87-E0791F9C98E8}" type="pres">
      <dgm:prSet presAssocID="{0713B12F-D709-4961-B66A-356B90D9A96D}" presName="root2" presStyleCnt="0"/>
      <dgm:spPr/>
    </dgm:pt>
    <dgm:pt modelId="{DCD0B20A-2933-43B5-815F-28B0F76438E3}" type="pres">
      <dgm:prSet presAssocID="{0713B12F-D709-4961-B66A-356B90D9A96D}" presName="LevelTwoTextNode" presStyleLbl="node4" presStyleIdx="4" presStyleCnt="11" custScaleY="155899">
        <dgm:presLayoutVars>
          <dgm:chPref val="3"/>
        </dgm:presLayoutVars>
      </dgm:prSet>
      <dgm:spPr/>
      <dgm:t>
        <a:bodyPr/>
        <a:lstStyle/>
        <a:p>
          <a:endParaRPr lang="en-US"/>
        </a:p>
      </dgm:t>
    </dgm:pt>
    <dgm:pt modelId="{F4B732F3-A5DF-4AD6-AEE4-1E0B78F3808E}" type="pres">
      <dgm:prSet presAssocID="{0713B12F-D709-4961-B66A-356B90D9A96D}" presName="level3hierChild" presStyleCnt="0"/>
      <dgm:spPr/>
    </dgm:pt>
    <dgm:pt modelId="{607BE743-82BD-4E46-BA9A-715AD33365B6}" type="pres">
      <dgm:prSet presAssocID="{C57942AF-5C68-4039-B3F6-4A6185572A54}" presName="conn2-1" presStyleLbl="parChTrans1D4" presStyleIdx="5" presStyleCnt="11"/>
      <dgm:spPr/>
      <dgm:t>
        <a:bodyPr/>
        <a:lstStyle/>
        <a:p>
          <a:endParaRPr lang="en-US"/>
        </a:p>
      </dgm:t>
    </dgm:pt>
    <dgm:pt modelId="{236C3612-5B14-4EE1-B174-A9A5A8DB32AF}" type="pres">
      <dgm:prSet presAssocID="{C57942AF-5C68-4039-B3F6-4A6185572A54}" presName="connTx" presStyleLbl="parChTrans1D4" presStyleIdx="5" presStyleCnt="11"/>
      <dgm:spPr/>
      <dgm:t>
        <a:bodyPr/>
        <a:lstStyle/>
        <a:p>
          <a:endParaRPr lang="en-US"/>
        </a:p>
      </dgm:t>
    </dgm:pt>
    <dgm:pt modelId="{7EA96994-C2D2-455C-85B8-E9EEAFF16B76}" type="pres">
      <dgm:prSet presAssocID="{7359D11C-9D95-4263-BB44-92E9E9600965}" presName="root2" presStyleCnt="0"/>
      <dgm:spPr/>
    </dgm:pt>
    <dgm:pt modelId="{51E02E26-8924-4629-96BE-E55640F9667C}" type="pres">
      <dgm:prSet presAssocID="{7359D11C-9D95-4263-BB44-92E9E9600965}" presName="LevelTwoTextNode" presStyleLbl="node4" presStyleIdx="5" presStyleCnt="11" custScaleY="184098">
        <dgm:presLayoutVars>
          <dgm:chPref val="3"/>
        </dgm:presLayoutVars>
      </dgm:prSet>
      <dgm:spPr/>
      <dgm:t>
        <a:bodyPr/>
        <a:lstStyle/>
        <a:p>
          <a:endParaRPr lang="en-US"/>
        </a:p>
      </dgm:t>
    </dgm:pt>
    <dgm:pt modelId="{912357D2-A0CE-460C-89A3-C1712315375D}" type="pres">
      <dgm:prSet presAssocID="{7359D11C-9D95-4263-BB44-92E9E9600965}" presName="level3hierChild" presStyleCnt="0"/>
      <dgm:spPr/>
    </dgm:pt>
    <dgm:pt modelId="{C7DECDB2-316C-4B00-87AA-0096552935EB}" type="pres">
      <dgm:prSet presAssocID="{75947E03-B886-4894-A4AB-C99437C6D5DB}" presName="conn2-1" presStyleLbl="parChTrans1D4" presStyleIdx="6" presStyleCnt="11"/>
      <dgm:spPr/>
      <dgm:t>
        <a:bodyPr/>
        <a:lstStyle/>
        <a:p>
          <a:endParaRPr lang="en-US"/>
        </a:p>
      </dgm:t>
    </dgm:pt>
    <dgm:pt modelId="{E2D0599B-0E51-4D3D-BD4C-2EA4D51E7F98}" type="pres">
      <dgm:prSet presAssocID="{75947E03-B886-4894-A4AB-C99437C6D5DB}" presName="connTx" presStyleLbl="parChTrans1D4" presStyleIdx="6" presStyleCnt="11"/>
      <dgm:spPr/>
      <dgm:t>
        <a:bodyPr/>
        <a:lstStyle/>
        <a:p>
          <a:endParaRPr lang="en-US"/>
        </a:p>
      </dgm:t>
    </dgm:pt>
    <dgm:pt modelId="{B1389E7B-4D2E-4A9E-A661-FDB612B02CFD}" type="pres">
      <dgm:prSet presAssocID="{11B54017-F0B4-4A3F-B108-375DE1271D7C}" presName="root2" presStyleCnt="0"/>
      <dgm:spPr/>
    </dgm:pt>
    <dgm:pt modelId="{148551A8-5CB2-4A4D-BF07-35849578E41D}" type="pres">
      <dgm:prSet presAssocID="{11B54017-F0B4-4A3F-B108-375DE1271D7C}" presName="LevelTwoTextNode" presStyleLbl="node4" presStyleIdx="6" presStyleCnt="11" custScaleY="190234">
        <dgm:presLayoutVars>
          <dgm:chPref val="3"/>
        </dgm:presLayoutVars>
      </dgm:prSet>
      <dgm:spPr/>
      <dgm:t>
        <a:bodyPr/>
        <a:lstStyle/>
        <a:p>
          <a:endParaRPr lang="en-US"/>
        </a:p>
      </dgm:t>
    </dgm:pt>
    <dgm:pt modelId="{25F06BDE-4C2A-4BF1-B34B-879222107E3E}" type="pres">
      <dgm:prSet presAssocID="{11B54017-F0B4-4A3F-B108-375DE1271D7C}" presName="level3hierChild" presStyleCnt="0"/>
      <dgm:spPr/>
    </dgm:pt>
    <dgm:pt modelId="{8F9CA32B-BF8E-4641-B227-30734E490606}" type="pres">
      <dgm:prSet presAssocID="{0C9F100C-B99A-4971-ABDB-86EAAE7205D7}" presName="conn2-1" presStyleLbl="parChTrans1D4" presStyleIdx="7" presStyleCnt="11"/>
      <dgm:spPr/>
      <dgm:t>
        <a:bodyPr/>
        <a:lstStyle/>
        <a:p>
          <a:endParaRPr lang="en-US"/>
        </a:p>
      </dgm:t>
    </dgm:pt>
    <dgm:pt modelId="{5ADB9E71-0238-4648-ACA3-BD7FC960817A}" type="pres">
      <dgm:prSet presAssocID="{0C9F100C-B99A-4971-ABDB-86EAAE7205D7}" presName="connTx" presStyleLbl="parChTrans1D4" presStyleIdx="7" presStyleCnt="11"/>
      <dgm:spPr/>
      <dgm:t>
        <a:bodyPr/>
        <a:lstStyle/>
        <a:p>
          <a:endParaRPr lang="en-US"/>
        </a:p>
      </dgm:t>
    </dgm:pt>
    <dgm:pt modelId="{5B5004D9-1112-4ABA-9EB3-2257C31317DF}" type="pres">
      <dgm:prSet presAssocID="{D1384D6B-C31D-4B81-BA08-0F5718F8E440}" presName="root2" presStyleCnt="0"/>
      <dgm:spPr/>
    </dgm:pt>
    <dgm:pt modelId="{B7918C06-1DA1-4848-AD70-19B40D17DBF9}" type="pres">
      <dgm:prSet presAssocID="{D1384D6B-C31D-4B81-BA08-0F5718F8E440}" presName="LevelTwoTextNode" presStyleLbl="node4" presStyleIdx="7" presStyleCnt="11" custScaleY="188468">
        <dgm:presLayoutVars>
          <dgm:chPref val="3"/>
        </dgm:presLayoutVars>
      </dgm:prSet>
      <dgm:spPr/>
      <dgm:t>
        <a:bodyPr/>
        <a:lstStyle/>
        <a:p>
          <a:endParaRPr lang="en-US"/>
        </a:p>
      </dgm:t>
    </dgm:pt>
    <dgm:pt modelId="{2F33576A-3AE1-468D-9D40-A8DD883F09A7}" type="pres">
      <dgm:prSet presAssocID="{D1384D6B-C31D-4B81-BA08-0F5718F8E440}" presName="level3hierChild" presStyleCnt="0"/>
      <dgm:spPr/>
    </dgm:pt>
    <dgm:pt modelId="{4E79A446-1466-4D5A-8D52-1E49D73F6641}" type="pres">
      <dgm:prSet presAssocID="{44884B70-5893-418D-84F1-0EA96A75C21D}" presName="conn2-1" presStyleLbl="parChTrans1D4" presStyleIdx="8" presStyleCnt="11"/>
      <dgm:spPr/>
      <dgm:t>
        <a:bodyPr/>
        <a:lstStyle/>
        <a:p>
          <a:endParaRPr lang="en-US"/>
        </a:p>
      </dgm:t>
    </dgm:pt>
    <dgm:pt modelId="{0BAA452E-DFB1-49D2-8014-A4A73451BFBC}" type="pres">
      <dgm:prSet presAssocID="{44884B70-5893-418D-84F1-0EA96A75C21D}" presName="connTx" presStyleLbl="parChTrans1D4" presStyleIdx="8" presStyleCnt="11"/>
      <dgm:spPr/>
      <dgm:t>
        <a:bodyPr/>
        <a:lstStyle/>
        <a:p>
          <a:endParaRPr lang="en-US"/>
        </a:p>
      </dgm:t>
    </dgm:pt>
    <dgm:pt modelId="{D151EF25-386A-473E-8229-B88F057E6994}" type="pres">
      <dgm:prSet presAssocID="{841FD60A-3A87-4375-B0AB-3511004835B0}" presName="root2" presStyleCnt="0"/>
      <dgm:spPr/>
    </dgm:pt>
    <dgm:pt modelId="{B55ED640-66B9-4CDD-82C2-395551E5B544}" type="pres">
      <dgm:prSet presAssocID="{841FD60A-3A87-4375-B0AB-3511004835B0}" presName="LevelTwoTextNode" presStyleLbl="node4" presStyleIdx="8" presStyleCnt="11" custScaleX="89710" custScaleY="313123" custLinFactNeighborX="519" custLinFactNeighborY="68953">
        <dgm:presLayoutVars>
          <dgm:chPref val="3"/>
        </dgm:presLayoutVars>
      </dgm:prSet>
      <dgm:spPr/>
      <dgm:t>
        <a:bodyPr/>
        <a:lstStyle/>
        <a:p>
          <a:endParaRPr lang="en-US"/>
        </a:p>
      </dgm:t>
    </dgm:pt>
    <dgm:pt modelId="{A8429BF4-C365-4BCB-8E55-A8F1E9C95B83}" type="pres">
      <dgm:prSet presAssocID="{841FD60A-3A87-4375-B0AB-3511004835B0}" presName="level3hierChild" presStyleCnt="0"/>
      <dgm:spPr/>
    </dgm:pt>
    <dgm:pt modelId="{D8DC187F-F01C-424D-8EE4-C1A833F94A14}" type="pres">
      <dgm:prSet presAssocID="{99554B52-C16B-4F1C-B69B-B8B1A3F6B5B4}" presName="conn2-1" presStyleLbl="parChTrans1D4" presStyleIdx="9" presStyleCnt="11"/>
      <dgm:spPr/>
      <dgm:t>
        <a:bodyPr/>
        <a:lstStyle/>
        <a:p>
          <a:endParaRPr lang="en-US"/>
        </a:p>
      </dgm:t>
    </dgm:pt>
    <dgm:pt modelId="{980699BF-0B19-4214-8A19-AB574E378EFF}" type="pres">
      <dgm:prSet presAssocID="{99554B52-C16B-4F1C-B69B-B8B1A3F6B5B4}" presName="connTx" presStyleLbl="parChTrans1D4" presStyleIdx="9" presStyleCnt="11"/>
      <dgm:spPr/>
      <dgm:t>
        <a:bodyPr/>
        <a:lstStyle/>
        <a:p>
          <a:endParaRPr lang="en-US"/>
        </a:p>
      </dgm:t>
    </dgm:pt>
    <dgm:pt modelId="{5665750E-C04A-4562-9CD6-AEA779339D21}" type="pres">
      <dgm:prSet presAssocID="{2583FCC5-367D-4BAF-8F50-C66B4158B1AF}" presName="root2" presStyleCnt="0"/>
      <dgm:spPr/>
    </dgm:pt>
    <dgm:pt modelId="{AADF2D55-6422-44B7-A6EC-9C799D3A82DA}" type="pres">
      <dgm:prSet presAssocID="{2583FCC5-367D-4BAF-8F50-C66B4158B1AF}" presName="LevelTwoTextNode" presStyleLbl="node4" presStyleIdx="9" presStyleCnt="11" custScaleY="254935" custLinFactY="-21594" custLinFactNeighborX="-1598" custLinFactNeighborY="-100000">
        <dgm:presLayoutVars>
          <dgm:chPref val="3"/>
        </dgm:presLayoutVars>
      </dgm:prSet>
      <dgm:spPr/>
      <dgm:t>
        <a:bodyPr/>
        <a:lstStyle/>
        <a:p>
          <a:endParaRPr lang="en-US"/>
        </a:p>
      </dgm:t>
    </dgm:pt>
    <dgm:pt modelId="{84377DF3-23C6-4442-A6B7-62892EE4E0B8}" type="pres">
      <dgm:prSet presAssocID="{2583FCC5-367D-4BAF-8F50-C66B4158B1AF}" presName="level3hierChild" presStyleCnt="0"/>
      <dgm:spPr/>
    </dgm:pt>
    <dgm:pt modelId="{F31ACD4E-9DCD-4ED0-8B1A-34F3D62511D4}" type="pres">
      <dgm:prSet presAssocID="{36B5759E-8232-4112-95E4-A68C5C9D3E0C}" presName="conn2-1" presStyleLbl="parChTrans1D4" presStyleIdx="10" presStyleCnt="11"/>
      <dgm:spPr/>
      <dgm:t>
        <a:bodyPr/>
        <a:lstStyle/>
        <a:p>
          <a:endParaRPr lang="en-US"/>
        </a:p>
      </dgm:t>
    </dgm:pt>
    <dgm:pt modelId="{DFA982C3-41BE-45D2-8656-F407D54C35A1}" type="pres">
      <dgm:prSet presAssocID="{36B5759E-8232-4112-95E4-A68C5C9D3E0C}" presName="connTx" presStyleLbl="parChTrans1D4" presStyleIdx="10" presStyleCnt="11"/>
      <dgm:spPr/>
      <dgm:t>
        <a:bodyPr/>
        <a:lstStyle/>
        <a:p>
          <a:endParaRPr lang="en-US"/>
        </a:p>
      </dgm:t>
    </dgm:pt>
    <dgm:pt modelId="{43A62481-E5E9-4D37-8239-4EBE69805199}" type="pres">
      <dgm:prSet presAssocID="{62B876A2-09FC-4B19-9A93-E4AF848477B4}" presName="root2" presStyleCnt="0"/>
      <dgm:spPr/>
    </dgm:pt>
    <dgm:pt modelId="{D1CE1B29-765F-42B0-93C0-658682F88013}" type="pres">
      <dgm:prSet presAssocID="{62B876A2-09FC-4B19-9A93-E4AF848477B4}" presName="LevelTwoTextNode" presStyleLbl="node4" presStyleIdx="10" presStyleCnt="11" custScaleX="124523" custScaleY="171554" custLinFactNeighborX="-12815" custLinFactNeighborY="-78903">
        <dgm:presLayoutVars>
          <dgm:chPref val="3"/>
        </dgm:presLayoutVars>
      </dgm:prSet>
      <dgm:spPr/>
      <dgm:t>
        <a:bodyPr/>
        <a:lstStyle/>
        <a:p>
          <a:endParaRPr lang="en-US"/>
        </a:p>
      </dgm:t>
    </dgm:pt>
    <dgm:pt modelId="{F74D4E29-A2C6-4988-99CD-7630FAF4CEC3}" type="pres">
      <dgm:prSet presAssocID="{62B876A2-09FC-4B19-9A93-E4AF848477B4}" presName="level3hierChild" presStyleCnt="0"/>
      <dgm:spPr/>
    </dgm:pt>
  </dgm:ptLst>
  <dgm:cxnLst>
    <dgm:cxn modelId="{A2B90978-4D3F-468D-BEB3-4871CDC7F68C}" srcId="{CA7B6D7B-71F1-4104-AA8C-CA924C777D99}" destId="{4874EAC0-552F-4BFB-A429-5B1E0348AE7A}" srcOrd="0" destOrd="0" parTransId="{E4E00DFD-C475-48B7-8480-2A3D99C1B5E9}" sibTransId="{FAB69C80-74BF-498F-9D4B-2E52E10DB151}"/>
    <dgm:cxn modelId="{BA1AC732-BE07-4A49-B2F5-7C745E4AF751}" type="presOf" srcId="{17F538E5-43DC-4672-87AA-711704E6EC91}" destId="{6E5E6B21-629C-4859-B895-644DF52B9869}" srcOrd="0" destOrd="0" presId="urn:microsoft.com/office/officeart/2008/layout/HorizontalMultiLevelHierarchy"/>
    <dgm:cxn modelId="{BE3DA3E8-18E4-4A34-90EF-97291E0556BE}" srcId="{60AB4008-D312-4FA3-A2FD-F98CF677FE2E}" destId="{F2AEDA63-EF0B-48AA-BE64-ABD47D387E03}" srcOrd="0" destOrd="0" parTransId="{6DFC4C64-C543-45E7-B177-A72DE98BD973}" sibTransId="{F2AE76A4-C5CE-49B6-9723-7AD96C464B81}"/>
    <dgm:cxn modelId="{38D94C7D-3CE6-43D4-97C9-D5E6C2BEE664}" type="presOf" srcId="{62B876A2-09FC-4B19-9A93-E4AF848477B4}" destId="{D1CE1B29-765F-42B0-93C0-658682F88013}" srcOrd="0" destOrd="0" presId="urn:microsoft.com/office/officeart/2008/layout/HorizontalMultiLevelHierarchy"/>
    <dgm:cxn modelId="{0BD5222B-1136-42D4-B59F-394DFA46D887}" type="presOf" srcId="{2F0F3AB1-9D1D-42BD-9305-AE9DF1970DC4}" destId="{27158C41-CE25-41F6-BC65-E423DE7FB8E4}" srcOrd="0" destOrd="0" presId="urn:microsoft.com/office/officeart/2008/layout/HorizontalMultiLevelHierarchy"/>
    <dgm:cxn modelId="{ADDFEA10-1DCF-40FA-B18B-0A70FA70DE53}" type="presOf" srcId="{44884B70-5893-418D-84F1-0EA96A75C21D}" destId="{4E79A446-1466-4D5A-8D52-1E49D73F6641}" srcOrd="0" destOrd="0" presId="urn:microsoft.com/office/officeart/2008/layout/HorizontalMultiLevelHierarchy"/>
    <dgm:cxn modelId="{A4D31044-4148-44F6-B815-FFF6867720AA}" type="presOf" srcId="{C57942AF-5C68-4039-B3F6-4A6185572A54}" destId="{607BE743-82BD-4E46-BA9A-715AD33365B6}" srcOrd="0" destOrd="0" presId="urn:microsoft.com/office/officeart/2008/layout/HorizontalMultiLevelHierarchy"/>
    <dgm:cxn modelId="{C4B67438-A5F3-4F70-8B5D-0EE1F6AE9C45}" srcId="{17F538E5-43DC-4672-87AA-711704E6EC91}" destId="{79CB1B29-F9A2-4949-A82A-0E609B7907A3}" srcOrd="0" destOrd="0" parTransId="{7FA4496C-BF6E-4627-8CFB-26EE0F41BA65}" sibTransId="{22915947-834F-473E-816A-CF4386B63B03}"/>
    <dgm:cxn modelId="{B001294D-B33D-4800-B4D1-3315A0C3588F}" type="presOf" srcId="{0C9F100C-B99A-4971-ABDB-86EAAE7205D7}" destId="{8F9CA32B-BF8E-4641-B227-30734E490606}" srcOrd="0" destOrd="0" presId="urn:microsoft.com/office/officeart/2008/layout/HorizontalMultiLevelHierarchy"/>
    <dgm:cxn modelId="{B64D5D86-C56E-4E85-B229-142CDF84CDEE}" type="presOf" srcId="{2F0F3AB1-9D1D-42BD-9305-AE9DF1970DC4}" destId="{E77EEE64-3CF4-41C0-84CC-B9EAAC40949F}" srcOrd="1" destOrd="0" presId="urn:microsoft.com/office/officeart/2008/layout/HorizontalMultiLevelHierarchy"/>
    <dgm:cxn modelId="{F6829A00-5AE0-47C9-8B4B-D4925DE0CA36}" srcId="{8E740018-6709-437D-8477-5A54E5DB2274}" destId="{17F538E5-43DC-4672-87AA-711704E6EC91}" srcOrd="0" destOrd="0" parTransId="{60ABEF11-2272-460E-8473-380541F81279}" sibTransId="{BBFEE4BA-7675-41B8-B653-7C9F5294ED14}"/>
    <dgm:cxn modelId="{41AE0E67-F9E2-4515-8FCB-9CD370E3A051}" type="presOf" srcId="{79CB1B29-F9A2-4949-A82A-0E609B7907A3}" destId="{AE1FD431-F75E-4C4A-B235-72E2F91DE1E3}" srcOrd="0" destOrd="0" presId="urn:microsoft.com/office/officeart/2008/layout/HorizontalMultiLevelHierarchy"/>
    <dgm:cxn modelId="{9F31A454-75F9-4826-861F-2BBF7B109308}" type="presOf" srcId="{7FA4496C-BF6E-4627-8CFB-26EE0F41BA65}" destId="{05FB286E-4AF6-4E77-8A20-3F3D39DC2081}" srcOrd="1" destOrd="0" presId="urn:microsoft.com/office/officeart/2008/layout/HorizontalMultiLevelHierarchy"/>
    <dgm:cxn modelId="{93B1A5DD-06AF-4DA4-9035-268B72098AAD}" type="presOf" srcId="{75947E03-B886-4894-A4AB-C99437C6D5DB}" destId="{C7DECDB2-316C-4B00-87AA-0096552935EB}" srcOrd="0" destOrd="0" presId="urn:microsoft.com/office/officeart/2008/layout/HorizontalMultiLevelHierarchy"/>
    <dgm:cxn modelId="{4CDDCB4C-85C2-4D7D-AF7F-3B0BF543B1B2}" type="presOf" srcId="{83792606-32F1-4C71-9154-906A84009814}" destId="{AD1BFB90-8409-4AF0-9590-D9A375BA7799}" srcOrd="1" destOrd="0" presId="urn:microsoft.com/office/officeart/2008/layout/HorizontalMultiLevelHierarchy"/>
    <dgm:cxn modelId="{75D9746F-DF67-4855-B6DB-586E13B6181A}" type="presOf" srcId="{0950A0E0-4C5D-4ACB-8C09-4880808F0D05}" destId="{7527D679-A22D-4703-8C59-383DF643DCAB}" srcOrd="1" destOrd="0" presId="urn:microsoft.com/office/officeart/2008/layout/HorizontalMultiLevelHierarchy"/>
    <dgm:cxn modelId="{754626CC-AB41-4874-9D74-C2722D2CCF9F}" type="presOf" srcId="{CA7B6D7B-71F1-4104-AA8C-CA924C777D99}" destId="{BCD877DA-75F7-4AF8-BAF1-F7AAEB3CA6B0}" srcOrd="0" destOrd="0" presId="urn:microsoft.com/office/officeart/2008/layout/HorizontalMultiLevelHierarchy"/>
    <dgm:cxn modelId="{4616ED08-6B4C-46DB-92F6-8BC75760794C}" srcId="{0713B12F-D709-4961-B66A-356B90D9A96D}" destId="{7359D11C-9D95-4263-BB44-92E9E9600965}" srcOrd="0" destOrd="0" parTransId="{C57942AF-5C68-4039-B3F6-4A6185572A54}" sibTransId="{CAAF1314-8B0A-4B52-9E9D-9A5F8BC9B957}"/>
    <dgm:cxn modelId="{0BF35545-78AC-495D-A253-EB6102871D57}" type="presOf" srcId="{4874EAC0-552F-4BFB-A429-5B1E0348AE7A}" destId="{5E8A1A1E-9FDA-4D4E-9DF5-54027F1C9A0A}" srcOrd="0" destOrd="0" presId="urn:microsoft.com/office/officeart/2008/layout/HorizontalMultiLevelHierarchy"/>
    <dgm:cxn modelId="{301358F9-3B7E-41EA-A2FC-673E8DCA80C2}" srcId="{8E740018-6709-437D-8477-5A54E5DB2274}" destId="{60AB4008-D312-4FA3-A2FD-F98CF677FE2E}" srcOrd="1" destOrd="0" parTransId="{98BFAB55-ED88-4DD8-B90B-F2E2AC15CE0C}" sibTransId="{65C6EF59-B454-4655-9295-239DC50A4F2E}"/>
    <dgm:cxn modelId="{3AB87E33-B704-4441-BF64-64E3A38F8BA0}" type="presOf" srcId="{7302DA83-0C69-4CD7-B174-591D0207ADBF}" destId="{C19494BD-2E24-411D-B791-86E44ED71A06}" srcOrd="0" destOrd="0" presId="urn:microsoft.com/office/officeart/2008/layout/HorizontalMultiLevelHierarchy"/>
    <dgm:cxn modelId="{42ABE8BB-3C82-4EE1-875F-4BDFE6605BEC}" type="presOf" srcId="{841FD60A-3A87-4375-B0AB-3511004835B0}" destId="{B55ED640-66B9-4CDD-82C2-395551E5B544}" srcOrd="0" destOrd="0" presId="urn:microsoft.com/office/officeart/2008/layout/HorizontalMultiLevelHierarchy"/>
    <dgm:cxn modelId="{8682E520-88B5-4D6A-AACB-CEE5CD4FEC41}" type="presOf" srcId="{0C9F100C-B99A-4971-ABDB-86EAAE7205D7}" destId="{5ADB9E71-0238-4648-ACA3-BD7FC960817A}" srcOrd="1" destOrd="0" presId="urn:microsoft.com/office/officeart/2008/layout/HorizontalMultiLevelHierarchy"/>
    <dgm:cxn modelId="{440E3D85-6597-45FB-8ADE-BE46CB7EE69A}" type="presOf" srcId="{7302DA83-0C69-4CD7-B174-591D0207ADBF}" destId="{32697E19-DC4F-4319-B250-110E3675B025}" srcOrd="1" destOrd="0" presId="urn:microsoft.com/office/officeart/2008/layout/HorizontalMultiLevelHierarchy"/>
    <dgm:cxn modelId="{01F82F2E-0B2A-4B86-9139-409AD853F851}" type="presOf" srcId="{7359D11C-9D95-4263-BB44-92E9E9600965}" destId="{51E02E26-8924-4629-96BE-E55640F9667C}" srcOrd="0" destOrd="0" presId="urn:microsoft.com/office/officeart/2008/layout/HorizontalMultiLevelHierarchy"/>
    <dgm:cxn modelId="{F1BB41BD-6ABE-402F-81B2-7BF70013CC5F}" type="presOf" srcId="{6DFC4C64-C543-45E7-B177-A72DE98BD973}" destId="{A833F3F0-DA20-4ADF-92CD-DF6DBFC411F0}" srcOrd="0" destOrd="0" presId="urn:microsoft.com/office/officeart/2008/layout/HorizontalMultiLevelHierarchy"/>
    <dgm:cxn modelId="{0AAF583D-7521-4C9A-8A7D-5BAC1219A8CE}" type="presOf" srcId="{98BFAB55-ED88-4DD8-B90B-F2E2AC15CE0C}" destId="{FB3B4E2D-D62E-488C-8CD3-4AF25F9AAEBF}" srcOrd="0" destOrd="0" presId="urn:microsoft.com/office/officeart/2008/layout/HorizontalMultiLevelHierarchy"/>
    <dgm:cxn modelId="{5ADA399A-0491-4CBA-B411-D14B464EE89E}" srcId="{4874EAC0-552F-4BFB-A429-5B1E0348AE7A}" destId="{0713B12F-D709-4961-B66A-356B90D9A96D}" srcOrd="0" destOrd="0" parTransId="{83792606-32F1-4C71-9154-906A84009814}" sibTransId="{23A50607-03C7-45ED-84A8-1B7C49B823C5}"/>
    <dgm:cxn modelId="{D72D3DC7-E323-4987-A70C-1FF1AC438C06}" type="presOf" srcId="{72DB2E24-FEBF-42F6-AD59-092D2401793A}" destId="{41914CB2-D9E7-4526-A626-B17C8012F0F4}" srcOrd="1" destOrd="0" presId="urn:microsoft.com/office/officeart/2008/layout/HorizontalMultiLevelHierarchy"/>
    <dgm:cxn modelId="{DF1F3DEA-3582-430F-B245-411A67E49C66}" srcId="{7B21AE44-0E08-41D4-929F-58A484A0865E}" destId="{203B3C53-4D51-40C1-86E9-F7F7A8B01405}" srcOrd="0" destOrd="0" parTransId="{7302DA83-0C69-4CD7-B174-591D0207ADBF}" sibTransId="{9154BD41-8670-4826-A330-3462F5F1CD6C}"/>
    <dgm:cxn modelId="{6697EC85-BDC2-468A-A432-B5854F58F867}" type="presOf" srcId="{D1384D6B-C31D-4B81-BA08-0F5718F8E440}" destId="{B7918C06-1DA1-4848-AD70-19B40D17DBF9}" srcOrd="0" destOrd="0" presId="urn:microsoft.com/office/officeart/2008/layout/HorizontalMultiLevelHierarchy"/>
    <dgm:cxn modelId="{A4CB53C4-EA3A-4289-AD98-2F4F418FCBEF}" type="presOf" srcId="{E4E00DFD-C475-48B7-8480-2A3D99C1B5E9}" destId="{397EE735-AD22-4C23-B430-7E9CBA077D02}" srcOrd="0" destOrd="0" presId="urn:microsoft.com/office/officeart/2008/layout/HorizontalMultiLevelHierarchy"/>
    <dgm:cxn modelId="{2D7E10D9-4A2F-4E3A-99B8-C26ACB8A0397}" type="presOf" srcId="{83792606-32F1-4C71-9154-906A84009814}" destId="{75A6CAC3-4A41-4660-9BC9-A0F67D1823CA}" srcOrd="0" destOrd="0" presId="urn:microsoft.com/office/officeart/2008/layout/HorizontalMultiLevelHierarchy"/>
    <dgm:cxn modelId="{E99EEF0A-3F69-493C-9655-75FB212F40DA}" type="presOf" srcId="{8E740018-6709-437D-8477-5A54E5DB2274}" destId="{B88CF51E-8D54-484D-80A5-E42A5EFD223C}" srcOrd="0" destOrd="0" presId="urn:microsoft.com/office/officeart/2008/layout/HorizontalMultiLevelHierarchy"/>
    <dgm:cxn modelId="{3628EC0A-A257-4FDC-8DE8-6BF04CC77FA4}" srcId="{CA7B6D7B-71F1-4104-AA8C-CA924C777D99}" destId="{2583FCC5-367D-4BAF-8F50-C66B4158B1AF}" srcOrd="1" destOrd="0" parTransId="{99554B52-C16B-4F1C-B69B-B8B1A3F6B5B4}" sibTransId="{0B566383-6B24-485F-9A23-3CBA57AED620}"/>
    <dgm:cxn modelId="{F24C54F0-DB24-404D-8439-3834F91EDAE8}" type="presOf" srcId="{2583FCC5-367D-4BAF-8F50-C66B4158B1AF}" destId="{AADF2D55-6422-44B7-A6EC-9C799D3A82DA}" srcOrd="0" destOrd="0" presId="urn:microsoft.com/office/officeart/2008/layout/HorizontalMultiLevelHierarchy"/>
    <dgm:cxn modelId="{73DEC22B-59BA-4BAF-8811-585F0E34DFF0}" type="presOf" srcId="{203B3C53-4D51-40C1-86E9-F7F7A8B01405}" destId="{B8AD5B39-7D19-4317-9755-D26C89797DCB}" srcOrd="0" destOrd="0" presId="urn:microsoft.com/office/officeart/2008/layout/HorizontalMultiLevelHierarchy"/>
    <dgm:cxn modelId="{9EAD0A22-12B5-40C1-95C4-9EA96C7A7BCE}" type="presOf" srcId="{36B5759E-8232-4112-95E4-A68C5C9D3E0C}" destId="{F31ACD4E-9DCD-4ED0-8B1A-34F3D62511D4}" srcOrd="0" destOrd="0" presId="urn:microsoft.com/office/officeart/2008/layout/HorizontalMultiLevelHierarchy"/>
    <dgm:cxn modelId="{B1DDDA14-5BF0-4A04-A32D-140B07EAD2E7}" type="presOf" srcId="{F2AEDA63-EF0B-48AA-BE64-ABD47D387E03}" destId="{5C6AFA4B-2C1E-40EA-B70E-12F63B2DE8C6}" srcOrd="0" destOrd="0" presId="urn:microsoft.com/office/officeart/2008/layout/HorizontalMultiLevelHierarchy"/>
    <dgm:cxn modelId="{7FADF44B-C65A-4BCD-B33B-D886F2255B2A}" type="presOf" srcId="{44884B70-5893-418D-84F1-0EA96A75C21D}" destId="{0BAA452E-DFB1-49D2-8014-A4A73451BFBC}" srcOrd="1" destOrd="0" presId="urn:microsoft.com/office/officeart/2008/layout/HorizontalMultiLevelHierarchy"/>
    <dgm:cxn modelId="{923384B0-878C-4FF1-B46A-8467F19C04F9}" srcId="{11B54017-F0B4-4A3F-B108-375DE1271D7C}" destId="{841FD60A-3A87-4375-B0AB-3511004835B0}" srcOrd="1" destOrd="0" parTransId="{44884B70-5893-418D-84F1-0EA96A75C21D}" sibTransId="{8A7711FD-5016-4B60-A3EF-21A13C0A0FF3}"/>
    <dgm:cxn modelId="{927F2302-845F-45DF-B7FD-DA29F5232DEA}" type="presOf" srcId="{E4E00DFD-C475-48B7-8480-2A3D99C1B5E9}" destId="{C56E3CC2-EE53-4812-A0FA-28F049D6C5DC}" srcOrd="1" destOrd="0" presId="urn:microsoft.com/office/officeart/2008/layout/HorizontalMultiLevelHierarchy"/>
    <dgm:cxn modelId="{AA6583FA-5680-4DFD-AA07-8034AB9AF9BE}" srcId="{60AB4008-D312-4FA3-A2FD-F98CF677FE2E}" destId="{CA7B6D7B-71F1-4104-AA8C-CA924C777D99}" srcOrd="1" destOrd="0" parTransId="{0950A0E0-4C5D-4ACB-8C09-4880808F0D05}" sibTransId="{2A5DE646-03E5-4410-8CE4-4FF08305F8AD}"/>
    <dgm:cxn modelId="{6DE7F3E5-8EB5-4A54-82BD-9651955D5CD2}" srcId="{4874EAC0-552F-4BFB-A429-5B1E0348AE7A}" destId="{11B54017-F0B4-4A3F-B108-375DE1271D7C}" srcOrd="1" destOrd="0" parTransId="{75947E03-B886-4894-A4AB-C99437C6D5DB}" sibTransId="{901306FC-E65B-445F-8FD4-E782ACF95885}"/>
    <dgm:cxn modelId="{47775B3A-565D-45AE-8342-54EC198AB7B6}" srcId="{2583FCC5-367D-4BAF-8F50-C66B4158B1AF}" destId="{62B876A2-09FC-4B19-9A93-E4AF848477B4}" srcOrd="0" destOrd="0" parTransId="{36B5759E-8232-4112-95E4-A68C5C9D3E0C}" sibTransId="{591E4D9C-8187-432A-AF7E-BA26A04E4139}"/>
    <dgm:cxn modelId="{7DF6B736-3597-4882-9C11-2D61E97E257C}" type="presOf" srcId="{60ABEF11-2272-460E-8473-380541F81279}" destId="{9FE14FAB-535D-413A-AB7F-43B71706EBD9}" srcOrd="1" destOrd="0" presId="urn:microsoft.com/office/officeart/2008/layout/HorizontalMultiLevelHierarchy"/>
    <dgm:cxn modelId="{BB303B0C-BB90-457C-8A02-E34B08ACC302}" type="presOf" srcId="{75947E03-B886-4894-A4AB-C99437C6D5DB}" destId="{E2D0599B-0E51-4D3D-BD4C-2EA4D51E7F98}" srcOrd="1" destOrd="0" presId="urn:microsoft.com/office/officeart/2008/layout/HorizontalMultiLevelHierarchy"/>
    <dgm:cxn modelId="{F515E86D-C3F5-4E51-850D-4495CA320453}" type="presOf" srcId="{6D3430EC-E4FB-456C-B6C0-A7DB5877289F}" destId="{4AFF9140-37F0-4790-B717-00716FAFEA7A}" srcOrd="0" destOrd="0" presId="urn:microsoft.com/office/officeart/2008/layout/HorizontalMultiLevelHierarchy"/>
    <dgm:cxn modelId="{15EC4E6F-13B3-4F54-BF84-6EE33545AEC2}" type="presOf" srcId="{C57942AF-5C68-4039-B3F6-4A6185572A54}" destId="{236C3612-5B14-4EE1-B174-A9A5A8DB32AF}" srcOrd="1" destOrd="0" presId="urn:microsoft.com/office/officeart/2008/layout/HorizontalMultiLevelHierarchy"/>
    <dgm:cxn modelId="{9D8119FC-8CB4-4C65-84D7-FA23340AB057}" type="presOf" srcId="{7B21AE44-0E08-41D4-929F-58A484A0865E}" destId="{59CB55B5-F01F-4932-BB76-39A836B81421}" srcOrd="0" destOrd="0" presId="urn:microsoft.com/office/officeart/2008/layout/HorizontalMultiLevelHierarchy"/>
    <dgm:cxn modelId="{60F84239-1D96-4203-A1E9-4FDEF83F8CBE}" type="presOf" srcId="{99554B52-C16B-4F1C-B69B-B8B1A3F6B5B4}" destId="{D8DC187F-F01C-424D-8EE4-C1A833F94A14}" srcOrd="0" destOrd="0" presId="urn:microsoft.com/office/officeart/2008/layout/HorizontalMultiLevelHierarchy"/>
    <dgm:cxn modelId="{911DB0DC-971D-4618-A63A-F4A89CBED497}" type="presOf" srcId="{72DB2E24-FEBF-42F6-AD59-092D2401793A}" destId="{457F2009-5956-42AD-90A8-A5A7BB183368}" srcOrd="0" destOrd="0" presId="urn:microsoft.com/office/officeart/2008/layout/HorizontalMultiLevelHierarchy"/>
    <dgm:cxn modelId="{648EA21D-5232-48A1-B243-351103FBFE9E}" type="presOf" srcId="{60AB4008-D312-4FA3-A2FD-F98CF677FE2E}" destId="{61026A19-46FD-46C8-9965-94FC5CA4E126}" srcOrd="0" destOrd="0" presId="urn:microsoft.com/office/officeart/2008/layout/HorizontalMultiLevelHierarchy"/>
    <dgm:cxn modelId="{4ADE5A12-BFFE-4785-B12C-39787A14136E}" type="presOf" srcId="{E6F055F4-3F65-42C2-ABFA-B6F0BA592871}" destId="{9C3F1F21-09D0-4B36-83FB-9CDCE3B49F8E}" srcOrd="0" destOrd="0" presId="urn:microsoft.com/office/officeart/2008/layout/HorizontalMultiLevelHierarchy"/>
    <dgm:cxn modelId="{42CE0267-7522-4107-8712-3240F698F79C}" type="presOf" srcId="{11B54017-F0B4-4A3F-B108-375DE1271D7C}" destId="{148551A8-5CB2-4A4D-BF07-35849578E41D}" srcOrd="0" destOrd="0" presId="urn:microsoft.com/office/officeart/2008/layout/HorizontalMultiLevelHierarchy"/>
    <dgm:cxn modelId="{FC34C8C8-081F-4480-B2AF-B3530E4A3C49}" type="presOf" srcId="{6DFC4C64-C543-45E7-B177-A72DE98BD973}" destId="{9ED6D376-2615-4E8E-9216-F04008BCAB4E}" srcOrd="1" destOrd="0" presId="urn:microsoft.com/office/officeart/2008/layout/HorizontalMultiLevelHierarchy"/>
    <dgm:cxn modelId="{8CD32BA8-DC94-475A-AFC7-7740C61BA73D}" srcId="{F2AEDA63-EF0B-48AA-BE64-ABD47D387E03}" destId="{7B21AE44-0E08-41D4-929F-58A484A0865E}" srcOrd="0" destOrd="0" parTransId="{2F0F3AB1-9D1D-42BD-9305-AE9DF1970DC4}" sibTransId="{8996A0FD-836C-49B4-A540-29EE23C9A602}"/>
    <dgm:cxn modelId="{A3A11C91-8470-4E1E-890F-5C7945CC0A5B}" type="presOf" srcId="{99554B52-C16B-4F1C-B69B-B8B1A3F6B5B4}" destId="{980699BF-0B19-4214-8A19-AB574E378EFF}" srcOrd="1" destOrd="0" presId="urn:microsoft.com/office/officeart/2008/layout/HorizontalMultiLevelHierarchy"/>
    <dgm:cxn modelId="{9D906F44-4515-4EF6-BCE2-4AE8B180311F}" srcId="{7B21AE44-0E08-41D4-929F-58A484A0865E}" destId="{E6F055F4-3F65-42C2-ABFA-B6F0BA592871}" srcOrd="1" destOrd="0" parTransId="{72DB2E24-FEBF-42F6-AD59-092D2401793A}" sibTransId="{17D8AB50-44BC-4349-A610-293FB049DF37}"/>
    <dgm:cxn modelId="{7E8487F2-46B8-47FC-9286-0F2EF105978F}" srcId="{11B54017-F0B4-4A3F-B108-375DE1271D7C}" destId="{D1384D6B-C31D-4B81-BA08-0F5718F8E440}" srcOrd="0" destOrd="0" parTransId="{0C9F100C-B99A-4971-ABDB-86EAAE7205D7}" sibTransId="{48B9480E-701A-42E7-ACE4-C5CBDDD796FB}"/>
    <dgm:cxn modelId="{3DDF64B0-BE86-44AA-82F1-ECA69A04C1F3}" type="presOf" srcId="{0713B12F-D709-4961-B66A-356B90D9A96D}" destId="{DCD0B20A-2933-43B5-815F-28B0F76438E3}" srcOrd="0" destOrd="0" presId="urn:microsoft.com/office/officeart/2008/layout/HorizontalMultiLevelHierarchy"/>
    <dgm:cxn modelId="{5830141B-2F6C-4989-92B0-AC92B88DB65F}" type="presOf" srcId="{36B5759E-8232-4112-95E4-A68C5C9D3E0C}" destId="{DFA982C3-41BE-45D2-8656-F407D54C35A1}" srcOrd="1" destOrd="0" presId="urn:microsoft.com/office/officeart/2008/layout/HorizontalMultiLevelHierarchy"/>
    <dgm:cxn modelId="{E8DF18E2-9B5A-4537-9126-8781630AD9DD}" type="presOf" srcId="{0950A0E0-4C5D-4ACB-8C09-4880808F0D05}" destId="{B3F7B75D-82B7-4C4A-BDFE-CA808E2ACD0F}" srcOrd="0" destOrd="0" presId="urn:microsoft.com/office/officeart/2008/layout/HorizontalMultiLevelHierarchy"/>
    <dgm:cxn modelId="{29E073B2-D68F-4CEC-9371-B1151CDF324F}" type="presOf" srcId="{60ABEF11-2272-460E-8473-380541F81279}" destId="{24F0CCC6-F690-4560-915E-253E347E8A43}" srcOrd="0" destOrd="0" presId="urn:microsoft.com/office/officeart/2008/layout/HorizontalMultiLevelHierarchy"/>
    <dgm:cxn modelId="{B966F63A-A5C5-414C-B8B0-3D3B318D2A43}" type="presOf" srcId="{7FA4496C-BF6E-4627-8CFB-26EE0F41BA65}" destId="{52CF10E5-B6B3-49EB-9F34-1063E9F8F783}" srcOrd="0" destOrd="0" presId="urn:microsoft.com/office/officeart/2008/layout/HorizontalMultiLevelHierarchy"/>
    <dgm:cxn modelId="{EF166B3C-13CB-44CF-9B27-8C3A74D399DF}" srcId="{6D3430EC-E4FB-456C-B6C0-A7DB5877289F}" destId="{8E740018-6709-437D-8477-5A54E5DB2274}" srcOrd="0" destOrd="0" parTransId="{F1AB116A-DCC5-4A0D-9684-8F1226684C0D}" sibTransId="{5F5B76AF-5CCC-46D2-B421-BCBBD883C259}"/>
    <dgm:cxn modelId="{8E6FB490-9473-4267-8FA7-AF7E18DEFE62}" type="presOf" srcId="{98BFAB55-ED88-4DD8-B90B-F2E2AC15CE0C}" destId="{B22E943F-72EB-46DE-8DBB-0BCE5398B18A}" srcOrd="1" destOrd="0" presId="urn:microsoft.com/office/officeart/2008/layout/HorizontalMultiLevelHierarchy"/>
    <dgm:cxn modelId="{346B86F9-627B-4EA3-A714-254BCF0FC750}" type="presParOf" srcId="{4AFF9140-37F0-4790-B717-00716FAFEA7A}" destId="{1EAE3B6C-212D-49DB-BF59-B5859420A4D7}" srcOrd="0" destOrd="0" presId="urn:microsoft.com/office/officeart/2008/layout/HorizontalMultiLevelHierarchy"/>
    <dgm:cxn modelId="{73F899EF-69D0-4E5D-A8D4-115B9F26BD20}" type="presParOf" srcId="{1EAE3B6C-212D-49DB-BF59-B5859420A4D7}" destId="{B88CF51E-8D54-484D-80A5-E42A5EFD223C}" srcOrd="0" destOrd="0" presId="urn:microsoft.com/office/officeart/2008/layout/HorizontalMultiLevelHierarchy"/>
    <dgm:cxn modelId="{2423A046-AB2B-446D-B75F-1522BCA5FA7D}" type="presParOf" srcId="{1EAE3B6C-212D-49DB-BF59-B5859420A4D7}" destId="{E76D6EB3-952A-4908-84CC-A73525269B95}" srcOrd="1" destOrd="0" presId="urn:microsoft.com/office/officeart/2008/layout/HorizontalMultiLevelHierarchy"/>
    <dgm:cxn modelId="{DD1F4FB0-CE5F-4410-BA08-46D23E6C07A2}" type="presParOf" srcId="{E76D6EB3-952A-4908-84CC-A73525269B95}" destId="{24F0CCC6-F690-4560-915E-253E347E8A43}" srcOrd="0" destOrd="0" presId="urn:microsoft.com/office/officeart/2008/layout/HorizontalMultiLevelHierarchy"/>
    <dgm:cxn modelId="{376F1257-1D50-4F29-A24F-60CC0AFE46D7}" type="presParOf" srcId="{24F0CCC6-F690-4560-915E-253E347E8A43}" destId="{9FE14FAB-535D-413A-AB7F-43B71706EBD9}" srcOrd="0" destOrd="0" presId="urn:microsoft.com/office/officeart/2008/layout/HorizontalMultiLevelHierarchy"/>
    <dgm:cxn modelId="{2D36B5B3-CA14-43DD-B672-FF0E1356ABB8}" type="presParOf" srcId="{E76D6EB3-952A-4908-84CC-A73525269B95}" destId="{1EA1B30A-0B90-40A6-9D09-27ABDF9BEEA9}" srcOrd="1" destOrd="0" presId="urn:microsoft.com/office/officeart/2008/layout/HorizontalMultiLevelHierarchy"/>
    <dgm:cxn modelId="{B3DFB6E3-BAB1-41F3-80D9-8BD7B477346E}" type="presParOf" srcId="{1EA1B30A-0B90-40A6-9D09-27ABDF9BEEA9}" destId="{6E5E6B21-629C-4859-B895-644DF52B9869}" srcOrd="0" destOrd="0" presId="urn:microsoft.com/office/officeart/2008/layout/HorizontalMultiLevelHierarchy"/>
    <dgm:cxn modelId="{97FADDBE-34F4-429D-B7D5-79DC6A197203}" type="presParOf" srcId="{1EA1B30A-0B90-40A6-9D09-27ABDF9BEEA9}" destId="{E93752BA-B588-48FF-85F6-C01E40FD4853}" srcOrd="1" destOrd="0" presId="urn:microsoft.com/office/officeart/2008/layout/HorizontalMultiLevelHierarchy"/>
    <dgm:cxn modelId="{C2E5AF7F-B7B1-40BC-BF6B-7688B885E7E9}" type="presParOf" srcId="{E93752BA-B588-48FF-85F6-C01E40FD4853}" destId="{52CF10E5-B6B3-49EB-9F34-1063E9F8F783}" srcOrd="0" destOrd="0" presId="urn:microsoft.com/office/officeart/2008/layout/HorizontalMultiLevelHierarchy"/>
    <dgm:cxn modelId="{6ADB9970-352E-4E0D-8C06-9B0D4168A3F8}" type="presParOf" srcId="{52CF10E5-B6B3-49EB-9F34-1063E9F8F783}" destId="{05FB286E-4AF6-4E77-8A20-3F3D39DC2081}" srcOrd="0" destOrd="0" presId="urn:microsoft.com/office/officeart/2008/layout/HorizontalMultiLevelHierarchy"/>
    <dgm:cxn modelId="{481B18D5-B254-4B0E-961B-0833F36A6AB7}" type="presParOf" srcId="{E93752BA-B588-48FF-85F6-C01E40FD4853}" destId="{C2817D33-91B5-45AA-B30A-49AD500CCEF9}" srcOrd="1" destOrd="0" presId="urn:microsoft.com/office/officeart/2008/layout/HorizontalMultiLevelHierarchy"/>
    <dgm:cxn modelId="{09351C5A-769C-4B12-8465-863B9B200E1B}" type="presParOf" srcId="{C2817D33-91B5-45AA-B30A-49AD500CCEF9}" destId="{AE1FD431-F75E-4C4A-B235-72E2F91DE1E3}" srcOrd="0" destOrd="0" presId="urn:microsoft.com/office/officeart/2008/layout/HorizontalMultiLevelHierarchy"/>
    <dgm:cxn modelId="{0E30B21B-4F85-40D4-B64A-7ABEE6022CF0}" type="presParOf" srcId="{C2817D33-91B5-45AA-B30A-49AD500CCEF9}" destId="{FF11F9F2-9531-44B7-A55F-815C5EB04DE4}" srcOrd="1" destOrd="0" presId="urn:microsoft.com/office/officeart/2008/layout/HorizontalMultiLevelHierarchy"/>
    <dgm:cxn modelId="{7BDE44C9-F51C-42DB-8954-E631921F6EE3}" type="presParOf" srcId="{E76D6EB3-952A-4908-84CC-A73525269B95}" destId="{FB3B4E2D-D62E-488C-8CD3-4AF25F9AAEBF}" srcOrd="2" destOrd="0" presId="urn:microsoft.com/office/officeart/2008/layout/HorizontalMultiLevelHierarchy"/>
    <dgm:cxn modelId="{8B369ABF-BF34-48EC-9422-9F2D1AA44641}" type="presParOf" srcId="{FB3B4E2D-D62E-488C-8CD3-4AF25F9AAEBF}" destId="{B22E943F-72EB-46DE-8DBB-0BCE5398B18A}" srcOrd="0" destOrd="0" presId="urn:microsoft.com/office/officeart/2008/layout/HorizontalMultiLevelHierarchy"/>
    <dgm:cxn modelId="{227B090C-8371-4DF1-A214-A51BC32AC778}" type="presParOf" srcId="{E76D6EB3-952A-4908-84CC-A73525269B95}" destId="{C7660780-80D9-4A47-8BAA-4474722F033A}" srcOrd="3" destOrd="0" presId="urn:microsoft.com/office/officeart/2008/layout/HorizontalMultiLevelHierarchy"/>
    <dgm:cxn modelId="{614D0388-624C-44F5-BF3F-9BD9485A69DC}" type="presParOf" srcId="{C7660780-80D9-4A47-8BAA-4474722F033A}" destId="{61026A19-46FD-46C8-9965-94FC5CA4E126}" srcOrd="0" destOrd="0" presId="urn:microsoft.com/office/officeart/2008/layout/HorizontalMultiLevelHierarchy"/>
    <dgm:cxn modelId="{1C9AA18F-B0F9-485C-9968-0A11B121457E}" type="presParOf" srcId="{C7660780-80D9-4A47-8BAA-4474722F033A}" destId="{E891F284-3A62-4F17-A731-9E3594C0713A}" srcOrd="1" destOrd="0" presId="urn:microsoft.com/office/officeart/2008/layout/HorizontalMultiLevelHierarchy"/>
    <dgm:cxn modelId="{A24495A2-2F4D-4182-AD1B-757272827D27}" type="presParOf" srcId="{E891F284-3A62-4F17-A731-9E3594C0713A}" destId="{A833F3F0-DA20-4ADF-92CD-DF6DBFC411F0}" srcOrd="0" destOrd="0" presId="urn:microsoft.com/office/officeart/2008/layout/HorizontalMultiLevelHierarchy"/>
    <dgm:cxn modelId="{83D8E4A0-7174-43BD-9791-13DFFF852619}" type="presParOf" srcId="{A833F3F0-DA20-4ADF-92CD-DF6DBFC411F0}" destId="{9ED6D376-2615-4E8E-9216-F04008BCAB4E}" srcOrd="0" destOrd="0" presId="urn:microsoft.com/office/officeart/2008/layout/HorizontalMultiLevelHierarchy"/>
    <dgm:cxn modelId="{044A36CB-11DD-4903-8EEC-100912B4803E}" type="presParOf" srcId="{E891F284-3A62-4F17-A731-9E3594C0713A}" destId="{752DA300-5776-4550-B37F-81B3B914128A}" srcOrd="1" destOrd="0" presId="urn:microsoft.com/office/officeart/2008/layout/HorizontalMultiLevelHierarchy"/>
    <dgm:cxn modelId="{F18A755C-D5E5-41C2-9F05-88B8AD233863}" type="presParOf" srcId="{752DA300-5776-4550-B37F-81B3B914128A}" destId="{5C6AFA4B-2C1E-40EA-B70E-12F63B2DE8C6}" srcOrd="0" destOrd="0" presId="urn:microsoft.com/office/officeart/2008/layout/HorizontalMultiLevelHierarchy"/>
    <dgm:cxn modelId="{8006A86A-6FE0-4D55-BA29-A878C86CBD0A}" type="presParOf" srcId="{752DA300-5776-4550-B37F-81B3B914128A}" destId="{AC3627FF-1C43-4015-9DDA-654B3A53379B}" srcOrd="1" destOrd="0" presId="urn:microsoft.com/office/officeart/2008/layout/HorizontalMultiLevelHierarchy"/>
    <dgm:cxn modelId="{167E8858-407C-4756-9090-188AC3C4C45E}" type="presParOf" srcId="{AC3627FF-1C43-4015-9DDA-654B3A53379B}" destId="{27158C41-CE25-41F6-BC65-E423DE7FB8E4}" srcOrd="0" destOrd="0" presId="urn:microsoft.com/office/officeart/2008/layout/HorizontalMultiLevelHierarchy"/>
    <dgm:cxn modelId="{2ACEFF55-F527-4FA0-862E-1E5B36648C76}" type="presParOf" srcId="{27158C41-CE25-41F6-BC65-E423DE7FB8E4}" destId="{E77EEE64-3CF4-41C0-84CC-B9EAAC40949F}" srcOrd="0" destOrd="0" presId="urn:microsoft.com/office/officeart/2008/layout/HorizontalMultiLevelHierarchy"/>
    <dgm:cxn modelId="{864BF174-1B40-4042-8556-B1D5CBBF2B39}" type="presParOf" srcId="{AC3627FF-1C43-4015-9DDA-654B3A53379B}" destId="{348A15DB-33D9-45E1-8D02-DAF0C8DB97A6}" srcOrd="1" destOrd="0" presId="urn:microsoft.com/office/officeart/2008/layout/HorizontalMultiLevelHierarchy"/>
    <dgm:cxn modelId="{09F85CE3-D70F-4AE8-95C4-0B6EFAE80DBD}" type="presParOf" srcId="{348A15DB-33D9-45E1-8D02-DAF0C8DB97A6}" destId="{59CB55B5-F01F-4932-BB76-39A836B81421}" srcOrd="0" destOrd="0" presId="urn:microsoft.com/office/officeart/2008/layout/HorizontalMultiLevelHierarchy"/>
    <dgm:cxn modelId="{20385999-98A4-4866-BDE4-E210710CA25A}" type="presParOf" srcId="{348A15DB-33D9-45E1-8D02-DAF0C8DB97A6}" destId="{29A21B12-7544-46B2-B4DA-7BC11BA26F14}" srcOrd="1" destOrd="0" presId="urn:microsoft.com/office/officeart/2008/layout/HorizontalMultiLevelHierarchy"/>
    <dgm:cxn modelId="{A0C581B3-A9DC-47D5-9EFD-396B7DAF9673}" type="presParOf" srcId="{29A21B12-7544-46B2-B4DA-7BC11BA26F14}" destId="{C19494BD-2E24-411D-B791-86E44ED71A06}" srcOrd="0" destOrd="0" presId="urn:microsoft.com/office/officeart/2008/layout/HorizontalMultiLevelHierarchy"/>
    <dgm:cxn modelId="{446B88B3-C5DA-4A8A-875B-0E2C468A523D}" type="presParOf" srcId="{C19494BD-2E24-411D-B791-86E44ED71A06}" destId="{32697E19-DC4F-4319-B250-110E3675B025}" srcOrd="0" destOrd="0" presId="urn:microsoft.com/office/officeart/2008/layout/HorizontalMultiLevelHierarchy"/>
    <dgm:cxn modelId="{B3276B43-ED88-4039-A502-136540F2B430}" type="presParOf" srcId="{29A21B12-7544-46B2-B4DA-7BC11BA26F14}" destId="{ED9EF9F2-266D-4658-BD88-00A11E0DF968}" srcOrd="1" destOrd="0" presId="urn:microsoft.com/office/officeart/2008/layout/HorizontalMultiLevelHierarchy"/>
    <dgm:cxn modelId="{A97E58BB-DADC-41E5-B493-CB34CF6EDCEC}" type="presParOf" srcId="{ED9EF9F2-266D-4658-BD88-00A11E0DF968}" destId="{B8AD5B39-7D19-4317-9755-D26C89797DCB}" srcOrd="0" destOrd="0" presId="urn:microsoft.com/office/officeart/2008/layout/HorizontalMultiLevelHierarchy"/>
    <dgm:cxn modelId="{C4CAA9E1-0A66-41B7-AF2A-35D50572BE8B}" type="presParOf" srcId="{ED9EF9F2-266D-4658-BD88-00A11E0DF968}" destId="{F394DCFF-1412-457C-A7C9-9DEFA4ECE89D}" srcOrd="1" destOrd="0" presId="urn:microsoft.com/office/officeart/2008/layout/HorizontalMultiLevelHierarchy"/>
    <dgm:cxn modelId="{0B9CDEEC-5385-4701-A378-F851DAF03756}" type="presParOf" srcId="{29A21B12-7544-46B2-B4DA-7BC11BA26F14}" destId="{457F2009-5956-42AD-90A8-A5A7BB183368}" srcOrd="2" destOrd="0" presId="urn:microsoft.com/office/officeart/2008/layout/HorizontalMultiLevelHierarchy"/>
    <dgm:cxn modelId="{F24D490E-A6A6-46F3-862F-49CF3B716566}" type="presParOf" srcId="{457F2009-5956-42AD-90A8-A5A7BB183368}" destId="{41914CB2-D9E7-4526-A626-B17C8012F0F4}" srcOrd="0" destOrd="0" presId="urn:microsoft.com/office/officeart/2008/layout/HorizontalMultiLevelHierarchy"/>
    <dgm:cxn modelId="{FF333587-7A98-41E2-B680-F102B0C8DFD9}" type="presParOf" srcId="{29A21B12-7544-46B2-B4DA-7BC11BA26F14}" destId="{BAAA22DF-A8AD-47BA-B6EC-2C0942D4E004}" srcOrd="3" destOrd="0" presId="urn:microsoft.com/office/officeart/2008/layout/HorizontalMultiLevelHierarchy"/>
    <dgm:cxn modelId="{020E9350-C551-4A0F-99F7-FFC1BAB3C16D}" type="presParOf" srcId="{BAAA22DF-A8AD-47BA-B6EC-2C0942D4E004}" destId="{9C3F1F21-09D0-4B36-83FB-9CDCE3B49F8E}" srcOrd="0" destOrd="0" presId="urn:microsoft.com/office/officeart/2008/layout/HorizontalMultiLevelHierarchy"/>
    <dgm:cxn modelId="{CDB2267A-AC8D-47EC-B114-913E717D7AAC}" type="presParOf" srcId="{BAAA22DF-A8AD-47BA-B6EC-2C0942D4E004}" destId="{00AD15DD-FFC4-4618-A703-0B73C894204E}" srcOrd="1" destOrd="0" presId="urn:microsoft.com/office/officeart/2008/layout/HorizontalMultiLevelHierarchy"/>
    <dgm:cxn modelId="{1251EAC5-DF24-4BE1-B25A-B4D17B83D4FC}" type="presParOf" srcId="{E891F284-3A62-4F17-A731-9E3594C0713A}" destId="{B3F7B75D-82B7-4C4A-BDFE-CA808E2ACD0F}" srcOrd="2" destOrd="0" presId="urn:microsoft.com/office/officeart/2008/layout/HorizontalMultiLevelHierarchy"/>
    <dgm:cxn modelId="{408ADF87-79B3-4A42-9543-14C836B3692F}" type="presParOf" srcId="{B3F7B75D-82B7-4C4A-BDFE-CA808E2ACD0F}" destId="{7527D679-A22D-4703-8C59-383DF643DCAB}" srcOrd="0" destOrd="0" presId="urn:microsoft.com/office/officeart/2008/layout/HorizontalMultiLevelHierarchy"/>
    <dgm:cxn modelId="{678AFF1A-BF23-48FA-B725-BFEAC4FACE65}" type="presParOf" srcId="{E891F284-3A62-4F17-A731-9E3594C0713A}" destId="{DD719036-0A94-4124-AFBA-E9BAF6B082F7}" srcOrd="3" destOrd="0" presId="urn:microsoft.com/office/officeart/2008/layout/HorizontalMultiLevelHierarchy"/>
    <dgm:cxn modelId="{C5CD68CA-B29A-4D62-B3C1-6F6F4AA35A0A}" type="presParOf" srcId="{DD719036-0A94-4124-AFBA-E9BAF6B082F7}" destId="{BCD877DA-75F7-4AF8-BAF1-F7AAEB3CA6B0}" srcOrd="0" destOrd="0" presId="urn:microsoft.com/office/officeart/2008/layout/HorizontalMultiLevelHierarchy"/>
    <dgm:cxn modelId="{87402AF5-1367-4A4B-A157-9B5F852148C1}" type="presParOf" srcId="{DD719036-0A94-4124-AFBA-E9BAF6B082F7}" destId="{EA349E18-59F6-4BFD-8997-F1B57C1B6418}" srcOrd="1" destOrd="0" presId="urn:microsoft.com/office/officeart/2008/layout/HorizontalMultiLevelHierarchy"/>
    <dgm:cxn modelId="{B4D4A733-A36F-408C-9A5E-7C0084C348BD}" type="presParOf" srcId="{EA349E18-59F6-4BFD-8997-F1B57C1B6418}" destId="{397EE735-AD22-4C23-B430-7E9CBA077D02}" srcOrd="0" destOrd="0" presId="urn:microsoft.com/office/officeart/2008/layout/HorizontalMultiLevelHierarchy"/>
    <dgm:cxn modelId="{6B5A4B48-EDEA-4DFC-BA13-5AE11F2DB59E}" type="presParOf" srcId="{397EE735-AD22-4C23-B430-7E9CBA077D02}" destId="{C56E3CC2-EE53-4812-A0FA-28F049D6C5DC}" srcOrd="0" destOrd="0" presId="urn:microsoft.com/office/officeart/2008/layout/HorizontalMultiLevelHierarchy"/>
    <dgm:cxn modelId="{630980DE-15AB-4F0C-B229-A21D0D2F77CE}" type="presParOf" srcId="{EA349E18-59F6-4BFD-8997-F1B57C1B6418}" destId="{3E33B62C-97A5-4136-9065-D358C1EC3846}" srcOrd="1" destOrd="0" presId="urn:microsoft.com/office/officeart/2008/layout/HorizontalMultiLevelHierarchy"/>
    <dgm:cxn modelId="{FF6B8D96-2E2F-4E1E-BAC0-D4B01290B25E}" type="presParOf" srcId="{3E33B62C-97A5-4136-9065-D358C1EC3846}" destId="{5E8A1A1E-9FDA-4D4E-9DF5-54027F1C9A0A}" srcOrd="0" destOrd="0" presId="urn:microsoft.com/office/officeart/2008/layout/HorizontalMultiLevelHierarchy"/>
    <dgm:cxn modelId="{0B49BE79-CC2F-4823-976D-0A48FC8023BA}" type="presParOf" srcId="{3E33B62C-97A5-4136-9065-D358C1EC3846}" destId="{2AA7B76C-C6D9-4381-89D2-789F58D1FFD5}" srcOrd="1" destOrd="0" presId="urn:microsoft.com/office/officeart/2008/layout/HorizontalMultiLevelHierarchy"/>
    <dgm:cxn modelId="{1E98A19A-3F20-465C-8FE0-D208CABDAC59}" type="presParOf" srcId="{2AA7B76C-C6D9-4381-89D2-789F58D1FFD5}" destId="{75A6CAC3-4A41-4660-9BC9-A0F67D1823CA}" srcOrd="0" destOrd="0" presId="urn:microsoft.com/office/officeart/2008/layout/HorizontalMultiLevelHierarchy"/>
    <dgm:cxn modelId="{D99AFB31-223C-4B3B-937E-D5282F8AE00A}" type="presParOf" srcId="{75A6CAC3-4A41-4660-9BC9-A0F67D1823CA}" destId="{AD1BFB90-8409-4AF0-9590-D9A375BA7799}" srcOrd="0" destOrd="0" presId="urn:microsoft.com/office/officeart/2008/layout/HorizontalMultiLevelHierarchy"/>
    <dgm:cxn modelId="{2538F616-BF5F-4DFF-9D26-5FC9A36FB473}" type="presParOf" srcId="{2AA7B76C-C6D9-4381-89D2-789F58D1FFD5}" destId="{0ED4D5A8-7522-497C-BC87-E0791F9C98E8}" srcOrd="1" destOrd="0" presId="urn:microsoft.com/office/officeart/2008/layout/HorizontalMultiLevelHierarchy"/>
    <dgm:cxn modelId="{F6CA0423-8725-473D-8620-9BD9EA79A216}" type="presParOf" srcId="{0ED4D5A8-7522-497C-BC87-E0791F9C98E8}" destId="{DCD0B20A-2933-43B5-815F-28B0F76438E3}" srcOrd="0" destOrd="0" presId="urn:microsoft.com/office/officeart/2008/layout/HorizontalMultiLevelHierarchy"/>
    <dgm:cxn modelId="{54FDD4D7-1CEA-455D-9EDE-D0A2500C4BF4}" type="presParOf" srcId="{0ED4D5A8-7522-497C-BC87-E0791F9C98E8}" destId="{F4B732F3-A5DF-4AD6-AEE4-1E0B78F3808E}" srcOrd="1" destOrd="0" presId="urn:microsoft.com/office/officeart/2008/layout/HorizontalMultiLevelHierarchy"/>
    <dgm:cxn modelId="{02AE873E-F58C-48A1-A349-35DE2EE9851F}" type="presParOf" srcId="{F4B732F3-A5DF-4AD6-AEE4-1E0B78F3808E}" destId="{607BE743-82BD-4E46-BA9A-715AD33365B6}" srcOrd="0" destOrd="0" presId="urn:microsoft.com/office/officeart/2008/layout/HorizontalMultiLevelHierarchy"/>
    <dgm:cxn modelId="{0CA7422E-901B-43CB-95A3-C816EA6E5146}" type="presParOf" srcId="{607BE743-82BD-4E46-BA9A-715AD33365B6}" destId="{236C3612-5B14-4EE1-B174-A9A5A8DB32AF}" srcOrd="0" destOrd="0" presId="urn:microsoft.com/office/officeart/2008/layout/HorizontalMultiLevelHierarchy"/>
    <dgm:cxn modelId="{BA73F42D-E001-4D4B-9E3A-E957308C978C}" type="presParOf" srcId="{F4B732F3-A5DF-4AD6-AEE4-1E0B78F3808E}" destId="{7EA96994-C2D2-455C-85B8-E9EEAFF16B76}" srcOrd="1" destOrd="0" presId="urn:microsoft.com/office/officeart/2008/layout/HorizontalMultiLevelHierarchy"/>
    <dgm:cxn modelId="{03278D20-DF6D-4646-A3CD-053AD81ED289}" type="presParOf" srcId="{7EA96994-C2D2-455C-85B8-E9EEAFF16B76}" destId="{51E02E26-8924-4629-96BE-E55640F9667C}" srcOrd="0" destOrd="0" presId="urn:microsoft.com/office/officeart/2008/layout/HorizontalMultiLevelHierarchy"/>
    <dgm:cxn modelId="{651544FF-DDF2-4373-B3DE-C195A3841BBF}" type="presParOf" srcId="{7EA96994-C2D2-455C-85B8-E9EEAFF16B76}" destId="{912357D2-A0CE-460C-89A3-C1712315375D}" srcOrd="1" destOrd="0" presId="urn:microsoft.com/office/officeart/2008/layout/HorizontalMultiLevelHierarchy"/>
    <dgm:cxn modelId="{456CF214-A9BF-4F9C-99E5-35632BE9D8C0}" type="presParOf" srcId="{2AA7B76C-C6D9-4381-89D2-789F58D1FFD5}" destId="{C7DECDB2-316C-4B00-87AA-0096552935EB}" srcOrd="2" destOrd="0" presId="urn:microsoft.com/office/officeart/2008/layout/HorizontalMultiLevelHierarchy"/>
    <dgm:cxn modelId="{D8AA7021-0426-41C1-9FC2-6A4B3127BE15}" type="presParOf" srcId="{C7DECDB2-316C-4B00-87AA-0096552935EB}" destId="{E2D0599B-0E51-4D3D-BD4C-2EA4D51E7F98}" srcOrd="0" destOrd="0" presId="urn:microsoft.com/office/officeart/2008/layout/HorizontalMultiLevelHierarchy"/>
    <dgm:cxn modelId="{BFF67308-E15B-4DEC-8CC7-3C4CC0DC2076}" type="presParOf" srcId="{2AA7B76C-C6D9-4381-89D2-789F58D1FFD5}" destId="{B1389E7B-4D2E-4A9E-A661-FDB612B02CFD}" srcOrd="3" destOrd="0" presId="urn:microsoft.com/office/officeart/2008/layout/HorizontalMultiLevelHierarchy"/>
    <dgm:cxn modelId="{75D7C207-F867-418C-A930-143DA5F708DE}" type="presParOf" srcId="{B1389E7B-4D2E-4A9E-A661-FDB612B02CFD}" destId="{148551A8-5CB2-4A4D-BF07-35849578E41D}" srcOrd="0" destOrd="0" presId="urn:microsoft.com/office/officeart/2008/layout/HorizontalMultiLevelHierarchy"/>
    <dgm:cxn modelId="{74E995F5-B377-4224-B9E7-F7F48A97AA1E}" type="presParOf" srcId="{B1389E7B-4D2E-4A9E-A661-FDB612B02CFD}" destId="{25F06BDE-4C2A-4BF1-B34B-879222107E3E}" srcOrd="1" destOrd="0" presId="urn:microsoft.com/office/officeart/2008/layout/HorizontalMultiLevelHierarchy"/>
    <dgm:cxn modelId="{961CBD34-CE13-45C5-8500-212D4D2E1EAE}" type="presParOf" srcId="{25F06BDE-4C2A-4BF1-B34B-879222107E3E}" destId="{8F9CA32B-BF8E-4641-B227-30734E490606}" srcOrd="0" destOrd="0" presId="urn:microsoft.com/office/officeart/2008/layout/HorizontalMultiLevelHierarchy"/>
    <dgm:cxn modelId="{F1F8E96B-87E3-46C0-B9E4-68AF806EF837}" type="presParOf" srcId="{8F9CA32B-BF8E-4641-B227-30734E490606}" destId="{5ADB9E71-0238-4648-ACA3-BD7FC960817A}" srcOrd="0" destOrd="0" presId="urn:microsoft.com/office/officeart/2008/layout/HorizontalMultiLevelHierarchy"/>
    <dgm:cxn modelId="{294339EF-3499-456D-8F55-7BEE82721004}" type="presParOf" srcId="{25F06BDE-4C2A-4BF1-B34B-879222107E3E}" destId="{5B5004D9-1112-4ABA-9EB3-2257C31317DF}" srcOrd="1" destOrd="0" presId="urn:microsoft.com/office/officeart/2008/layout/HorizontalMultiLevelHierarchy"/>
    <dgm:cxn modelId="{27519702-35A7-4DCE-971C-6EB04259EAE5}" type="presParOf" srcId="{5B5004D9-1112-4ABA-9EB3-2257C31317DF}" destId="{B7918C06-1DA1-4848-AD70-19B40D17DBF9}" srcOrd="0" destOrd="0" presId="urn:microsoft.com/office/officeart/2008/layout/HorizontalMultiLevelHierarchy"/>
    <dgm:cxn modelId="{B99A4435-E9EB-4C1D-A9F8-7ECCBF7ADBC7}" type="presParOf" srcId="{5B5004D9-1112-4ABA-9EB3-2257C31317DF}" destId="{2F33576A-3AE1-468D-9D40-A8DD883F09A7}" srcOrd="1" destOrd="0" presId="urn:microsoft.com/office/officeart/2008/layout/HorizontalMultiLevelHierarchy"/>
    <dgm:cxn modelId="{E1272564-D621-4092-B515-183ABAEC3963}" type="presParOf" srcId="{25F06BDE-4C2A-4BF1-B34B-879222107E3E}" destId="{4E79A446-1466-4D5A-8D52-1E49D73F6641}" srcOrd="2" destOrd="0" presId="urn:microsoft.com/office/officeart/2008/layout/HorizontalMultiLevelHierarchy"/>
    <dgm:cxn modelId="{B77F1D49-9224-4BC8-9F07-9F8371E2F0C2}" type="presParOf" srcId="{4E79A446-1466-4D5A-8D52-1E49D73F6641}" destId="{0BAA452E-DFB1-49D2-8014-A4A73451BFBC}" srcOrd="0" destOrd="0" presId="urn:microsoft.com/office/officeart/2008/layout/HorizontalMultiLevelHierarchy"/>
    <dgm:cxn modelId="{F0B310B9-BB9B-4662-89A0-C9B7F049C323}" type="presParOf" srcId="{25F06BDE-4C2A-4BF1-B34B-879222107E3E}" destId="{D151EF25-386A-473E-8229-B88F057E6994}" srcOrd="3" destOrd="0" presId="urn:microsoft.com/office/officeart/2008/layout/HorizontalMultiLevelHierarchy"/>
    <dgm:cxn modelId="{F863C178-FBE0-4CB1-95F7-B3D692CA8EA7}" type="presParOf" srcId="{D151EF25-386A-473E-8229-B88F057E6994}" destId="{B55ED640-66B9-4CDD-82C2-395551E5B544}" srcOrd="0" destOrd="0" presId="urn:microsoft.com/office/officeart/2008/layout/HorizontalMultiLevelHierarchy"/>
    <dgm:cxn modelId="{0B1D87CE-2D67-469C-B0BD-804F159C3F0F}" type="presParOf" srcId="{D151EF25-386A-473E-8229-B88F057E6994}" destId="{A8429BF4-C365-4BCB-8E55-A8F1E9C95B83}" srcOrd="1" destOrd="0" presId="urn:microsoft.com/office/officeart/2008/layout/HorizontalMultiLevelHierarchy"/>
    <dgm:cxn modelId="{9DE0E1AC-9900-4C69-96AD-037A34AC20AA}" type="presParOf" srcId="{EA349E18-59F6-4BFD-8997-F1B57C1B6418}" destId="{D8DC187F-F01C-424D-8EE4-C1A833F94A14}" srcOrd="2" destOrd="0" presId="urn:microsoft.com/office/officeart/2008/layout/HorizontalMultiLevelHierarchy"/>
    <dgm:cxn modelId="{5625B119-9890-49F9-B77D-0937728C6189}" type="presParOf" srcId="{D8DC187F-F01C-424D-8EE4-C1A833F94A14}" destId="{980699BF-0B19-4214-8A19-AB574E378EFF}" srcOrd="0" destOrd="0" presId="urn:microsoft.com/office/officeart/2008/layout/HorizontalMultiLevelHierarchy"/>
    <dgm:cxn modelId="{CC3210B8-0C75-4AEE-852E-ABBC243F25B2}" type="presParOf" srcId="{EA349E18-59F6-4BFD-8997-F1B57C1B6418}" destId="{5665750E-C04A-4562-9CD6-AEA779339D21}" srcOrd="3" destOrd="0" presId="urn:microsoft.com/office/officeart/2008/layout/HorizontalMultiLevelHierarchy"/>
    <dgm:cxn modelId="{2E12CBC5-F454-4A9F-A634-54DD90D8D670}" type="presParOf" srcId="{5665750E-C04A-4562-9CD6-AEA779339D21}" destId="{AADF2D55-6422-44B7-A6EC-9C799D3A82DA}" srcOrd="0" destOrd="0" presId="urn:microsoft.com/office/officeart/2008/layout/HorizontalMultiLevelHierarchy"/>
    <dgm:cxn modelId="{CD23D9BF-3C7A-4EE3-AD2F-FD8F0680F574}" type="presParOf" srcId="{5665750E-C04A-4562-9CD6-AEA779339D21}" destId="{84377DF3-23C6-4442-A6B7-62892EE4E0B8}" srcOrd="1" destOrd="0" presId="urn:microsoft.com/office/officeart/2008/layout/HorizontalMultiLevelHierarchy"/>
    <dgm:cxn modelId="{EB639A4D-C803-4D7F-B08E-64386B6CCCC6}" type="presParOf" srcId="{84377DF3-23C6-4442-A6B7-62892EE4E0B8}" destId="{F31ACD4E-9DCD-4ED0-8B1A-34F3D62511D4}" srcOrd="0" destOrd="0" presId="urn:microsoft.com/office/officeart/2008/layout/HorizontalMultiLevelHierarchy"/>
    <dgm:cxn modelId="{3CC8E303-2CDD-4CB1-A67A-A5A16B266516}" type="presParOf" srcId="{F31ACD4E-9DCD-4ED0-8B1A-34F3D62511D4}" destId="{DFA982C3-41BE-45D2-8656-F407D54C35A1}" srcOrd="0" destOrd="0" presId="urn:microsoft.com/office/officeart/2008/layout/HorizontalMultiLevelHierarchy"/>
    <dgm:cxn modelId="{3080B6FF-7D7F-48F0-9746-566DEF63F3E1}" type="presParOf" srcId="{84377DF3-23C6-4442-A6B7-62892EE4E0B8}" destId="{43A62481-E5E9-4D37-8239-4EBE69805199}" srcOrd="1" destOrd="0" presId="urn:microsoft.com/office/officeart/2008/layout/HorizontalMultiLevelHierarchy"/>
    <dgm:cxn modelId="{94261660-D692-4C06-8627-E76532925F6A}" type="presParOf" srcId="{43A62481-E5E9-4D37-8239-4EBE69805199}" destId="{D1CE1B29-765F-42B0-93C0-658682F88013}" srcOrd="0" destOrd="0" presId="urn:microsoft.com/office/officeart/2008/layout/HorizontalMultiLevelHierarchy"/>
    <dgm:cxn modelId="{EF35B3A1-109F-474E-91B8-BE494F64B62C}" type="presParOf" srcId="{43A62481-E5E9-4D37-8239-4EBE69805199}" destId="{F74D4E29-A2C6-4988-99CD-7630FAF4CEC3}"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DF7B01-E073-4ECB-AC00-F250303E22F7}" type="doc">
      <dgm:prSet loTypeId="urn:microsoft.com/office/officeart/2008/layout/RadialCluster" loCatId="cycle" qsTypeId="urn:microsoft.com/office/officeart/2005/8/quickstyle/simple1" qsCatId="simple" csTypeId="urn:microsoft.com/office/officeart/2005/8/colors/colorful1#1" csCatId="colorful" phldr="1"/>
      <dgm:spPr/>
      <dgm:t>
        <a:bodyPr/>
        <a:lstStyle/>
        <a:p>
          <a:endParaRPr lang="en-US"/>
        </a:p>
      </dgm:t>
    </dgm:pt>
    <dgm:pt modelId="{6B970964-581B-4217-B77E-DDBE5FEEE75F}">
      <dgm:prSet phldrT="[Text]"/>
      <dgm:spPr>
        <a:xfrm>
          <a:off x="2360979" y="2046628"/>
          <a:ext cx="2707483" cy="1364487"/>
        </a:xfrm>
        <a:solidFill>
          <a:srgbClr val="002060"/>
        </a:solidFill>
        <a:ln w="25400" cap="flat" cmpd="sng" algn="ctr">
          <a:solidFill>
            <a:schemeClr val="tx1"/>
          </a:solidFill>
          <a:prstDash val="solid"/>
        </a:ln>
        <a:effectLst/>
      </dgm:spPr>
      <dgm:t>
        <a:bodyPr/>
        <a:lstStyle/>
        <a:p>
          <a:r>
            <a:rPr lang="en-US" b="1" dirty="0" err="1">
              <a:solidFill>
                <a:sysClr val="window" lastClr="FFFFFF"/>
              </a:solidFill>
              <a:latin typeface="Times New Roman" pitchFamily="18" charset="0"/>
              <a:ea typeface="+mn-ea"/>
              <a:cs typeface="Times New Roman" pitchFamily="18" charset="0"/>
            </a:rPr>
            <a:t>Ứng</a:t>
          </a:r>
          <a:r>
            <a:rPr lang="en-US" b="1" dirty="0">
              <a:solidFill>
                <a:sysClr val="window" lastClr="FFFFFF"/>
              </a:solidFill>
              <a:latin typeface="Times New Roman" pitchFamily="18" charset="0"/>
              <a:ea typeface="+mn-ea"/>
              <a:cs typeface="Times New Roman" pitchFamily="18" charset="0"/>
            </a:rPr>
            <a:t> </a:t>
          </a:r>
          <a:r>
            <a:rPr lang="en-US" b="1" dirty="0" err="1">
              <a:solidFill>
                <a:sysClr val="window" lastClr="FFFFFF"/>
              </a:solidFill>
              <a:latin typeface="Times New Roman" pitchFamily="18" charset="0"/>
              <a:ea typeface="+mn-ea"/>
              <a:cs typeface="Times New Roman" pitchFamily="18" charset="0"/>
            </a:rPr>
            <a:t>dụng</a:t>
          </a:r>
          <a:endParaRPr lang="en-US" b="1" dirty="0">
            <a:solidFill>
              <a:sysClr val="window" lastClr="FFFFFF"/>
            </a:solidFill>
            <a:latin typeface="Times New Roman" pitchFamily="18" charset="0"/>
            <a:ea typeface="+mn-ea"/>
            <a:cs typeface="Times New Roman" pitchFamily="18" charset="0"/>
          </a:endParaRPr>
        </a:p>
      </dgm:t>
    </dgm:pt>
    <dgm:pt modelId="{4E3DE866-355D-4314-9738-1F92636D6D80}" type="parTrans" cxnId="{2F4DF8E6-9054-4E23-AB43-4DD6A7628847}">
      <dgm:prSet/>
      <dgm:spPr/>
      <dgm:t>
        <a:bodyPr/>
        <a:lstStyle/>
        <a:p>
          <a:endParaRPr lang="en-US" b="1">
            <a:latin typeface="Times New Roman" pitchFamily="18" charset="0"/>
            <a:cs typeface="Times New Roman" pitchFamily="18" charset="0"/>
          </a:endParaRPr>
        </a:p>
      </dgm:t>
    </dgm:pt>
    <dgm:pt modelId="{9C17CEFC-1FE8-47F9-86A6-A6C8ECA85062}" type="sibTrans" cxnId="{2F4DF8E6-9054-4E23-AB43-4DD6A7628847}">
      <dgm:prSet/>
      <dgm:spPr/>
      <dgm:t>
        <a:bodyPr/>
        <a:lstStyle/>
        <a:p>
          <a:endParaRPr lang="en-US" b="1">
            <a:latin typeface="Times New Roman" pitchFamily="18" charset="0"/>
            <a:cs typeface="Times New Roman" pitchFamily="18" charset="0"/>
          </a:endParaRPr>
        </a:p>
      </dgm:t>
    </dgm:pt>
    <dgm:pt modelId="{262FD80E-1BCF-45CE-8F9F-E4549870A0F2}">
      <dgm:prSet phldrT="[Text]"/>
      <dgm:spPr>
        <a:xfrm>
          <a:off x="2585018" y="238610"/>
          <a:ext cx="2259404" cy="1092555"/>
        </a:xfrm>
        <a:gradFill flip="none" rotWithShape="0">
          <a:gsLst>
            <a:gs pos="0">
              <a:srgbClr val="FF0000">
                <a:shade val="30000"/>
                <a:satMod val="115000"/>
              </a:srgbClr>
            </a:gs>
            <a:gs pos="50000">
              <a:srgbClr val="FF0000">
                <a:shade val="67500"/>
                <a:satMod val="115000"/>
              </a:srgbClr>
            </a:gs>
            <a:gs pos="100000">
              <a:srgbClr val="FF0000">
                <a:shade val="100000"/>
                <a:satMod val="115000"/>
              </a:srgbClr>
            </a:gs>
          </a:gsLst>
          <a:lin ang="8100000" scaled="1"/>
          <a:tileRect/>
        </a:gradFill>
        <a:ln w="25400" cap="flat" cmpd="sng" algn="ctr">
          <a:solidFill>
            <a:schemeClr val="tx1"/>
          </a:solidFill>
          <a:prstDash val="solid"/>
        </a:ln>
        <a:effectLst/>
      </dgm:spPr>
      <dgm:t>
        <a:bodyPr/>
        <a:lstStyle/>
        <a:p>
          <a:r>
            <a:rPr lang="en-US" b="1" dirty="0" err="1">
              <a:solidFill>
                <a:sysClr val="window" lastClr="FFFFFF"/>
              </a:solidFill>
              <a:latin typeface="Times New Roman" pitchFamily="18" charset="0"/>
              <a:ea typeface="+mn-ea"/>
              <a:cs typeface="Times New Roman" pitchFamily="18" charset="0"/>
            </a:rPr>
            <a:t>Chuẩn</a:t>
          </a:r>
          <a:r>
            <a:rPr lang="en-US" b="1" dirty="0">
              <a:solidFill>
                <a:sysClr val="window" lastClr="FFFFFF"/>
              </a:solidFill>
              <a:latin typeface="Times New Roman" pitchFamily="18" charset="0"/>
              <a:ea typeface="+mn-ea"/>
              <a:cs typeface="Times New Roman" pitchFamily="18" charset="0"/>
            </a:rPr>
            <a:t> </a:t>
          </a:r>
          <a:r>
            <a:rPr lang="en-US" b="1" dirty="0" err="1">
              <a:solidFill>
                <a:sysClr val="window" lastClr="FFFFFF"/>
              </a:solidFill>
              <a:latin typeface="Times New Roman" pitchFamily="18" charset="0"/>
              <a:ea typeface="+mn-ea"/>
              <a:cs typeface="Times New Roman" pitchFamily="18" charset="0"/>
            </a:rPr>
            <a:t>độ</a:t>
          </a:r>
          <a:r>
            <a:rPr lang="en-US" b="1" dirty="0">
              <a:solidFill>
                <a:sysClr val="window" lastClr="FFFFFF"/>
              </a:solidFill>
              <a:latin typeface="Times New Roman" pitchFamily="18" charset="0"/>
              <a:ea typeface="+mn-ea"/>
              <a:cs typeface="Times New Roman" pitchFamily="18" charset="0"/>
            </a:rPr>
            <a:t> acid-</a:t>
          </a:r>
          <a:r>
            <a:rPr lang="en-US" b="1" dirty="0" err="1">
              <a:solidFill>
                <a:sysClr val="window" lastClr="FFFFFF"/>
              </a:solidFill>
              <a:latin typeface="Times New Roman" pitchFamily="18" charset="0"/>
              <a:ea typeface="+mn-ea"/>
              <a:cs typeface="Times New Roman" pitchFamily="18" charset="0"/>
            </a:rPr>
            <a:t>bazơ</a:t>
          </a:r>
          <a:endParaRPr lang="en-US" b="1" dirty="0">
            <a:solidFill>
              <a:sysClr val="window" lastClr="FFFFFF"/>
            </a:solidFill>
            <a:latin typeface="Times New Roman" pitchFamily="18" charset="0"/>
            <a:ea typeface="+mn-ea"/>
            <a:cs typeface="Times New Roman" pitchFamily="18" charset="0"/>
          </a:endParaRPr>
        </a:p>
      </dgm:t>
    </dgm:pt>
    <dgm:pt modelId="{0501C747-B8FA-4B7D-8211-9F216EAE3DD4}" type="parTrans" cxnId="{7178E1ED-618A-4588-8C22-DAF232337657}">
      <dgm:prSet/>
      <dgm:spPr>
        <a:xfrm rot="16200000">
          <a:off x="3356990" y="1688897"/>
          <a:ext cx="715462" cy="0"/>
        </a:xfrm>
        <a:noFill/>
        <a:ln w="25400" cap="flat" cmpd="sng" algn="ctr">
          <a:solidFill>
            <a:srgbClr val="C0504D">
              <a:hueOff val="0"/>
              <a:satOff val="0"/>
              <a:lumOff val="0"/>
              <a:alphaOff val="0"/>
            </a:srgbClr>
          </a:solidFill>
          <a:prstDash val="solid"/>
        </a:ln>
        <a:effectLst/>
      </dgm:spPr>
      <dgm:t>
        <a:bodyPr/>
        <a:lstStyle/>
        <a:p>
          <a:endParaRPr lang="en-US" b="1">
            <a:latin typeface="Times New Roman" pitchFamily="18" charset="0"/>
            <a:cs typeface="Times New Roman" pitchFamily="18" charset="0"/>
          </a:endParaRPr>
        </a:p>
      </dgm:t>
    </dgm:pt>
    <dgm:pt modelId="{2D3C6D69-54F9-40F3-B516-6DAA478CA984}" type="sibTrans" cxnId="{7178E1ED-618A-4588-8C22-DAF232337657}">
      <dgm:prSet/>
      <dgm:spPr/>
      <dgm:t>
        <a:bodyPr/>
        <a:lstStyle/>
        <a:p>
          <a:endParaRPr lang="en-US" b="1">
            <a:latin typeface="Times New Roman" pitchFamily="18" charset="0"/>
            <a:cs typeface="Times New Roman" pitchFamily="18" charset="0"/>
          </a:endParaRPr>
        </a:p>
      </dgm:t>
    </dgm:pt>
    <dgm:pt modelId="{4D2CC96C-21A2-498F-B092-EBCAD2442FB1}">
      <dgm:prSet phldrT="[Text]"/>
      <dgm:spPr>
        <a:xfrm>
          <a:off x="5304094" y="2171522"/>
          <a:ext cx="2087305" cy="1092555"/>
        </a:xfrm>
        <a:solidFill>
          <a:srgbClr val="FFFF00"/>
        </a:solidFill>
        <a:ln w="25400" cap="flat" cmpd="sng" algn="ctr">
          <a:solidFill>
            <a:schemeClr val="tx1"/>
          </a:solidFill>
          <a:prstDash val="solid"/>
        </a:ln>
        <a:effectLst/>
      </dgm:spPr>
      <dgm:t>
        <a:bodyPr/>
        <a:lstStyle/>
        <a:p>
          <a:r>
            <a:rPr lang="en-US" b="1">
              <a:solidFill>
                <a:srgbClr val="002060"/>
              </a:solidFill>
              <a:latin typeface="Times New Roman" pitchFamily="18" charset="0"/>
              <a:ea typeface="+mn-ea"/>
              <a:cs typeface="Times New Roman" pitchFamily="18" charset="0"/>
            </a:rPr>
            <a:t>Chuẩn độ oxy hóa- khử</a:t>
          </a:r>
        </a:p>
      </dgm:t>
    </dgm:pt>
    <dgm:pt modelId="{703E329C-3726-4471-B75E-AC4E77D8006D}" type="parTrans" cxnId="{0F03A678-7D67-4893-B885-F3685B251118}">
      <dgm:prSet/>
      <dgm:spPr>
        <a:xfrm rot="21585544">
          <a:off x="5068461" y="2722684"/>
          <a:ext cx="235633" cy="0"/>
        </a:xfrm>
        <a:noFill/>
        <a:ln w="25400" cap="flat" cmpd="sng" algn="ctr">
          <a:solidFill>
            <a:srgbClr val="C0504D">
              <a:hueOff val="0"/>
              <a:satOff val="0"/>
              <a:lumOff val="0"/>
              <a:alphaOff val="0"/>
            </a:srgbClr>
          </a:solidFill>
          <a:prstDash val="solid"/>
        </a:ln>
        <a:effectLst/>
      </dgm:spPr>
      <dgm:t>
        <a:bodyPr/>
        <a:lstStyle/>
        <a:p>
          <a:endParaRPr lang="en-US" b="1">
            <a:latin typeface="Times New Roman" pitchFamily="18" charset="0"/>
            <a:cs typeface="Times New Roman" pitchFamily="18" charset="0"/>
          </a:endParaRPr>
        </a:p>
      </dgm:t>
    </dgm:pt>
    <dgm:pt modelId="{71479859-A81D-492A-A79C-6E77B1680FB8}" type="sibTrans" cxnId="{0F03A678-7D67-4893-B885-F3685B251118}">
      <dgm:prSet/>
      <dgm:spPr/>
      <dgm:t>
        <a:bodyPr/>
        <a:lstStyle/>
        <a:p>
          <a:endParaRPr lang="en-US" b="1">
            <a:latin typeface="Times New Roman" pitchFamily="18" charset="0"/>
            <a:cs typeface="Times New Roman" pitchFamily="18" charset="0"/>
          </a:endParaRPr>
        </a:p>
      </dgm:t>
    </dgm:pt>
    <dgm:pt modelId="{28A85015-CA1C-43D8-BEDA-5712B2A3B0B9}">
      <dgm:prSet phldrT="[Text]"/>
      <dgm:spPr>
        <a:xfrm>
          <a:off x="2585018" y="4159904"/>
          <a:ext cx="2259404" cy="1092555"/>
        </a:xfrm>
        <a:gradFill flip="none" rotWithShape="0">
          <a:gsLst>
            <a:gs pos="0">
              <a:srgbClr val="00B050">
                <a:shade val="30000"/>
                <a:satMod val="115000"/>
              </a:srgbClr>
            </a:gs>
            <a:gs pos="50000">
              <a:srgbClr val="00B050">
                <a:shade val="67500"/>
                <a:satMod val="115000"/>
              </a:srgbClr>
            </a:gs>
            <a:gs pos="100000">
              <a:srgbClr val="00B050">
                <a:shade val="100000"/>
                <a:satMod val="115000"/>
              </a:srgbClr>
            </a:gs>
          </a:gsLst>
          <a:lin ang="8100000" scaled="1"/>
          <a:tileRect/>
        </a:gradFill>
        <a:ln w="25400" cap="flat" cmpd="sng" algn="ctr">
          <a:solidFill>
            <a:schemeClr val="tx1"/>
          </a:solidFill>
          <a:prstDash val="solid"/>
        </a:ln>
        <a:effectLst/>
      </dgm:spPr>
      <dgm:t>
        <a:bodyPr/>
        <a:lstStyle/>
        <a:p>
          <a:r>
            <a:rPr lang="en-US" b="1" dirty="0" err="1">
              <a:solidFill>
                <a:sysClr val="window" lastClr="FFFFFF"/>
              </a:solidFill>
              <a:latin typeface="Times New Roman" pitchFamily="18" charset="0"/>
              <a:ea typeface="+mn-ea"/>
              <a:cs typeface="Times New Roman" pitchFamily="18" charset="0"/>
            </a:rPr>
            <a:t>Chuẩn</a:t>
          </a:r>
          <a:r>
            <a:rPr lang="en-US" b="1" dirty="0">
              <a:solidFill>
                <a:sysClr val="window" lastClr="FFFFFF"/>
              </a:solidFill>
              <a:latin typeface="Times New Roman" pitchFamily="18" charset="0"/>
              <a:ea typeface="+mn-ea"/>
              <a:cs typeface="Times New Roman" pitchFamily="18" charset="0"/>
            </a:rPr>
            <a:t> </a:t>
          </a:r>
          <a:r>
            <a:rPr lang="en-US" b="1" dirty="0" err="1">
              <a:solidFill>
                <a:sysClr val="window" lastClr="FFFFFF"/>
              </a:solidFill>
              <a:latin typeface="Times New Roman" pitchFamily="18" charset="0"/>
              <a:ea typeface="+mn-ea"/>
              <a:cs typeface="Times New Roman" pitchFamily="18" charset="0"/>
            </a:rPr>
            <a:t>độ</a:t>
          </a:r>
          <a:r>
            <a:rPr lang="en-US" b="1" dirty="0">
              <a:solidFill>
                <a:sysClr val="window" lastClr="FFFFFF"/>
              </a:solidFill>
              <a:latin typeface="Times New Roman" pitchFamily="18" charset="0"/>
              <a:ea typeface="+mn-ea"/>
              <a:cs typeface="Times New Roman" pitchFamily="18" charset="0"/>
            </a:rPr>
            <a:t> </a:t>
          </a:r>
          <a:r>
            <a:rPr lang="en-US" b="1" dirty="0" err="1">
              <a:solidFill>
                <a:sysClr val="window" lastClr="FFFFFF"/>
              </a:solidFill>
              <a:latin typeface="Times New Roman" pitchFamily="18" charset="0"/>
              <a:ea typeface="+mn-ea"/>
              <a:cs typeface="Times New Roman" pitchFamily="18" charset="0"/>
            </a:rPr>
            <a:t>phức</a:t>
          </a:r>
          <a:r>
            <a:rPr lang="en-US" b="1" dirty="0">
              <a:solidFill>
                <a:sysClr val="window" lastClr="FFFFFF"/>
              </a:solidFill>
              <a:latin typeface="Times New Roman" pitchFamily="18" charset="0"/>
              <a:ea typeface="+mn-ea"/>
              <a:cs typeface="Times New Roman" pitchFamily="18" charset="0"/>
            </a:rPr>
            <a:t> </a:t>
          </a:r>
          <a:r>
            <a:rPr lang="en-US" b="1" dirty="0" err="1">
              <a:solidFill>
                <a:sysClr val="window" lastClr="FFFFFF"/>
              </a:solidFill>
              <a:latin typeface="Times New Roman" pitchFamily="18" charset="0"/>
              <a:ea typeface="+mn-ea"/>
              <a:cs typeface="Times New Roman" pitchFamily="18" charset="0"/>
            </a:rPr>
            <a:t>chất</a:t>
          </a:r>
          <a:r>
            <a:rPr lang="en-US" b="1" dirty="0">
              <a:solidFill>
                <a:sysClr val="window" lastClr="FFFFFF"/>
              </a:solidFill>
              <a:latin typeface="Times New Roman" pitchFamily="18" charset="0"/>
              <a:ea typeface="+mn-ea"/>
              <a:cs typeface="Times New Roman" pitchFamily="18" charset="0"/>
            </a:rPr>
            <a:t> (</a:t>
          </a:r>
          <a:r>
            <a:rPr lang="en-US" b="1" dirty="0" err="1">
              <a:solidFill>
                <a:sysClr val="window" lastClr="FFFFFF"/>
              </a:solidFill>
              <a:latin typeface="Times New Roman" pitchFamily="18" charset="0"/>
              <a:ea typeface="+mn-ea"/>
              <a:cs typeface="Times New Roman" pitchFamily="18" charset="0"/>
            </a:rPr>
            <a:t>ít</a:t>
          </a:r>
          <a:r>
            <a:rPr lang="en-US" b="1" dirty="0">
              <a:solidFill>
                <a:sysClr val="window" lastClr="FFFFFF"/>
              </a:solidFill>
              <a:latin typeface="Times New Roman" pitchFamily="18" charset="0"/>
              <a:ea typeface="+mn-ea"/>
              <a:cs typeface="Times New Roman" pitchFamily="18" charset="0"/>
            </a:rPr>
            <a:t>)</a:t>
          </a:r>
        </a:p>
      </dgm:t>
    </dgm:pt>
    <dgm:pt modelId="{6B414FCF-A307-40B4-B245-4A0B03B1E00E}" type="parTrans" cxnId="{D3007DE0-CC94-4304-9B8D-5C179E2AF08C}">
      <dgm:prSet/>
      <dgm:spPr>
        <a:xfrm rot="5400000">
          <a:off x="3340327" y="3785510"/>
          <a:ext cx="748788" cy="0"/>
        </a:xfrm>
        <a:noFill/>
        <a:ln w="25400" cap="flat" cmpd="sng" algn="ctr">
          <a:solidFill>
            <a:srgbClr val="C0504D">
              <a:hueOff val="0"/>
              <a:satOff val="0"/>
              <a:lumOff val="0"/>
              <a:alphaOff val="0"/>
            </a:srgbClr>
          </a:solidFill>
          <a:prstDash val="solid"/>
        </a:ln>
        <a:effectLst/>
      </dgm:spPr>
      <dgm:t>
        <a:bodyPr/>
        <a:lstStyle/>
        <a:p>
          <a:endParaRPr lang="en-US" b="1">
            <a:latin typeface="Times New Roman" pitchFamily="18" charset="0"/>
            <a:cs typeface="Times New Roman" pitchFamily="18" charset="0"/>
          </a:endParaRPr>
        </a:p>
      </dgm:t>
    </dgm:pt>
    <dgm:pt modelId="{851C4FB6-721A-4F20-B64B-417153428B5F}" type="sibTrans" cxnId="{D3007DE0-CC94-4304-9B8D-5C179E2AF08C}">
      <dgm:prSet/>
      <dgm:spPr/>
      <dgm:t>
        <a:bodyPr/>
        <a:lstStyle/>
        <a:p>
          <a:endParaRPr lang="en-US" b="1">
            <a:latin typeface="Times New Roman" pitchFamily="18" charset="0"/>
            <a:cs typeface="Times New Roman" pitchFamily="18" charset="0"/>
          </a:endParaRPr>
        </a:p>
      </dgm:t>
    </dgm:pt>
    <dgm:pt modelId="{38ECEF62-F1A9-4168-9BF8-17934E57FFDB}">
      <dgm:prSet phldrT="[Text]"/>
      <dgm:spPr>
        <a:xfrm>
          <a:off x="0" y="2140251"/>
          <a:ext cx="2163391" cy="1092555"/>
        </a:xfrm>
        <a:solidFill>
          <a:srgbClr val="FFC000"/>
        </a:solidFill>
        <a:ln w="25400" cap="flat" cmpd="sng" algn="ctr">
          <a:solidFill>
            <a:schemeClr val="tx1"/>
          </a:solidFill>
          <a:prstDash val="solid"/>
        </a:ln>
        <a:effectLst/>
      </dgm:spPr>
      <dgm:t>
        <a:bodyPr/>
        <a:lstStyle/>
        <a:p>
          <a:r>
            <a:rPr lang="en-US" b="1" dirty="0" err="1">
              <a:solidFill>
                <a:srgbClr val="002060"/>
              </a:solidFill>
              <a:latin typeface="Times New Roman" pitchFamily="18" charset="0"/>
              <a:ea typeface="+mn-ea"/>
              <a:cs typeface="Times New Roman" pitchFamily="18" charset="0"/>
            </a:rPr>
            <a:t>Chuẩn</a:t>
          </a:r>
          <a:r>
            <a:rPr lang="en-US" b="1" dirty="0">
              <a:solidFill>
                <a:srgbClr val="002060"/>
              </a:solidFill>
              <a:latin typeface="Times New Roman" pitchFamily="18" charset="0"/>
              <a:ea typeface="+mn-ea"/>
              <a:cs typeface="Times New Roman" pitchFamily="18" charset="0"/>
            </a:rPr>
            <a:t> </a:t>
          </a:r>
          <a:r>
            <a:rPr lang="en-US" b="1" dirty="0" err="1">
              <a:solidFill>
                <a:srgbClr val="002060"/>
              </a:solidFill>
              <a:latin typeface="Times New Roman" pitchFamily="18" charset="0"/>
              <a:ea typeface="+mn-ea"/>
              <a:cs typeface="Times New Roman" pitchFamily="18" charset="0"/>
            </a:rPr>
            <a:t>độ</a:t>
          </a:r>
          <a:r>
            <a:rPr lang="en-US" b="1" dirty="0">
              <a:solidFill>
                <a:srgbClr val="002060"/>
              </a:solidFill>
              <a:latin typeface="Times New Roman" pitchFamily="18" charset="0"/>
              <a:ea typeface="+mn-ea"/>
              <a:cs typeface="Times New Roman" pitchFamily="18" charset="0"/>
            </a:rPr>
            <a:t> </a:t>
          </a:r>
          <a:r>
            <a:rPr lang="en-US" b="1" dirty="0" err="1">
              <a:solidFill>
                <a:srgbClr val="002060"/>
              </a:solidFill>
              <a:latin typeface="Times New Roman" pitchFamily="18" charset="0"/>
              <a:ea typeface="+mn-ea"/>
              <a:cs typeface="Times New Roman" pitchFamily="18" charset="0"/>
            </a:rPr>
            <a:t>kết</a:t>
          </a:r>
          <a:r>
            <a:rPr lang="en-US" b="1" dirty="0">
              <a:solidFill>
                <a:srgbClr val="002060"/>
              </a:solidFill>
              <a:latin typeface="Times New Roman" pitchFamily="18" charset="0"/>
              <a:ea typeface="+mn-ea"/>
              <a:cs typeface="Times New Roman" pitchFamily="18" charset="0"/>
            </a:rPr>
            <a:t> </a:t>
          </a:r>
          <a:r>
            <a:rPr lang="en-US" b="1" dirty="0" err="1">
              <a:solidFill>
                <a:srgbClr val="002060"/>
              </a:solidFill>
              <a:latin typeface="Times New Roman" pitchFamily="18" charset="0"/>
              <a:ea typeface="+mn-ea"/>
              <a:cs typeface="Times New Roman" pitchFamily="18" charset="0"/>
            </a:rPr>
            <a:t>tủa</a:t>
          </a:r>
          <a:endParaRPr lang="en-US" b="1" dirty="0">
            <a:solidFill>
              <a:srgbClr val="002060"/>
            </a:solidFill>
            <a:latin typeface="Times New Roman" pitchFamily="18" charset="0"/>
            <a:ea typeface="+mn-ea"/>
            <a:cs typeface="Times New Roman" pitchFamily="18" charset="0"/>
          </a:endParaRPr>
        </a:p>
      </dgm:t>
    </dgm:pt>
    <dgm:pt modelId="{A6A23494-08ED-45B8-9669-636575905626}" type="parTrans" cxnId="{736984F5-4E3D-48E5-AB71-057B7E0FAD80}">
      <dgm:prSet/>
      <dgm:spPr>
        <a:xfrm rot="10855279">
          <a:off x="2163378" y="2705513"/>
          <a:ext cx="197614" cy="0"/>
        </a:xfrm>
        <a:noFill/>
        <a:ln w="25400" cap="flat" cmpd="sng" algn="ctr">
          <a:solidFill>
            <a:srgbClr val="C0504D">
              <a:hueOff val="0"/>
              <a:satOff val="0"/>
              <a:lumOff val="0"/>
              <a:alphaOff val="0"/>
            </a:srgbClr>
          </a:solidFill>
          <a:prstDash val="solid"/>
        </a:ln>
        <a:effectLst/>
      </dgm:spPr>
      <dgm:t>
        <a:bodyPr/>
        <a:lstStyle/>
        <a:p>
          <a:endParaRPr lang="en-US" b="1">
            <a:latin typeface="Times New Roman" pitchFamily="18" charset="0"/>
            <a:cs typeface="Times New Roman" pitchFamily="18" charset="0"/>
          </a:endParaRPr>
        </a:p>
      </dgm:t>
    </dgm:pt>
    <dgm:pt modelId="{7A3189A3-41EE-467D-9841-1FFCC44B398E}" type="sibTrans" cxnId="{736984F5-4E3D-48E5-AB71-057B7E0FAD80}">
      <dgm:prSet/>
      <dgm:spPr/>
      <dgm:t>
        <a:bodyPr/>
        <a:lstStyle/>
        <a:p>
          <a:endParaRPr lang="en-US" b="1">
            <a:latin typeface="Times New Roman" pitchFamily="18" charset="0"/>
            <a:cs typeface="Times New Roman" pitchFamily="18" charset="0"/>
          </a:endParaRPr>
        </a:p>
      </dgm:t>
    </dgm:pt>
    <dgm:pt modelId="{A73571ED-429F-4C66-8197-F6642E37115A}" type="pres">
      <dgm:prSet presAssocID="{32DF7B01-E073-4ECB-AC00-F250303E22F7}" presName="Name0" presStyleCnt="0">
        <dgm:presLayoutVars>
          <dgm:chMax val="1"/>
          <dgm:chPref val="1"/>
          <dgm:dir/>
          <dgm:animOne val="branch"/>
          <dgm:animLvl val="lvl"/>
        </dgm:presLayoutVars>
      </dgm:prSet>
      <dgm:spPr/>
      <dgm:t>
        <a:bodyPr/>
        <a:lstStyle/>
        <a:p>
          <a:endParaRPr lang="en-US"/>
        </a:p>
      </dgm:t>
    </dgm:pt>
    <dgm:pt modelId="{D831ADBE-6A21-4F70-9F4E-F81735F001F8}" type="pres">
      <dgm:prSet presAssocID="{6B970964-581B-4217-B77E-DDBE5FEEE75F}" presName="singleCycle" presStyleCnt="0"/>
      <dgm:spPr/>
    </dgm:pt>
    <dgm:pt modelId="{194C263B-40F9-4323-9179-738563B18B17}" type="pres">
      <dgm:prSet presAssocID="{6B970964-581B-4217-B77E-DDBE5FEEE75F}" presName="singleCenter" presStyleLbl="node1" presStyleIdx="0" presStyleCnt="5" custScaleX="166034" custScaleY="83676" custLinFactNeighborX="0" custLinFactNeighborY="255">
        <dgm:presLayoutVars>
          <dgm:chMax val="7"/>
          <dgm:chPref val="7"/>
        </dgm:presLayoutVars>
      </dgm:prSet>
      <dgm:spPr>
        <a:prstGeom prst="roundRect">
          <a:avLst/>
        </a:prstGeom>
      </dgm:spPr>
      <dgm:t>
        <a:bodyPr/>
        <a:lstStyle/>
        <a:p>
          <a:endParaRPr lang="en-US"/>
        </a:p>
      </dgm:t>
    </dgm:pt>
    <dgm:pt modelId="{94BEB8AE-BC9C-4BCD-B05D-CCCD7C2D10D0}" type="pres">
      <dgm:prSet presAssocID="{0501C747-B8FA-4B7D-8211-9F216EAE3DD4}" presName="Name56" presStyleLbl="parChTrans1D2" presStyleIdx="0" presStyleCnt="4"/>
      <dgm:spPr>
        <a:custGeom>
          <a:avLst/>
          <a:gdLst/>
          <a:ahLst/>
          <a:cxnLst/>
          <a:rect l="0" t="0" r="0" b="0"/>
          <a:pathLst>
            <a:path>
              <a:moveTo>
                <a:pt x="0" y="0"/>
              </a:moveTo>
              <a:lnTo>
                <a:pt x="715462" y="0"/>
              </a:lnTo>
            </a:path>
          </a:pathLst>
        </a:custGeom>
      </dgm:spPr>
      <dgm:t>
        <a:bodyPr/>
        <a:lstStyle/>
        <a:p>
          <a:endParaRPr lang="en-US"/>
        </a:p>
      </dgm:t>
    </dgm:pt>
    <dgm:pt modelId="{2211CE55-2B89-4B42-BC94-5437A683B1B2}" type="pres">
      <dgm:prSet presAssocID="{262FD80E-1BCF-45CE-8F9F-E4549870A0F2}" presName="text0" presStyleLbl="node1" presStyleIdx="1" presStyleCnt="5" custScaleX="206800" custRadScaleRad="89031">
        <dgm:presLayoutVars>
          <dgm:bulletEnabled val="1"/>
        </dgm:presLayoutVars>
      </dgm:prSet>
      <dgm:spPr>
        <a:prstGeom prst="roundRect">
          <a:avLst/>
        </a:prstGeom>
      </dgm:spPr>
      <dgm:t>
        <a:bodyPr/>
        <a:lstStyle/>
        <a:p>
          <a:endParaRPr lang="en-US"/>
        </a:p>
      </dgm:t>
    </dgm:pt>
    <dgm:pt modelId="{A1167671-9B6A-4480-B0AD-2C8629A52D20}" type="pres">
      <dgm:prSet presAssocID="{703E329C-3726-4471-B75E-AC4E77D8006D}" presName="Name56" presStyleLbl="parChTrans1D2" presStyleIdx="1" presStyleCnt="4"/>
      <dgm:spPr>
        <a:custGeom>
          <a:avLst/>
          <a:gdLst/>
          <a:ahLst/>
          <a:cxnLst/>
          <a:rect l="0" t="0" r="0" b="0"/>
          <a:pathLst>
            <a:path>
              <a:moveTo>
                <a:pt x="0" y="0"/>
              </a:moveTo>
              <a:lnTo>
                <a:pt x="235633" y="0"/>
              </a:lnTo>
            </a:path>
          </a:pathLst>
        </a:custGeom>
      </dgm:spPr>
      <dgm:t>
        <a:bodyPr/>
        <a:lstStyle/>
        <a:p>
          <a:endParaRPr lang="en-US"/>
        </a:p>
      </dgm:t>
    </dgm:pt>
    <dgm:pt modelId="{2C1168D2-0975-400A-88E9-0EEAEBADEB3A}" type="pres">
      <dgm:prSet presAssocID="{4D2CC96C-21A2-498F-B092-EBCAD2442FB1}" presName="text0" presStyleLbl="node1" presStyleIdx="2" presStyleCnt="5" custScaleX="191048" custRadScaleRad="120903" custRadScaleInc="-607">
        <dgm:presLayoutVars>
          <dgm:bulletEnabled val="1"/>
        </dgm:presLayoutVars>
      </dgm:prSet>
      <dgm:spPr>
        <a:prstGeom prst="roundRect">
          <a:avLst/>
        </a:prstGeom>
      </dgm:spPr>
      <dgm:t>
        <a:bodyPr/>
        <a:lstStyle/>
        <a:p>
          <a:endParaRPr lang="en-US"/>
        </a:p>
      </dgm:t>
    </dgm:pt>
    <dgm:pt modelId="{3D73209A-B7A4-44B2-B5B2-51F225389F9F}" type="pres">
      <dgm:prSet presAssocID="{6B414FCF-A307-40B4-B245-4A0B03B1E00E}" presName="Name56" presStyleLbl="parChTrans1D2" presStyleIdx="2" presStyleCnt="4"/>
      <dgm:spPr>
        <a:custGeom>
          <a:avLst/>
          <a:gdLst/>
          <a:ahLst/>
          <a:cxnLst/>
          <a:rect l="0" t="0" r="0" b="0"/>
          <a:pathLst>
            <a:path>
              <a:moveTo>
                <a:pt x="0" y="0"/>
              </a:moveTo>
              <a:lnTo>
                <a:pt x="748788" y="0"/>
              </a:lnTo>
            </a:path>
          </a:pathLst>
        </a:custGeom>
      </dgm:spPr>
      <dgm:t>
        <a:bodyPr/>
        <a:lstStyle/>
        <a:p>
          <a:endParaRPr lang="en-US"/>
        </a:p>
      </dgm:t>
    </dgm:pt>
    <dgm:pt modelId="{6E2BF6B0-18F4-4469-835F-EE455243552B}" type="pres">
      <dgm:prSet presAssocID="{28A85015-CA1C-43D8-BEDA-5712B2A3B0B9}" presName="text0" presStyleLbl="node1" presStyleIdx="3" presStyleCnt="5" custScaleX="206800" custRadScaleRad="91586">
        <dgm:presLayoutVars>
          <dgm:bulletEnabled val="1"/>
        </dgm:presLayoutVars>
      </dgm:prSet>
      <dgm:spPr>
        <a:prstGeom prst="roundRect">
          <a:avLst/>
        </a:prstGeom>
      </dgm:spPr>
      <dgm:t>
        <a:bodyPr/>
        <a:lstStyle/>
        <a:p>
          <a:endParaRPr lang="en-US"/>
        </a:p>
      </dgm:t>
    </dgm:pt>
    <dgm:pt modelId="{6092BAEF-26C6-42AD-A07C-91F924C27F09}" type="pres">
      <dgm:prSet presAssocID="{A6A23494-08ED-45B8-9669-636575905626}" presName="Name56" presStyleLbl="parChTrans1D2" presStyleIdx="3" presStyleCnt="4"/>
      <dgm:spPr>
        <a:custGeom>
          <a:avLst/>
          <a:gdLst/>
          <a:ahLst/>
          <a:cxnLst/>
          <a:rect l="0" t="0" r="0" b="0"/>
          <a:pathLst>
            <a:path>
              <a:moveTo>
                <a:pt x="0" y="0"/>
              </a:moveTo>
              <a:lnTo>
                <a:pt x="197614" y="0"/>
              </a:lnTo>
            </a:path>
          </a:pathLst>
        </a:custGeom>
      </dgm:spPr>
      <dgm:t>
        <a:bodyPr/>
        <a:lstStyle/>
        <a:p>
          <a:endParaRPr lang="en-US"/>
        </a:p>
      </dgm:t>
    </dgm:pt>
    <dgm:pt modelId="{620F543D-5B98-4BBA-80DD-FE76DA4DC59E}" type="pres">
      <dgm:prSet presAssocID="{38ECEF62-F1A9-4168-9BF8-17934E57FFDB}" presName="text0" presStyleLbl="node1" presStyleIdx="4" presStyleCnt="5" custScaleX="198012" custRadScaleRad="120897" custRadScaleInc="608">
        <dgm:presLayoutVars>
          <dgm:bulletEnabled val="1"/>
        </dgm:presLayoutVars>
      </dgm:prSet>
      <dgm:spPr>
        <a:prstGeom prst="roundRect">
          <a:avLst/>
        </a:prstGeom>
      </dgm:spPr>
      <dgm:t>
        <a:bodyPr/>
        <a:lstStyle/>
        <a:p>
          <a:endParaRPr lang="en-US"/>
        </a:p>
      </dgm:t>
    </dgm:pt>
  </dgm:ptLst>
  <dgm:cxnLst>
    <dgm:cxn modelId="{E0D50DC5-4A78-48FB-8457-FB51346EE807}" type="presOf" srcId="{38ECEF62-F1A9-4168-9BF8-17934E57FFDB}" destId="{620F543D-5B98-4BBA-80DD-FE76DA4DC59E}" srcOrd="0" destOrd="0" presId="urn:microsoft.com/office/officeart/2008/layout/RadialCluster"/>
    <dgm:cxn modelId="{D3007DE0-CC94-4304-9B8D-5C179E2AF08C}" srcId="{6B970964-581B-4217-B77E-DDBE5FEEE75F}" destId="{28A85015-CA1C-43D8-BEDA-5712B2A3B0B9}" srcOrd="2" destOrd="0" parTransId="{6B414FCF-A307-40B4-B245-4A0B03B1E00E}" sibTransId="{851C4FB6-721A-4F20-B64B-417153428B5F}"/>
    <dgm:cxn modelId="{7178E1ED-618A-4588-8C22-DAF232337657}" srcId="{6B970964-581B-4217-B77E-DDBE5FEEE75F}" destId="{262FD80E-1BCF-45CE-8F9F-E4549870A0F2}" srcOrd="0" destOrd="0" parTransId="{0501C747-B8FA-4B7D-8211-9F216EAE3DD4}" sibTransId="{2D3C6D69-54F9-40F3-B516-6DAA478CA984}"/>
    <dgm:cxn modelId="{2F4DF8E6-9054-4E23-AB43-4DD6A7628847}" srcId="{32DF7B01-E073-4ECB-AC00-F250303E22F7}" destId="{6B970964-581B-4217-B77E-DDBE5FEEE75F}" srcOrd="0" destOrd="0" parTransId="{4E3DE866-355D-4314-9738-1F92636D6D80}" sibTransId="{9C17CEFC-1FE8-47F9-86A6-A6C8ECA85062}"/>
    <dgm:cxn modelId="{056F147A-ED95-4738-B0D6-23CC8AD91EB1}" type="presOf" srcId="{A6A23494-08ED-45B8-9669-636575905626}" destId="{6092BAEF-26C6-42AD-A07C-91F924C27F09}" srcOrd="0" destOrd="0" presId="urn:microsoft.com/office/officeart/2008/layout/RadialCluster"/>
    <dgm:cxn modelId="{AA1F815F-C69A-4FC0-A647-26BCACD9B189}" type="presOf" srcId="{262FD80E-1BCF-45CE-8F9F-E4549870A0F2}" destId="{2211CE55-2B89-4B42-BC94-5437A683B1B2}" srcOrd="0" destOrd="0" presId="urn:microsoft.com/office/officeart/2008/layout/RadialCluster"/>
    <dgm:cxn modelId="{0F03A678-7D67-4893-B885-F3685B251118}" srcId="{6B970964-581B-4217-B77E-DDBE5FEEE75F}" destId="{4D2CC96C-21A2-498F-B092-EBCAD2442FB1}" srcOrd="1" destOrd="0" parTransId="{703E329C-3726-4471-B75E-AC4E77D8006D}" sibTransId="{71479859-A81D-492A-A79C-6E77B1680FB8}"/>
    <dgm:cxn modelId="{A641B1D0-EF48-49FC-AB1F-32DE29EB9EC3}" type="presOf" srcId="{0501C747-B8FA-4B7D-8211-9F216EAE3DD4}" destId="{94BEB8AE-BC9C-4BCD-B05D-CCCD7C2D10D0}" srcOrd="0" destOrd="0" presId="urn:microsoft.com/office/officeart/2008/layout/RadialCluster"/>
    <dgm:cxn modelId="{74E1FEE1-E5F2-4DDF-B503-D86FDECE0730}" type="presOf" srcId="{6B970964-581B-4217-B77E-DDBE5FEEE75F}" destId="{194C263B-40F9-4323-9179-738563B18B17}" srcOrd="0" destOrd="0" presId="urn:microsoft.com/office/officeart/2008/layout/RadialCluster"/>
    <dgm:cxn modelId="{B71D64D0-4B3B-4691-9AB7-B439EEC1989A}" type="presOf" srcId="{6B414FCF-A307-40B4-B245-4A0B03B1E00E}" destId="{3D73209A-B7A4-44B2-B5B2-51F225389F9F}" srcOrd="0" destOrd="0" presId="urn:microsoft.com/office/officeart/2008/layout/RadialCluster"/>
    <dgm:cxn modelId="{63FAD3A8-F0B6-4E9F-92AA-A08F586E2B2E}" type="presOf" srcId="{28A85015-CA1C-43D8-BEDA-5712B2A3B0B9}" destId="{6E2BF6B0-18F4-4469-835F-EE455243552B}" srcOrd="0" destOrd="0" presId="urn:microsoft.com/office/officeart/2008/layout/RadialCluster"/>
    <dgm:cxn modelId="{654B1D85-E3B7-4B32-9129-FC628C262ADE}" type="presOf" srcId="{32DF7B01-E073-4ECB-AC00-F250303E22F7}" destId="{A73571ED-429F-4C66-8197-F6642E37115A}" srcOrd="0" destOrd="0" presId="urn:microsoft.com/office/officeart/2008/layout/RadialCluster"/>
    <dgm:cxn modelId="{736984F5-4E3D-48E5-AB71-057B7E0FAD80}" srcId="{6B970964-581B-4217-B77E-DDBE5FEEE75F}" destId="{38ECEF62-F1A9-4168-9BF8-17934E57FFDB}" srcOrd="3" destOrd="0" parTransId="{A6A23494-08ED-45B8-9669-636575905626}" sibTransId="{7A3189A3-41EE-467D-9841-1FFCC44B398E}"/>
    <dgm:cxn modelId="{03B0CD72-AAF1-49D0-BE54-A05788084049}" type="presOf" srcId="{4D2CC96C-21A2-498F-B092-EBCAD2442FB1}" destId="{2C1168D2-0975-400A-88E9-0EEAEBADEB3A}" srcOrd="0" destOrd="0" presId="urn:microsoft.com/office/officeart/2008/layout/RadialCluster"/>
    <dgm:cxn modelId="{04509F1C-B109-4D96-BBB1-17050CDAD6D4}" type="presOf" srcId="{703E329C-3726-4471-B75E-AC4E77D8006D}" destId="{A1167671-9B6A-4480-B0AD-2C8629A52D20}" srcOrd="0" destOrd="0" presId="urn:microsoft.com/office/officeart/2008/layout/RadialCluster"/>
    <dgm:cxn modelId="{CB082953-E504-4943-8CC0-E02F300E26D1}" type="presParOf" srcId="{A73571ED-429F-4C66-8197-F6642E37115A}" destId="{D831ADBE-6A21-4F70-9F4E-F81735F001F8}" srcOrd="0" destOrd="0" presId="urn:microsoft.com/office/officeart/2008/layout/RadialCluster"/>
    <dgm:cxn modelId="{A501A32F-41D5-4A5C-A07E-2B901577120F}" type="presParOf" srcId="{D831ADBE-6A21-4F70-9F4E-F81735F001F8}" destId="{194C263B-40F9-4323-9179-738563B18B17}" srcOrd="0" destOrd="0" presId="urn:microsoft.com/office/officeart/2008/layout/RadialCluster"/>
    <dgm:cxn modelId="{951DAA54-0738-4190-AB32-8BC5E85E6311}" type="presParOf" srcId="{D831ADBE-6A21-4F70-9F4E-F81735F001F8}" destId="{94BEB8AE-BC9C-4BCD-B05D-CCCD7C2D10D0}" srcOrd="1" destOrd="0" presId="urn:microsoft.com/office/officeart/2008/layout/RadialCluster"/>
    <dgm:cxn modelId="{4012FEA8-7CBA-4D9E-B305-61D5CA35A356}" type="presParOf" srcId="{D831ADBE-6A21-4F70-9F4E-F81735F001F8}" destId="{2211CE55-2B89-4B42-BC94-5437A683B1B2}" srcOrd="2" destOrd="0" presId="urn:microsoft.com/office/officeart/2008/layout/RadialCluster"/>
    <dgm:cxn modelId="{532D6265-9555-43BC-835B-9D1AC27A58F2}" type="presParOf" srcId="{D831ADBE-6A21-4F70-9F4E-F81735F001F8}" destId="{A1167671-9B6A-4480-B0AD-2C8629A52D20}" srcOrd="3" destOrd="0" presId="urn:microsoft.com/office/officeart/2008/layout/RadialCluster"/>
    <dgm:cxn modelId="{47291B9C-0FFD-4449-A2EB-5313F07A3804}" type="presParOf" srcId="{D831ADBE-6A21-4F70-9F4E-F81735F001F8}" destId="{2C1168D2-0975-400A-88E9-0EEAEBADEB3A}" srcOrd="4" destOrd="0" presId="urn:microsoft.com/office/officeart/2008/layout/RadialCluster"/>
    <dgm:cxn modelId="{CD9E41C6-23F8-4A1F-B8C7-91A392EE1E17}" type="presParOf" srcId="{D831ADBE-6A21-4F70-9F4E-F81735F001F8}" destId="{3D73209A-B7A4-44B2-B5B2-51F225389F9F}" srcOrd="5" destOrd="0" presId="urn:microsoft.com/office/officeart/2008/layout/RadialCluster"/>
    <dgm:cxn modelId="{7D767E9D-CC77-472E-B73B-2AC79F9A44FC}" type="presParOf" srcId="{D831ADBE-6A21-4F70-9F4E-F81735F001F8}" destId="{6E2BF6B0-18F4-4469-835F-EE455243552B}" srcOrd="6" destOrd="0" presId="urn:microsoft.com/office/officeart/2008/layout/RadialCluster"/>
    <dgm:cxn modelId="{48435CEA-DB68-4DA6-A0B8-DDF977690453}" type="presParOf" srcId="{D831ADBE-6A21-4F70-9F4E-F81735F001F8}" destId="{6092BAEF-26C6-42AD-A07C-91F924C27F09}" srcOrd="7" destOrd="0" presId="urn:microsoft.com/office/officeart/2008/layout/RadialCluster"/>
    <dgm:cxn modelId="{5A8EE18C-3CF7-43B7-A1D9-AC42437D04D2}" type="presParOf" srcId="{D831ADBE-6A21-4F70-9F4E-F81735F001F8}" destId="{620F543D-5B98-4BBA-80DD-FE76DA4DC59E}" srcOrd="8"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BDE22-8221-4BDD-B6F4-0D3C9A0F2ED1}">
      <dsp:nvSpPr>
        <dsp:cNvPr id="0" name=""/>
        <dsp:cNvSpPr/>
      </dsp:nvSpPr>
      <dsp:spPr>
        <a:xfrm>
          <a:off x="-5476204" y="-838475"/>
          <a:ext cx="6520412" cy="6520412"/>
        </a:xfrm>
        <a:prstGeom prst="blockArc">
          <a:avLst>
            <a:gd name="adj1" fmla="val 18900000"/>
            <a:gd name="adj2" fmla="val 2700000"/>
            <a:gd name="adj3" fmla="val 331"/>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E2FAA3-DC2B-4BDC-AF47-8DB6EE53F16D}">
      <dsp:nvSpPr>
        <dsp:cNvPr id="0" name=""/>
        <dsp:cNvSpPr/>
      </dsp:nvSpPr>
      <dsp:spPr>
        <a:xfrm>
          <a:off x="456565" y="302619"/>
          <a:ext cx="6748745" cy="605626"/>
        </a:xfrm>
        <a:prstGeom prst="rect">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716" tIns="55880" rIns="55880" bIns="558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2200" b="0" kern="1200" dirty="0" err="1">
              <a:solidFill>
                <a:schemeClr val="tx1"/>
              </a:solidFill>
              <a:latin typeface="Arial" panose="020B0604020202020204" pitchFamily="34" charset="0"/>
              <a:cs typeface="Arial" panose="020B0604020202020204" pitchFamily="34" charset="0"/>
            </a:rPr>
            <a:t>Điện</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cực</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bạc</a:t>
          </a:r>
          <a:r>
            <a:rPr lang="en-US" sz="2200" b="0" kern="1200" dirty="0">
              <a:solidFill>
                <a:schemeClr val="tx1"/>
              </a:solidFill>
              <a:latin typeface="Arial" panose="020B0604020202020204" pitchFamily="34" charset="0"/>
              <a:cs typeface="Arial" panose="020B0604020202020204" pitchFamily="34" charset="0"/>
            </a:rPr>
            <a:t> – </a:t>
          </a:r>
          <a:r>
            <a:rPr lang="en-US" sz="2200" b="0" kern="1200" dirty="0" err="1">
              <a:solidFill>
                <a:schemeClr val="tx1"/>
              </a:solidFill>
              <a:latin typeface="Arial" panose="020B0604020202020204" pitchFamily="34" charset="0"/>
              <a:cs typeface="Arial" panose="020B0604020202020204" pitchFamily="34" charset="0"/>
            </a:rPr>
            <a:t>bạc</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clorua</a:t>
          </a:r>
          <a:endParaRPr lang="en-US" sz="2200" b="0" kern="1200" dirty="0">
            <a:solidFill>
              <a:schemeClr val="tx1"/>
            </a:solidFill>
            <a:latin typeface="Arial" panose="020B0604020202020204" pitchFamily="34" charset="0"/>
            <a:cs typeface="Arial" panose="020B0604020202020204" pitchFamily="34" charset="0"/>
          </a:endParaRPr>
        </a:p>
      </dsp:txBody>
      <dsp:txXfrm>
        <a:off x="456565" y="302619"/>
        <a:ext cx="6748745" cy="605626"/>
      </dsp:txXfrm>
    </dsp:sp>
    <dsp:sp modelId="{BF1196F9-7956-442A-9FDB-802684490B5E}">
      <dsp:nvSpPr>
        <dsp:cNvPr id="0" name=""/>
        <dsp:cNvSpPr/>
      </dsp:nvSpPr>
      <dsp:spPr>
        <a:xfrm>
          <a:off x="78048" y="226916"/>
          <a:ext cx="757033" cy="75703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705FDF-79D3-4C4E-88BC-5701BC57DC0B}">
      <dsp:nvSpPr>
        <dsp:cNvPr id="0" name=""/>
        <dsp:cNvSpPr/>
      </dsp:nvSpPr>
      <dsp:spPr>
        <a:xfrm>
          <a:off x="890539" y="1210768"/>
          <a:ext cx="6314771" cy="605626"/>
        </a:xfrm>
        <a:prstGeom prst="rect">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716" tIns="55880" rIns="55880" bIns="558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2200" b="0" kern="1200" dirty="0" err="1">
              <a:solidFill>
                <a:schemeClr val="tx1"/>
              </a:solidFill>
              <a:latin typeface="Arial" panose="020B0604020202020204" pitchFamily="34" charset="0"/>
              <a:cs typeface="Arial" panose="020B0604020202020204" pitchFamily="34" charset="0"/>
            </a:rPr>
            <a:t>Điện</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cực</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calomen</a:t>
          </a:r>
          <a:endParaRPr lang="en-US" sz="2200" b="0" kern="1200" dirty="0">
            <a:solidFill>
              <a:schemeClr val="tx1"/>
            </a:solidFill>
            <a:latin typeface="Arial" panose="020B0604020202020204" pitchFamily="34" charset="0"/>
            <a:cs typeface="Arial" panose="020B0604020202020204" pitchFamily="34" charset="0"/>
          </a:endParaRPr>
        </a:p>
      </dsp:txBody>
      <dsp:txXfrm>
        <a:off x="890539" y="1210768"/>
        <a:ext cx="6314771" cy="605626"/>
      </dsp:txXfrm>
    </dsp:sp>
    <dsp:sp modelId="{32C8C789-6694-4648-B2B0-5E1B1E7CC7ED}">
      <dsp:nvSpPr>
        <dsp:cNvPr id="0" name=""/>
        <dsp:cNvSpPr/>
      </dsp:nvSpPr>
      <dsp:spPr>
        <a:xfrm>
          <a:off x="512022" y="1135065"/>
          <a:ext cx="757033" cy="75703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0ABD42-CEEC-422A-9FDE-AE2738B05348}">
      <dsp:nvSpPr>
        <dsp:cNvPr id="0" name=""/>
        <dsp:cNvSpPr/>
      </dsp:nvSpPr>
      <dsp:spPr>
        <a:xfrm>
          <a:off x="1023734" y="2118917"/>
          <a:ext cx="6181576" cy="605626"/>
        </a:xfrm>
        <a:prstGeom prst="rect">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716" tIns="55880" rIns="55880" bIns="55880" numCol="1" spcCol="1270" anchor="ctr" anchorCtr="0">
          <a:noAutofit/>
        </a:bodyPr>
        <a:lstStyle/>
        <a:p>
          <a:pPr lvl="0" algn="l" defTabSz="977900">
            <a:lnSpc>
              <a:spcPct val="90000"/>
            </a:lnSpc>
            <a:spcBef>
              <a:spcPct val="0"/>
            </a:spcBef>
            <a:spcAft>
              <a:spcPct val="35000"/>
            </a:spcAft>
          </a:pPr>
          <a:r>
            <a:rPr lang="en-US" sz="2200" b="0" kern="1200" dirty="0" err="1">
              <a:solidFill>
                <a:schemeClr val="tx1"/>
              </a:solidFill>
              <a:latin typeface="Arial" panose="020B0604020202020204" pitchFamily="34" charset="0"/>
              <a:cs typeface="Arial" panose="020B0604020202020204" pitchFamily="34" charset="0"/>
            </a:rPr>
            <a:t>Điện</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cực</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thủy</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ngân</a:t>
          </a:r>
          <a:r>
            <a:rPr lang="en-US" sz="2200" b="0" kern="1200" dirty="0">
              <a:solidFill>
                <a:schemeClr val="tx1"/>
              </a:solidFill>
              <a:latin typeface="Arial" panose="020B0604020202020204" pitchFamily="34" charset="0"/>
              <a:cs typeface="Arial" panose="020B0604020202020204" pitchFamily="34" charset="0"/>
            </a:rPr>
            <a:t> – </a:t>
          </a:r>
          <a:r>
            <a:rPr lang="en-US" sz="2200" b="0" kern="1200" dirty="0" err="1">
              <a:solidFill>
                <a:schemeClr val="tx1"/>
              </a:solidFill>
              <a:latin typeface="Arial" panose="020B0604020202020204" pitchFamily="34" charset="0"/>
              <a:cs typeface="Arial" panose="020B0604020202020204" pitchFamily="34" charset="0"/>
            </a:rPr>
            <a:t>thủy</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ngân</a:t>
          </a:r>
          <a:r>
            <a:rPr lang="en-US" sz="2200" b="0" kern="1200" dirty="0">
              <a:solidFill>
                <a:schemeClr val="tx1"/>
              </a:solidFill>
              <a:latin typeface="Arial" panose="020B0604020202020204" pitchFamily="34" charset="0"/>
              <a:cs typeface="Arial" panose="020B0604020202020204" pitchFamily="34" charset="0"/>
            </a:rPr>
            <a:t> (I) </a:t>
          </a:r>
          <a:r>
            <a:rPr lang="en-US" sz="2200" b="0" kern="1200" dirty="0" err="1">
              <a:solidFill>
                <a:schemeClr val="tx1"/>
              </a:solidFill>
              <a:latin typeface="Arial" panose="020B0604020202020204" pitchFamily="34" charset="0"/>
              <a:cs typeface="Arial" panose="020B0604020202020204" pitchFamily="34" charset="0"/>
            </a:rPr>
            <a:t>sunfat</a:t>
          </a:r>
          <a:endParaRPr lang="en-US" sz="2200" b="0" kern="1200" dirty="0">
            <a:solidFill>
              <a:schemeClr val="tx1"/>
            </a:solidFill>
            <a:latin typeface="Arial" panose="020B0604020202020204" pitchFamily="34" charset="0"/>
            <a:cs typeface="Arial" panose="020B0604020202020204" pitchFamily="34" charset="0"/>
          </a:endParaRPr>
        </a:p>
      </dsp:txBody>
      <dsp:txXfrm>
        <a:off x="1023734" y="2118917"/>
        <a:ext cx="6181576" cy="605626"/>
      </dsp:txXfrm>
    </dsp:sp>
    <dsp:sp modelId="{3573B096-2B5E-4C68-83CE-7B20CF7BA85D}">
      <dsp:nvSpPr>
        <dsp:cNvPr id="0" name=""/>
        <dsp:cNvSpPr/>
      </dsp:nvSpPr>
      <dsp:spPr>
        <a:xfrm>
          <a:off x="645218" y="2043214"/>
          <a:ext cx="757033" cy="75703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52CF1E-1904-4992-9F99-B9605FC0D2A2}">
      <dsp:nvSpPr>
        <dsp:cNvPr id="0" name=""/>
        <dsp:cNvSpPr/>
      </dsp:nvSpPr>
      <dsp:spPr>
        <a:xfrm>
          <a:off x="890539" y="3027066"/>
          <a:ext cx="6314771" cy="605626"/>
        </a:xfrm>
        <a:prstGeom prst="rect">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716" tIns="55880" rIns="55880" bIns="55880" numCol="1" spcCol="1270" anchor="ctr" anchorCtr="0">
          <a:noAutofit/>
        </a:bodyPr>
        <a:lstStyle/>
        <a:p>
          <a:pPr lvl="0" algn="l" defTabSz="977900">
            <a:lnSpc>
              <a:spcPct val="90000"/>
            </a:lnSpc>
            <a:spcBef>
              <a:spcPct val="0"/>
            </a:spcBef>
            <a:spcAft>
              <a:spcPct val="35000"/>
            </a:spcAft>
          </a:pPr>
          <a:r>
            <a:rPr lang="en-US" sz="2200" b="0" kern="1200" dirty="0" err="1">
              <a:solidFill>
                <a:schemeClr val="tx1"/>
              </a:solidFill>
              <a:latin typeface="Arial" panose="020B0604020202020204" pitchFamily="34" charset="0"/>
              <a:cs typeface="Arial" panose="020B0604020202020204" pitchFamily="34" charset="0"/>
            </a:rPr>
            <a:t>Điện</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cực</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chì</a:t>
          </a:r>
          <a:r>
            <a:rPr lang="en-US" sz="2200" b="0" kern="1200" dirty="0">
              <a:solidFill>
                <a:schemeClr val="tx1"/>
              </a:solidFill>
              <a:latin typeface="Arial" panose="020B0604020202020204" pitchFamily="34" charset="0"/>
              <a:cs typeface="Arial" panose="020B0604020202020204" pitchFamily="34" charset="0"/>
            </a:rPr>
            <a:t> – </a:t>
          </a:r>
          <a:r>
            <a:rPr lang="en-US" sz="2200" b="0" kern="1200" dirty="0" err="1">
              <a:solidFill>
                <a:schemeClr val="tx1"/>
              </a:solidFill>
              <a:latin typeface="Arial" panose="020B0604020202020204" pitchFamily="34" charset="0"/>
              <a:cs typeface="Arial" panose="020B0604020202020204" pitchFamily="34" charset="0"/>
            </a:rPr>
            <a:t>chì</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sunfat</a:t>
          </a:r>
          <a:endParaRPr lang="en-US" sz="2200" b="0" kern="1200" dirty="0">
            <a:solidFill>
              <a:schemeClr val="tx1"/>
            </a:solidFill>
            <a:latin typeface="Arial" panose="020B0604020202020204" pitchFamily="34" charset="0"/>
            <a:cs typeface="Arial" panose="020B0604020202020204" pitchFamily="34" charset="0"/>
          </a:endParaRPr>
        </a:p>
      </dsp:txBody>
      <dsp:txXfrm>
        <a:off x="890539" y="3027066"/>
        <a:ext cx="6314771" cy="605626"/>
      </dsp:txXfrm>
    </dsp:sp>
    <dsp:sp modelId="{17D17E8F-AEB9-4635-B9B7-F49BF910B79C}">
      <dsp:nvSpPr>
        <dsp:cNvPr id="0" name=""/>
        <dsp:cNvSpPr/>
      </dsp:nvSpPr>
      <dsp:spPr>
        <a:xfrm>
          <a:off x="512022" y="2951363"/>
          <a:ext cx="757033" cy="75703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9AF430-0DC0-448B-9292-02CCDAE4745E}">
      <dsp:nvSpPr>
        <dsp:cNvPr id="0" name=""/>
        <dsp:cNvSpPr/>
      </dsp:nvSpPr>
      <dsp:spPr>
        <a:xfrm>
          <a:off x="456565" y="3935216"/>
          <a:ext cx="6748745" cy="605626"/>
        </a:xfrm>
        <a:prstGeom prst="rect">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716" tIns="55880" rIns="55880" bIns="55880" numCol="1" spcCol="1270" anchor="ctr" anchorCtr="0">
          <a:noAutofit/>
        </a:bodyPr>
        <a:lstStyle/>
        <a:p>
          <a:pPr lvl="0" algn="l" defTabSz="977900">
            <a:lnSpc>
              <a:spcPct val="90000"/>
            </a:lnSpc>
            <a:spcBef>
              <a:spcPct val="0"/>
            </a:spcBef>
            <a:spcAft>
              <a:spcPct val="35000"/>
            </a:spcAft>
          </a:pPr>
          <a:r>
            <a:rPr lang="en-US" sz="2200" b="0" kern="1200" dirty="0" err="1">
              <a:solidFill>
                <a:schemeClr val="tx1"/>
              </a:solidFill>
              <a:latin typeface="Arial" panose="020B0604020202020204" pitchFamily="34" charset="0"/>
              <a:cs typeface="Arial" panose="020B0604020202020204" pitchFamily="34" charset="0"/>
            </a:rPr>
            <a:t>Điện</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cực</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hiđro</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tiêu</a:t>
          </a:r>
          <a:r>
            <a:rPr lang="en-US" sz="2200" b="0" kern="1200" dirty="0">
              <a:solidFill>
                <a:schemeClr val="tx1"/>
              </a:solidFill>
              <a:latin typeface="Arial" panose="020B0604020202020204" pitchFamily="34" charset="0"/>
              <a:cs typeface="Arial" panose="020B0604020202020204" pitchFamily="34" charset="0"/>
            </a:rPr>
            <a:t> </a:t>
          </a:r>
          <a:r>
            <a:rPr lang="en-US" sz="2200" b="0" kern="1200" dirty="0" err="1">
              <a:solidFill>
                <a:schemeClr val="tx1"/>
              </a:solidFill>
              <a:latin typeface="Arial" panose="020B0604020202020204" pitchFamily="34" charset="0"/>
              <a:cs typeface="Arial" panose="020B0604020202020204" pitchFamily="34" charset="0"/>
            </a:rPr>
            <a:t>chuẩn</a:t>
          </a:r>
          <a:endParaRPr lang="en-US" sz="2200" b="0" kern="1200" dirty="0">
            <a:solidFill>
              <a:schemeClr val="tx1"/>
            </a:solidFill>
            <a:latin typeface="Arial" panose="020B0604020202020204" pitchFamily="34" charset="0"/>
            <a:cs typeface="Arial" panose="020B0604020202020204" pitchFamily="34" charset="0"/>
          </a:endParaRPr>
        </a:p>
      </dsp:txBody>
      <dsp:txXfrm>
        <a:off x="456565" y="3935216"/>
        <a:ext cx="6748745" cy="605626"/>
      </dsp:txXfrm>
    </dsp:sp>
    <dsp:sp modelId="{D35DDF8F-37F0-4D4F-944C-064172A90FFE}">
      <dsp:nvSpPr>
        <dsp:cNvPr id="0" name=""/>
        <dsp:cNvSpPr/>
      </dsp:nvSpPr>
      <dsp:spPr>
        <a:xfrm>
          <a:off x="78048" y="3859512"/>
          <a:ext cx="757033" cy="757033"/>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1ACD4E-9DCD-4ED0-8B1A-34F3D62511D4}">
      <dsp:nvSpPr>
        <dsp:cNvPr id="0" name=""/>
        <dsp:cNvSpPr/>
      </dsp:nvSpPr>
      <dsp:spPr>
        <a:xfrm>
          <a:off x="5649119" y="5818146"/>
          <a:ext cx="117809" cy="174582"/>
        </a:xfrm>
        <a:custGeom>
          <a:avLst/>
          <a:gdLst/>
          <a:ahLst/>
          <a:cxnLst/>
          <a:rect l="0" t="0" r="0" b="0"/>
          <a:pathLst>
            <a:path>
              <a:moveTo>
                <a:pt x="0" y="0"/>
              </a:moveTo>
              <a:lnTo>
                <a:pt x="58904" y="0"/>
              </a:lnTo>
              <a:lnTo>
                <a:pt x="58904" y="174582"/>
              </a:lnTo>
              <a:lnTo>
                <a:pt x="117809" y="1745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5649119" y="5818146"/>
        <a:ext cx="117809" cy="174582"/>
      </dsp:txXfrm>
    </dsp:sp>
    <dsp:sp modelId="{D8DC187F-F01C-424D-8EE4-C1A833F94A14}">
      <dsp:nvSpPr>
        <dsp:cNvPr id="0" name=""/>
        <dsp:cNvSpPr/>
      </dsp:nvSpPr>
      <dsp:spPr>
        <a:xfrm>
          <a:off x="4060951" y="5153876"/>
          <a:ext cx="246832" cy="664270"/>
        </a:xfrm>
        <a:custGeom>
          <a:avLst/>
          <a:gdLst/>
          <a:ahLst/>
          <a:cxnLst/>
          <a:rect l="0" t="0" r="0" b="0"/>
          <a:pathLst>
            <a:path>
              <a:moveTo>
                <a:pt x="0" y="0"/>
              </a:moveTo>
              <a:lnTo>
                <a:pt x="123416" y="0"/>
              </a:lnTo>
              <a:lnTo>
                <a:pt x="123416" y="664270"/>
              </a:lnTo>
              <a:lnTo>
                <a:pt x="246832" y="66427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4060951" y="5153876"/>
        <a:ext cx="246832" cy="664270"/>
      </dsp:txXfrm>
    </dsp:sp>
    <dsp:sp modelId="{4E79A446-1466-4D5A-8D52-1E49D73F6641}">
      <dsp:nvSpPr>
        <dsp:cNvPr id="0" name=""/>
        <dsp:cNvSpPr/>
      </dsp:nvSpPr>
      <dsp:spPr>
        <a:xfrm>
          <a:off x="7280155" y="4785652"/>
          <a:ext cx="275228" cy="718460"/>
        </a:xfrm>
        <a:custGeom>
          <a:avLst/>
          <a:gdLst/>
          <a:ahLst/>
          <a:cxnLst/>
          <a:rect l="0" t="0" r="0" b="0"/>
          <a:pathLst>
            <a:path>
              <a:moveTo>
                <a:pt x="0" y="0"/>
              </a:moveTo>
              <a:lnTo>
                <a:pt x="137614" y="0"/>
              </a:lnTo>
              <a:lnTo>
                <a:pt x="137614" y="718460"/>
              </a:lnTo>
              <a:lnTo>
                <a:pt x="275228" y="71846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7280155" y="4785652"/>
        <a:ext cx="275228" cy="718460"/>
      </dsp:txXfrm>
    </dsp:sp>
    <dsp:sp modelId="{8F9CA32B-BF8E-4641-B227-30734E490606}">
      <dsp:nvSpPr>
        <dsp:cNvPr id="0" name=""/>
        <dsp:cNvSpPr/>
      </dsp:nvSpPr>
      <dsp:spPr>
        <a:xfrm>
          <a:off x="7280155" y="4094286"/>
          <a:ext cx="268266" cy="691366"/>
        </a:xfrm>
        <a:custGeom>
          <a:avLst/>
          <a:gdLst/>
          <a:ahLst/>
          <a:cxnLst/>
          <a:rect l="0" t="0" r="0" b="0"/>
          <a:pathLst>
            <a:path>
              <a:moveTo>
                <a:pt x="0" y="691366"/>
              </a:moveTo>
              <a:lnTo>
                <a:pt x="134133" y="691366"/>
              </a:lnTo>
              <a:lnTo>
                <a:pt x="134133" y="0"/>
              </a:lnTo>
              <a:lnTo>
                <a:pt x="268266" y="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7280155" y="4094286"/>
        <a:ext cx="268266" cy="691366"/>
      </dsp:txXfrm>
    </dsp:sp>
    <dsp:sp modelId="{C7DECDB2-316C-4B00-87AA-0096552935EB}">
      <dsp:nvSpPr>
        <dsp:cNvPr id="0" name=""/>
        <dsp:cNvSpPr/>
      </dsp:nvSpPr>
      <dsp:spPr>
        <a:xfrm>
          <a:off x="5670553" y="4043057"/>
          <a:ext cx="268266" cy="742594"/>
        </a:xfrm>
        <a:custGeom>
          <a:avLst/>
          <a:gdLst/>
          <a:ahLst/>
          <a:cxnLst/>
          <a:rect l="0" t="0" r="0" b="0"/>
          <a:pathLst>
            <a:path>
              <a:moveTo>
                <a:pt x="0" y="0"/>
              </a:moveTo>
              <a:lnTo>
                <a:pt x="134133" y="0"/>
              </a:lnTo>
              <a:lnTo>
                <a:pt x="134133" y="742594"/>
              </a:lnTo>
              <a:lnTo>
                <a:pt x="268266" y="742594"/>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5670553" y="4043057"/>
        <a:ext cx="268266" cy="742594"/>
      </dsp:txXfrm>
    </dsp:sp>
    <dsp:sp modelId="{607BE743-82BD-4E46-BA9A-715AD33365B6}">
      <dsp:nvSpPr>
        <dsp:cNvPr id="0" name=""/>
        <dsp:cNvSpPr/>
      </dsp:nvSpPr>
      <dsp:spPr>
        <a:xfrm>
          <a:off x="7280155" y="3184537"/>
          <a:ext cx="268266" cy="91440"/>
        </a:xfrm>
        <a:custGeom>
          <a:avLst/>
          <a:gdLst/>
          <a:ahLst/>
          <a:cxnLst/>
          <a:rect l="0" t="0" r="0" b="0"/>
          <a:pathLst>
            <a:path>
              <a:moveTo>
                <a:pt x="0" y="45720"/>
              </a:moveTo>
              <a:lnTo>
                <a:pt x="268266" y="4572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7280155" y="3184537"/>
        <a:ext cx="268266" cy="91440"/>
      </dsp:txXfrm>
    </dsp:sp>
    <dsp:sp modelId="{75A6CAC3-4A41-4660-9BC9-A0F67D1823CA}">
      <dsp:nvSpPr>
        <dsp:cNvPr id="0" name=""/>
        <dsp:cNvSpPr/>
      </dsp:nvSpPr>
      <dsp:spPr>
        <a:xfrm>
          <a:off x="5670553" y="3230257"/>
          <a:ext cx="268266" cy="812799"/>
        </a:xfrm>
        <a:custGeom>
          <a:avLst/>
          <a:gdLst/>
          <a:ahLst/>
          <a:cxnLst/>
          <a:rect l="0" t="0" r="0" b="0"/>
          <a:pathLst>
            <a:path>
              <a:moveTo>
                <a:pt x="0" y="812799"/>
              </a:moveTo>
              <a:lnTo>
                <a:pt x="134133" y="812799"/>
              </a:lnTo>
              <a:lnTo>
                <a:pt x="134133" y="0"/>
              </a:lnTo>
              <a:lnTo>
                <a:pt x="268266" y="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5670553" y="3230257"/>
        <a:ext cx="268266" cy="812799"/>
      </dsp:txXfrm>
    </dsp:sp>
    <dsp:sp modelId="{397EE735-AD22-4C23-B430-7E9CBA077D02}">
      <dsp:nvSpPr>
        <dsp:cNvPr id="0" name=""/>
        <dsp:cNvSpPr/>
      </dsp:nvSpPr>
      <dsp:spPr>
        <a:xfrm>
          <a:off x="4060951" y="4043057"/>
          <a:ext cx="268266" cy="1110818"/>
        </a:xfrm>
        <a:custGeom>
          <a:avLst/>
          <a:gdLst/>
          <a:ahLst/>
          <a:cxnLst/>
          <a:rect l="0" t="0" r="0" b="0"/>
          <a:pathLst>
            <a:path>
              <a:moveTo>
                <a:pt x="0" y="1110818"/>
              </a:moveTo>
              <a:lnTo>
                <a:pt x="134133" y="1110818"/>
              </a:lnTo>
              <a:lnTo>
                <a:pt x="134133" y="0"/>
              </a:lnTo>
              <a:lnTo>
                <a:pt x="268266" y="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4060951" y="4043057"/>
        <a:ext cx="268266" cy="1110818"/>
      </dsp:txXfrm>
    </dsp:sp>
    <dsp:sp modelId="{B3F7B75D-82B7-4C4A-BDFE-CA808E2ACD0F}">
      <dsp:nvSpPr>
        <dsp:cNvPr id="0" name=""/>
        <dsp:cNvSpPr/>
      </dsp:nvSpPr>
      <dsp:spPr>
        <a:xfrm>
          <a:off x="2451349" y="3739358"/>
          <a:ext cx="268266" cy="1414517"/>
        </a:xfrm>
        <a:custGeom>
          <a:avLst/>
          <a:gdLst/>
          <a:ahLst/>
          <a:cxnLst/>
          <a:rect l="0" t="0" r="0" b="0"/>
          <a:pathLst>
            <a:path>
              <a:moveTo>
                <a:pt x="0" y="0"/>
              </a:moveTo>
              <a:lnTo>
                <a:pt x="134133" y="0"/>
              </a:lnTo>
              <a:lnTo>
                <a:pt x="134133" y="1414517"/>
              </a:lnTo>
              <a:lnTo>
                <a:pt x="268266" y="1414517"/>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2451349" y="3739358"/>
        <a:ext cx="268266" cy="1414517"/>
      </dsp:txXfrm>
    </dsp:sp>
    <dsp:sp modelId="{457F2009-5956-42AD-90A8-A5A7BB183368}">
      <dsp:nvSpPr>
        <dsp:cNvPr id="0" name=""/>
        <dsp:cNvSpPr/>
      </dsp:nvSpPr>
      <dsp:spPr>
        <a:xfrm>
          <a:off x="5670553" y="2267719"/>
          <a:ext cx="176626" cy="154228"/>
        </a:xfrm>
        <a:custGeom>
          <a:avLst/>
          <a:gdLst/>
          <a:ahLst/>
          <a:cxnLst/>
          <a:rect l="0" t="0" r="0" b="0"/>
          <a:pathLst>
            <a:path>
              <a:moveTo>
                <a:pt x="0" y="0"/>
              </a:moveTo>
              <a:lnTo>
                <a:pt x="88313" y="0"/>
              </a:lnTo>
              <a:lnTo>
                <a:pt x="88313" y="154228"/>
              </a:lnTo>
              <a:lnTo>
                <a:pt x="176626" y="154228"/>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5670553" y="2267719"/>
        <a:ext cx="176626" cy="154228"/>
      </dsp:txXfrm>
    </dsp:sp>
    <dsp:sp modelId="{C19494BD-2E24-411D-B791-86E44ED71A06}">
      <dsp:nvSpPr>
        <dsp:cNvPr id="0" name=""/>
        <dsp:cNvSpPr/>
      </dsp:nvSpPr>
      <dsp:spPr>
        <a:xfrm>
          <a:off x="5670553" y="1446732"/>
          <a:ext cx="238744" cy="820986"/>
        </a:xfrm>
        <a:custGeom>
          <a:avLst/>
          <a:gdLst/>
          <a:ahLst/>
          <a:cxnLst/>
          <a:rect l="0" t="0" r="0" b="0"/>
          <a:pathLst>
            <a:path>
              <a:moveTo>
                <a:pt x="0" y="820986"/>
              </a:moveTo>
              <a:lnTo>
                <a:pt x="119372" y="820986"/>
              </a:lnTo>
              <a:lnTo>
                <a:pt x="119372" y="0"/>
              </a:lnTo>
              <a:lnTo>
                <a:pt x="238744" y="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5670553" y="1446732"/>
        <a:ext cx="238744" cy="820986"/>
      </dsp:txXfrm>
    </dsp:sp>
    <dsp:sp modelId="{27158C41-CE25-41F6-BC65-E423DE7FB8E4}">
      <dsp:nvSpPr>
        <dsp:cNvPr id="0" name=""/>
        <dsp:cNvSpPr/>
      </dsp:nvSpPr>
      <dsp:spPr>
        <a:xfrm>
          <a:off x="4060951" y="2221999"/>
          <a:ext cx="268266" cy="91440"/>
        </a:xfrm>
        <a:custGeom>
          <a:avLst/>
          <a:gdLst/>
          <a:ahLst/>
          <a:cxnLst/>
          <a:rect l="0" t="0" r="0" b="0"/>
          <a:pathLst>
            <a:path>
              <a:moveTo>
                <a:pt x="0" y="45720"/>
              </a:moveTo>
              <a:lnTo>
                <a:pt x="268266" y="4572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4188378" y="2261012"/>
        <a:ext cx="13413" cy="13413"/>
      </dsp:txXfrm>
    </dsp:sp>
    <dsp:sp modelId="{A833F3F0-DA20-4ADF-92CD-DF6DBFC411F0}">
      <dsp:nvSpPr>
        <dsp:cNvPr id="0" name=""/>
        <dsp:cNvSpPr/>
      </dsp:nvSpPr>
      <dsp:spPr>
        <a:xfrm>
          <a:off x="2451349" y="2267719"/>
          <a:ext cx="268266" cy="1471639"/>
        </a:xfrm>
        <a:custGeom>
          <a:avLst/>
          <a:gdLst/>
          <a:ahLst/>
          <a:cxnLst/>
          <a:rect l="0" t="0" r="0" b="0"/>
          <a:pathLst>
            <a:path>
              <a:moveTo>
                <a:pt x="0" y="1471639"/>
              </a:moveTo>
              <a:lnTo>
                <a:pt x="134133" y="1471639"/>
              </a:lnTo>
              <a:lnTo>
                <a:pt x="134133" y="0"/>
              </a:lnTo>
              <a:lnTo>
                <a:pt x="268266" y="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2548086" y="2966141"/>
        <a:ext cx="74794" cy="74794"/>
      </dsp:txXfrm>
    </dsp:sp>
    <dsp:sp modelId="{FB3B4E2D-D62E-488C-8CD3-4AF25F9AAEBF}">
      <dsp:nvSpPr>
        <dsp:cNvPr id="0" name=""/>
        <dsp:cNvSpPr/>
      </dsp:nvSpPr>
      <dsp:spPr>
        <a:xfrm>
          <a:off x="542191" y="2983848"/>
          <a:ext cx="274916" cy="755509"/>
        </a:xfrm>
        <a:custGeom>
          <a:avLst/>
          <a:gdLst/>
          <a:ahLst/>
          <a:cxnLst/>
          <a:rect l="0" t="0" r="0" b="0"/>
          <a:pathLst>
            <a:path>
              <a:moveTo>
                <a:pt x="0" y="0"/>
              </a:moveTo>
              <a:lnTo>
                <a:pt x="137458" y="0"/>
              </a:lnTo>
              <a:lnTo>
                <a:pt x="137458" y="755509"/>
              </a:lnTo>
              <a:lnTo>
                <a:pt x="274916" y="755509"/>
              </a:lnTo>
            </a:path>
          </a:pathLst>
        </a:custGeom>
        <a:noFill/>
        <a:ln w="158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659550" y="3341504"/>
        <a:ext cx="40198" cy="40198"/>
      </dsp:txXfrm>
    </dsp:sp>
    <dsp:sp modelId="{52CF10E5-B6B3-49EB-9F34-1063E9F8F783}">
      <dsp:nvSpPr>
        <dsp:cNvPr id="0" name=""/>
        <dsp:cNvSpPr/>
      </dsp:nvSpPr>
      <dsp:spPr>
        <a:xfrm>
          <a:off x="2158442" y="1366004"/>
          <a:ext cx="268266" cy="91440"/>
        </a:xfrm>
        <a:custGeom>
          <a:avLst/>
          <a:gdLst/>
          <a:ahLst/>
          <a:cxnLst/>
          <a:rect l="0" t="0" r="0" b="0"/>
          <a:pathLst>
            <a:path>
              <a:moveTo>
                <a:pt x="0" y="45720"/>
              </a:moveTo>
              <a:lnTo>
                <a:pt x="268266" y="45720"/>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2285869" y="1405017"/>
        <a:ext cx="13413" cy="13413"/>
      </dsp:txXfrm>
    </dsp:sp>
    <dsp:sp modelId="{24F0CCC6-F690-4560-915E-253E347E8A43}">
      <dsp:nvSpPr>
        <dsp:cNvPr id="0" name=""/>
        <dsp:cNvSpPr/>
      </dsp:nvSpPr>
      <dsp:spPr>
        <a:xfrm>
          <a:off x="542191" y="1411724"/>
          <a:ext cx="274916" cy="1572124"/>
        </a:xfrm>
        <a:custGeom>
          <a:avLst/>
          <a:gdLst/>
          <a:ahLst/>
          <a:cxnLst/>
          <a:rect l="0" t="0" r="0" b="0"/>
          <a:pathLst>
            <a:path>
              <a:moveTo>
                <a:pt x="0" y="1572124"/>
              </a:moveTo>
              <a:lnTo>
                <a:pt x="137458" y="1572124"/>
              </a:lnTo>
              <a:lnTo>
                <a:pt x="137458" y="0"/>
              </a:lnTo>
              <a:lnTo>
                <a:pt x="274916" y="0"/>
              </a:lnTo>
            </a:path>
          </a:pathLst>
        </a:custGeom>
        <a:noFill/>
        <a:ln w="158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66725">
            <a:lnSpc>
              <a:spcPct val="90000"/>
            </a:lnSpc>
            <a:spcBef>
              <a:spcPct val="0"/>
            </a:spcBef>
            <a:spcAft>
              <a:spcPct val="35000"/>
            </a:spcAft>
          </a:pPr>
          <a:endParaRPr lang="ru-RU" sz="1050" kern="1200">
            <a:solidFill>
              <a:schemeClr val="tx1"/>
            </a:solidFill>
          </a:endParaRPr>
        </a:p>
      </dsp:txBody>
      <dsp:txXfrm>
        <a:off x="639749" y="2157887"/>
        <a:ext cx="79799" cy="79799"/>
      </dsp:txXfrm>
    </dsp:sp>
    <dsp:sp modelId="{B88CF51E-8D54-484D-80A5-E42A5EFD223C}">
      <dsp:nvSpPr>
        <dsp:cNvPr id="0" name=""/>
        <dsp:cNvSpPr/>
      </dsp:nvSpPr>
      <dsp:spPr>
        <a:xfrm rot="16200000">
          <a:off x="-2249916" y="2750844"/>
          <a:ext cx="5118208" cy="466007"/>
        </a:xfrm>
        <a:prstGeom prst="rect">
          <a:avLst/>
        </a:prstGeom>
        <a:solidFill>
          <a:srgbClr val="FFFF00"/>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1955800">
            <a:lnSpc>
              <a:spcPct val="90000"/>
            </a:lnSpc>
            <a:spcBef>
              <a:spcPct val="0"/>
            </a:spcBef>
            <a:spcAft>
              <a:spcPct val="35000"/>
            </a:spcAft>
          </a:pPr>
          <a:r>
            <a:rPr lang="en-US" sz="4400" kern="1200" dirty="0"/>
            <a:t>PP PT </a:t>
          </a:r>
          <a:r>
            <a:rPr lang="en-US" sz="4400" kern="1200" dirty="0" err="1"/>
            <a:t>Điện</a:t>
          </a:r>
          <a:r>
            <a:rPr lang="en-US" sz="4400" kern="1200" dirty="0"/>
            <a:t> </a:t>
          </a:r>
          <a:r>
            <a:rPr lang="en-US" sz="4400" kern="1200" dirty="0" err="1"/>
            <a:t>hóa</a:t>
          </a:r>
          <a:endParaRPr lang="ru-RU" sz="4400" kern="1200" dirty="0"/>
        </a:p>
      </dsp:txBody>
      <dsp:txXfrm>
        <a:off x="-2249916" y="2750844"/>
        <a:ext cx="5118208" cy="466007"/>
      </dsp:txXfrm>
    </dsp:sp>
    <dsp:sp modelId="{6E5E6B21-629C-4859-B895-644DF52B9869}">
      <dsp:nvSpPr>
        <dsp:cNvPr id="0" name=""/>
        <dsp:cNvSpPr/>
      </dsp:nvSpPr>
      <dsp:spPr>
        <a:xfrm>
          <a:off x="817107" y="459947"/>
          <a:ext cx="1341334" cy="1903554"/>
        </a:xfrm>
        <a:prstGeom prst="rect">
          <a:avLst/>
        </a:prstGeom>
        <a:solidFill>
          <a:schemeClr val="accent6">
            <a:lumMod val="20000"/>
            <a:lumOff val="8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t>PT </a:t>
          </a:r>
          <a:r>
            <a:rPr lang="en-US" sz="2800" kern="1200" dirty="0" err="1"/>
            <a:t>Khối</a:t>
          </a:r>
          <a:r>
            <a:rPr lang="en-US" sz="2800" kern="1200" dirty="0"/>
            <a:t> (Bulk method)</a:t>
          </a:r>
          <a:endParaRPr lang="ru-RU" sz="2800" kern="1200" dirty="0"/>
        </a:p>
      </dsp:txBody>
      <dsp:txXfrm>
        <a:off x="817107" y="459947"/>
        <a:ext cx="1341334" cy="1903554"/>
      </dsp:txXfrm>
    </dsp:sp>
    <dsp:sp modelId="{AE1FD431-F75E-4C4A-B235-72E2F91DE1E3}">
      <dsp:nvSpPr>
        <dsp:cNvPr id="0" name=""/>
        <dsp:cNvSpPr/>
      </dsp:nvSpPr>
      <dsp:spPr>
        <a:xfrm>
          <a:off x="2426709" y="1141840"/>
          <a:ext cx="2834911" cy="539768"/>
        </a:xfrm>
        <a:prstGeom prst="rect">
          <a:avLst/>
        </a:prstGeom>
        <a:solidFill>
          <a:schemeClr val="accent6">
            <a:lumMod val="20000"/>
            <a:lumOff val="8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solidFill>
                <a:srgbClr val="FF0000"/>
              </a:solidFill>
            </a:rPr>
            <a:t> PP </a:t>
          </a:r>
          <a:r>
            <a:rPr lang="en-US" sz="2800" kern="1200" dirty="0" err="1">
              <a:solidFill>
                <a:srgbClr val="FF0000"/>
              </a:solidFill>
            </a:rPr>
            <a:t>đo</a:t>
          </a:r>
          <a:r>
            <a:rPr lang="en-US" sz="2800" kern="1200" dirty="0">
              <a:solidFill>
                <a:srgbClr val="FF0000"/>
              </a:solidFill>
            </a:rPr>
            <a:t> </a:t>
          </a:r>
          <a:r>
            <a:rPr lang="en-US" sz="2800" kern="1200" dirty="0" err="1">
              <a:solidFill>
                <a:srgbClr val="FF0000"/>
              </a:solidFill>
            </a:rPr>
            <a:t>độ</a:t>
          </a:r>
          <a:r>
            <a:rPr lang="en-US" sz="2800" kern="1200" dirty="0">
              <a:solidFill>
                <a:srgbClr val="FF0000"/>
              </a:solidFill>
            </a:rPr>
            <a:t> </a:t>
          </a:r>
          <a:r>
            <a:rPr lang="en-US" sz="2800" kern="1200" dirty="0" err="1">
              <a:solidFill>
                <a:srgbClr val="FF0000"/>
              </a:solidFill>
            </a:rPr>
            <a:t>dẫn</a:t>
          </a:r>
          <a:r>
            <a:rPr lang="en-US" sz="2800" kern="1200" dirty="0">
              <a:solidFill>
                <a:srgbClr val="FF0000"/>
              </a:solidFill>
            </a:rPr>
            <a:t> </a:t>
          </a:r>
          <a:r>
            <a:rPr lang="en-US" sz="2800" kern="1200" dirty="0" err="1">
              <a:solidFill>
                <a:srgbClr val="FF0000"/>
              </a:solidFill>
            </a:rPr>
            <a:t>điện</a:t>
          </a:r>
          <a:endParaRPr lang="ru-RU" sz="2800" kern="1200" dirty="0">
            <a:solidFill>
              <a:srgbClr val="FF0000"/>
            </a:solidFill>
          </a:endParaRPr>
        </a:p>
      </dsp:txBody>
      <dsp:txXfrm>
        <a:off x="2426709" y="1141840"/>
        <a:ext cx="2834911" cy="539768"/>
      </dsp:txXfrm>
    </dsp:sp>
    <dsp:sp modelId="{61026A19-46FD-46C8-9965-94FC5CA4E126}">
      <dsp:nvSpPr>
        <dsp:cNvPr id="0" name=""/>
        <dsp:cNvSpPr/>
      </dsp:nvSpPr>
      <dsp:spPr>
        <a:xfrm>
          <a:off x="817107" y="2812270"/>
          <a:ext cx="1634242" cy="1854174"/>
        </a:xfrm>
        <a:prstGeom prst="rect">
          <a:avLst/>
        </a:prstGeom>
        <a:solidFill>
          <a:schemeClr val="accent1">
            <a:lumMod val="60000"/>
            <a:lumOff val="4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t>PT </a:t>
          </a:r>
          <a:r>
            <a:rPr lang="en-US" sz="2800" kern="1200" dirty="0" err="1"/>
            <a:t>Bề</a:t>
          </a:r>
          <a:r>
            <a:rPr lang="en-US" sz="2800" kern="1200" dirty="0"/>
            <a:t> </a:t>
          </a:r>
          <a:r>
            <a:rPr lang="en-US" sz="2800" kern="1200" dirty="0" err="1"/>
            <a:t>mặt</a:t>
          </a:r>
          <a:r>
            <a:rPr lang="en-US" sz="2800" kern="1200" dirty="0"/>
            <a:t> (Interfacial method)</a:t>
          </a:r>
          <a:endParaRPr lang="ru-RU" sz="2800" kern="1200" dirty="0"/>
        </a:p>
      </dsp:txBody>
      <dsp:txXfrm>
        <a:off x="817107" y="2812270"/>
        <a:ext cx="1634242" cy="1854174"/>
      </dsp:txXfrm>
    </dsp:sp>
    <dsp:sp modelId="{5C6AFA4B-2C1E-40EA-B70E-12F63B2DE8C6}">
      <dsp:nvSpPr>
        <dsp:cNvPr id="0" name=""/>
        <dsp:cNvSpPr/>
      </dsp:nvSpPr>
      <dsp:spPr>
        <a:xfrm>
          <a:off x="2719616" y="1804743"/>
          <a:ext cx="1341334" cy="925950"/>
        </a:xfrm>
        <a:prstGeom prst="rect">
          <a:avLst/>
        </a:prstGeom>
        <a:solidFill>
          <a:schemeClr val="accent1">
            <a:lumMod val="20000"/>
            <a:lumOff val="8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a:t>PT tĩnh</a:t>
          </a:r>
          <a:endParaRPr lang="ru-RU" sz="2800" kern="1200" dirty="0"/>
        </a:p>
      </dsp:txBody>
      <dsp:txXfrm>
        <a:off x="2719616" y="1804743"/>
        <a:ext cx="1341334" cy="925950"/>
      </dsp:txXfrm>
    </dsp:sp>
    <dsp:sp modelId="{59CB55B5-F01F-4932-BB76-39A836B81421}">
      <dsp:nvSpPr>
        <dsp:cNvPr id="0" name=""/>
        <dsp:cNvSpPr/>
      </dsp:nvSpPr>
      <dsp:spPr>
        <a:xfrm>
          <a:off x="4329218" y="1877151"/>
          <a:ext cx="1341334" cy="781135"/>
        </a:xfrm>
        <a:prstGeom prst="rect">
          <a:avLst/>
        </a:prstGeom>
        <a:solidFill>
          <a:schemeClr val="accent1">
            <a:lumMod val="20000"/>
            <a:lumOff val="8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t>PP </a:t>
          </a:r>
          <a:r>
            <a:rPr lang="en-US" sz="2800" kern="1200" dirty="0" err="1"/>
            <a:t>Đo</a:t>
          </a:r>
          <a:r>
            <a:rPr lang="en-US" sz="2800" kern="1200" dirty="0"/>
            <a:t> </a:t>
          </a:r>
          <a:r>
            <a:rPr lang="en-US" sz="2800" kern="1200" dirty="0" err="1"/>
            <a:t>Điện</a:t>
          </a:r>
          <a:r>
            <a:rPr lang="en-US" sz="2800" kern="1200" dirty="0"/>
            <a:t> </a:t>
          </a:r>
          <a:r>
            <a:rPr lang="en-US" sz="2800" kern="1200" dirty="0" err="1"/>
            <a:t>thế</a:t>
          </a:r>
          <a:endParaRPr lang="ru-RU" sz="2800" kern="1200" dirty="0"/>
        </a:p>
      </dsp:txBody>
      <dsp:txXfrm>
        <a:off x="4329218" y="1877151"/>
        <a:ext cx="1341334" cy="781135"/>
      </dsp:txXfrm>
    </dsp:sp>
    <dsp:sp modelId="{B8AD5B39-7D19-4317-9755-D26C89797DCB}">
      <dsp:nvSpPr>
        <dsp:cNvPr id="0" name=""/>
        <dsp:cNvSpPr/>
      </dsp:nvSpPr>
      <dsp:spPr>
        <a:xfrm>
          <a:off x="5909298" y="1188627"/>
          <a:ext cx="1770884" cy="516209"/>
        </a:xfrm>
        <a:prstGeom prst="rect">
          <a:avLst/>
        </a:prstGeom>
        <a:solidFill>
          <a:schemeClr val="accent1">
            <a:lumMod val="20000"/>
            <a:lumOff val="8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err="1">
              <a:solidFill>
                <a:srgbClr val="FF0000"/>
              </a:solidFill>
            </a:rPr>
            <a:t>Trực</a:t>
          </a:r>
          <a:r>
            <a:rPr lang="en-US" sz="2800" kern="1200" dirty="0">
              <a:solidFill>
                <a:srgbClr val="FF0000"/>
              </a:solidFill>
            </a:rPr>
            <a:t> </a:t>
          </a:r>
          <a:r>
            <a:rPr lang="en-US" sz="2800" kern="1200" dirty="0" err="1">
              <a:solidFill>
                <a:srgbClr val="FF0000"/>
              </a:solidFill>
            </a:rPr>
            <a:t>tiếp</a:t>
          </a:r>
          <a:endParaRPr lang="ru-RU" sz="2800" kern="1200" dirty="0">
            <a:solidFill>
              <a:srgbClr val="FF0000"/>
            </a:solidFill>
          </a:endParaRPr>
        </a:p>
      </dsp:txBody>
      <dsp:txXfrm>
        <a:off x="5909298" y="1188627"/>
        <a:ext cx="1770884" cy="516209"/>
      </dsp:txXfrm>
    </dsp:sp>
    <dsp:sp modelId="{9C3F1F21-09D0-4B36-83FB-9CDCE3B49F8E}">
      <dsp:nvSpPr>
        <dsp:cNvPr id="0" name=""/>
        <dsp:cNvSpPr/>
      </dsp:nvSpPr>
      <dsp:spPr>
        <a:xfrm>
          <a:off x="5847180" y="2247296"/>
          <a:ext cx="3122346" cy="349303"/>
        </a:xfrm>
        <a:prstGeom prst="rect">
          <a:avLst/>
        </a:prstGeom>
        <a:solidFill>
          <a:schemeClr val="accent1">
            <a:lumMod val="20000"/>
            <a:lumOff val="8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err="1">
              <a:solidFill>
                <a:srgbClr val="FF0000"/>
              </a:solidFill>
            </a:rPr>
            <a:t>Gián</a:t>
          </a:r>
          <a:r>
            <a:rPr lang="en-US" sz="2800" kern="1200" dirty="0">
              <a:solidFill>
                <a:srgbClr val="FF0000"/>
              </a:solidFill>
            </a:rPr>
            <a:t> </a:t>
          </a:r>
          <a:r>
            <a:rPr lang="en-US" sz="2800" kern="1200" dirty="0" err="1">
              <a:solidFill>
                <a:srgbClr val="FF0000"/>
              </a:solidFill>
            </a:rPr>
            <a:t>tiếp</a:t>
          </a:r>
          <a:r>
            <a:rPr lang="en-US" sz="2800" kern="1200" dirty="0">
              <a:solidFill>
                <a:srgbClr val="FF0000"/>
              </a:solidFill>
            </a:rPr>
            <a:t>(</a:t>
          </a:r>
          <a:r>
            <a:rPr lang="en-US" sz="2800" kern="1200" dirty="0" err="1">
              <a:solidFill>
                <a:srgbClr val="FF0000"/>
              </a:solidFill>
            </a:rPr>
            <a:t>Chuẩn</a:t>
          </a:r>
          <a:r>
            <a:rPr lang="en-US" sz="2800" kern="1200" dirty="0">
              <a:solidFill>
                <a:srgbClr val="FF0000"/>
              </a:solidFill>
            </a:rPr>
            <a:t> </a:t>
          </a:r>
          <a:r>
            <a:rPr lang="en-US" sz="2800" kern="1200" dirty="0" err="1">
              <a:solidFill>
                <a:srgbClr val="FF0000"/>
              </a:solidFill>
            </a:rPr>
            <a:t>độ</a:t>
          </a:r>
          <a:r>
            <a:rPr lang="en-US" sz="2800" kern="1200" dirty="0">
              <a:solidFill>
                <a:srgbClr val="FF0000"/>
              </a:solidFill>
            </a:rPr>
            <a:t>)</a:t>
          </a:r>
          <a:endParaRPr lang="ru-RU" sz="2800" kern="1200" dirty="0">
            <a:solidFill>
              <a:srgbClr val="FF0000"/>
            </a:solidFill>
          </a:endParaRPr>
        </a:p>
      </dsp:txBody>
      <dsp:txXfrm>
        <a:off x="5847180" y="2247296"/>
        <a:ext cx="3122346" cy="349303"/>
      </dsp:txXfrm>
    </dsp:sp>
    <dsp:sp modelId="{BCD877DA-75F7-4AF8-BAF1-F7AAEB3CA6B0}">
      <dsp:nvSpPr>
        <dsp:cNvPr id="0" name=""/>
        <dsp:cNvSpPr/>
      </dsp:nvSpPr>
      <dsp:spPr>
        <a:xfrm>
          <a:off x="2719616" y="4633779"/>
          <a:ext cx="1341334" cy="1040192"/>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a:t>PT Động</a:t>
          </a:r>
          <a:endParaRPr lang="ru-RU" sz="2800" kern="1200" dirty="0"/>
        </a:p>
      </dsp:txBody>
      <dsp:txXfrm>
        <a:off x="2719616" y="4633779"/>
        <a:ext cx="1341334" cy="1040192"/>
      </dsp:txXfrm>
    </dsp:sp>
    <dsp:sp modelId="{5E8A1A1E-9FDA-4D4E-9DF5-54027F1C9A0A}">
      <dsp:nvSpPr>
        <dsp:cNvPr id="0" name=""/>
        <dsp:cNvSpPr/>
      </dsp:nvSpPr>
      <dsp:spPr>
        <a:xfrm>
          <a:off x="4329218" y="3471084"/>
          <a:ext cx="1341334" cy="1143946"/>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err="1"/>
            <a:t>Kiểm</a:t>
          </a:r>
          <a:r>
            <a:rPr lang="en-US" sz="2800" kern="1200" dirty="0"/>
            <a:t> </a:t>
          </a:r>
          <a:r>
            <a:rPr lang="en-US" sz="2800" kern="1200" dirty="0" err="1"/>
            <a:t>soát</a:t>
          </a:r>
          <a:r>
            <a:rPr lang="en-US" sz="2800" kern="1200" dirty="0"/>
            <a:t> </a:t>
          </a:r>
          <a:r>
            <a:rPr lang="en-US" sz="2800" kern="1200" dirty="0" err="1"/>
            <a:t>điện</a:t>
          </a:r>
          <a:r>
            <a:rPr lang="en-US" sz="2800" kern="1200" dirty="0"/>
            <a:t> </a:t>
          </a:r>
          <a:r>
            <a:rPr lang="en-US" sz="2800" kern="1200" dirty="0" err="1"/>
            <a:t>thế</a:t>
          </a:r>
          <a:endParaRPr lang="ru-RU" sz="2800" kern="1200" dirty="0"/>
        </a:p>
      </dsp:txBody>
      <dsp:txXfrm>
        <a:off x="4329218" y="3471084"/>
        <a:ext cx="1341334" cy="1143946"/>
      </dsp:txXfrm>
    </dsp:sp>
    <dsp:sp modelId="{DCD0B20A-2933-43B5-815F-28B0F76438E3}">
      <dsp:nvSpPr>
        <dsp:cNvPr id="0" name=""/>
        <dsp:cNvSpPr/>
      </dsp:nvSpPr>
      <dsp:spPr>
        <a:xfrm>
          <a:off x="5938820" y="2911488"/>
          <a:ext cx="1341334" cy="637538"/>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a:t>Thế thay đổi</a:t>
          </a:r>
          <a:endParaRPr lang="ru-RU" sz="2800" kern="1200" dirty="0"/>
        </a:p>
      </dsp:txBody>
      <dsp:txXfrm>
        <a:off x="5938820" y="2911488"/>
        <a:ext cx="1341334" cy="637538"/>
      </dsp:txXfrm>
    </dsp:sp>
    <dsp:sp modelId="{51E02E26-8924-4629-96BE-E55640F9667C}">
      <dsp:nvSpPr>
        <dsp:cNvPr id="0" name=""/>
        <dsp:cNvSpPr/>
      </dsp:nvSpPr>
      <dsp:spPr>
        <a:xfrm>
          <a:off x="7548422" y="2853829"/>
          <a:ext cx="1341334" cy="752856"/>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solidFill>
                <a:srgbClr val="FF0000"/>
              </a:solidFill>
            </a:rPr>
            <a:t>PP </a:t>
          </a:r>
          <a:r>
            <a:rPr lang="en-US" sz="2800" kern="1200" dirty="0" err="1">
              <a:solidFill>
                <a:srgbClr val="FF0000"/>
              </a:solidFill>
            </a:rPr>
            <a:t>Cực</a:t>
          </a:r>
          <a:r>
            <a:rPr lang="en-US" sz="2800" kern="1200" dirty="0">
              <a:solidFill>
                <a:srgbClr val="FF0000"/>
              </a:solidFill>
            </a:rPr>
            <a:t> </a:t>
          </a:r>
          <a:r>
            <a:rPr lang="en-US" sz="2800" kern="1200" dirty="0" err="1">
              <a:solidFill>
                <a:srgbClr val="FF0000"/>
              </a:solidFill>
            </a:rPr>
            <a:t>phổ</a:t>
          </a:r>
          <a:endParaRPr lang="ru-RU" sz="2800" kern="1200" dirty="0">
            <a:solidFill>
              <a:srgbClr val="FF0000"/>
            </a:solidFill>
          </a:endParaRPr>
        </a:p>
      </dsp:txBody>
      <dsp:txXfrm>
        <a:off x="7548422" y="2853829"/>
        <a:ext cx="1341334" cy="752856"/>
      </dsp:txXfrm>
    </dsp:sp>
    <dsp:sp modelId="{148551A8-5CB2-4A4D-BF07-35849578E41D}">
      <dsp:nvSpPr>
        <dsp:cNvPr id="0" name=""/>
        <dsp:cNvSpPr/>
      </dsp:nvSpPr>
      <dsp:spPr>
        <a:xfrm>
          <a:off x="5938820" y="4396677"/>
          <a:ext cx="1341334" cy="777949"/>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err="1"/>
            <a:t>Thế</a:t>
          </a:r>
          <a:r>
            <a:rPr lang="en-US" sz="2800" kern="1200" dirty="0"/>
            <a:t> </a:t>
          </a:r>
          <a:r>
            <a:rPr lang="en-US" sz="2800" kern="1200" dirty="0" err="1"/>
            <a:t>cố</a:t>
          </a:r>
          <a:r>
            <a:rPr lang="en-US" sz="2800" kern="1200" dirty="0"/>
            <a:t> </a:t>
          </a:r>
          <a:r>
            <a:rPr lang="en-US" sz="2800" kern="1200" dirty="0" err="1"/>
            <a:t>định</a:t>
          </a:r>
          <a:endParaRPr lang="ru-RU" sz="2800" kern="1200" dirty="0"/>
        </a:p>
      </dsp:txBody>
      <dsp:txXfrm>
        <a:off x="5938820" y="4396677"/>
        <a:ext cx="1341334" cy="777949"/>
      </dsp:txXfrm>
    </dsp:sp>
    <dsp:sp modelId="{B7918C06-1DA1-4848-AD70-19B40D17DBF9}">
      <dsp:nvSpPr>
        <dsp:cNvPr id="0" name=""/>
        <dsp:cNvSpPr/>
      </dsp:nvSpPr>
      <dsp:spPr>
        <a:xfrm>
          <a:off x="7548422" y="3708922"/>
          <a:ext cx="1341334" cy="770727"/>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solidFill>
                <a:srgbClr val="FF0000"/>
              </a:solidFill>
            </a:rPr>
            <a:t>PP </a:t>
          </a:r>
          <a:r>
            <a:rPr lang="en-US" sz="2800" kern="1200" dirty="0" err="1">
              <a:solidFill>
                <a:srgbClr val="FF0000"/>
              </a:solidFill>
            </a:rPr>
            <a:t>đo</a:t>
          </a:r>
          <a:r>
            <a:rPr lang="en-US" sz="2800" kern="1200" dirty="0">
              <a:solidFill>
                <a:srgbClr val="FF0000"/>
              </a:solidFill>
            </a:rPr>
            <a:t> </a:t>
          </a:r>
          <a:r>
            <a:rPr lang="en-US" sz="2800" kern="1200" dirty="0" err="1">
              <a:solidFill>
                <a:srgbClr val="FF0000"/>
              </a:solidFill>
            </a:rPr>
            <a:t>Ampe</a:t>
          </a:r>
          <a:endParaRPr lang="ru-RU" sz="2800" kern="1200" dirty="0">
            <a:solidFill>
              <a:srgbClr val="FF0000"/>
            </a:solidFill>
          </a:endParaRPr>
        </a:p>
      </dsp:txBody>
      <dsp:txXfrm>
        <a:off x="7548422" y="3708922"/>
        <a:ext cx="1341334" cy="770727"/>
      </dsp:txXfrm>
    </dsp:sp>
    <dsp:sp modelId="{B55ED640-66B9-4CDD-82C2-395551E5B544}">
      <dsp:nvSpPr>
        <dsp:cNvPr id="0" name=""/>
        <dsp:cNvSpPr/>
      </dsp:nvSpPr>
      <dsp:spPr>
        <a:xfrm>
          <a:off x="7555384" y="4863864"/>
          <a:ext cx="1203311" cy="1280496"/>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solidFill>
                <a:srgbClr val="FF0000"/>
              </a:solidFill>
            </a:rPr>
            <a:t>PP </a:t>
          </a:r>
          <a:r>
            <a:rPr lang="en-US" sz="2800" kern="1200" dirty="0" err="1">
              <a:solidFill>
                <a:srgbClr val="FF0000"/>
              </a:solidFill>
            </a:rPr>
            <a:t>đo</a:t>
          </a:r>
          <a:r>
            <a:rPr lang="en-US" sz="2800" kern="1200" dirty="0">
              <a:solidFill>
                <a:srgbClr val="FF0000"/>
              </a:solidFill>
            </a:rPr>
            <a:t> </a:t>
          </a:r>
          <a:r>
            <a:rPr lang="en-US" sz="2800" kern="1200" dirty="0" err="1">
              <a:solidFill>
                <a:srgbClr val="FF0000"/>
              </a:solidFill>
            </a:rPr>
            <a:t>Điện</a:t>
          </a:r>
          <a:r>
            <a:rPr lang="en-US" sz="2800" kern="1200" dirty="0">
              <a:solidFill>
                <a:srgbClr val="FF0000"/>
              </a:solidFill>
            </a:rPr>
            <a:t> </a:t>
          </a:r>
          <a:r>
            <a:rPr lang="en-US" sz="2800" kern="1200" dirty="0" err="1">
              <a:solidFill>
                <a:srgbClr val="FF0000"/>
              </a:solidFill>
            </a:rPr>
            <a:t>lượng</a:t>
          </a:r>
          <a:endParaRPr lang="ru-RU" sz="2800" kern="1200" dirty="0">
            <a:solidFill>
              <a:srgbClr val="FF0000"/>
            </a:solidFill>
          </a:endParaRPr>
        </a:p>
      </dsp:txBody>
      <dsp:txXfrm>
        <a:off x="7555384" y="4863864"/>
        <a:ext cx="1203311" cy="1280496"/>
      </dsp:txXfrm>
    </dsp:sp>
    <dsp:sp modelId="{AADF2D55-6422-44B7-A6EC-9C799D3A82DA}">
      <dsp:nvSpPr>
        <dsp:cNvPr id="0" name=""/>
        <dsp:cNvSpPr/>
      </dsp:nvSpPr>
      <dsp:spPr>
        <a:xfrm>
          <a:off x="4307784" y="5296876"/>
          <a:ext cx="1341334" cy="1042540"/>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err="1"/>
            <a:t>Kiểm</a:t>
          </a:r>
          <a:r>
            <a:rPr lang="en-US" sz="2800" kern="1200" dirty="0"/>
            <a:t> </a:t>
          </a:r>
          <a:r>
            <a:rPr lang="en-US" sz="2800" kern="1200" dirty="0" err="1"/>
            <a:t>soát</a:t>
          </a:r>
          <a:r>
            <a:rPr lang="en-US" sz="2800" kern="1200" dirty="0"/>
            <a:t> </a:t>
          </a:r>
          <a:r>
            <a:rPr lang="en-US" sz="2800" kern="1200" dirty="0" err="1"/>
            <a:t>dòng</a:t>
          </a:r>
          <a:r>
            <a:rPr lang="en-US" sz="2800" kern="1200" dirty="0"/>
            <a:t> </a:t>
          </a:r>
          <a:endParaRPr lang="ru-RU" sz="2800" kern="1200" dirty="0"/>
        </a:p>
      </dsp:txBody>
      <dsp:txXfrm>
        <a:off x="4307784" y="5296876"/>
        <a:ext cx="1341334" cy="1042540"/>
      </dsp:txXfrm>
    </dsp:sp>
    <dsp:sp modelId="{D1CE1B29-765F-42B0-93C0-658682F88013}">
      <dsp:nvSpPr>
        <dsp:cNvPr id="0" name=""/>
        <dsp:cNvSpPr/>
      </dsp:nvSpPr>
      <dsp:spPr>
        <a:xfrm>
          <a:off x="5766928" y="5641949"/>
          <a:ext cx="1670270" cy="701559"/>
        </a:xfrm>
        <a:prstGeom prst="rect">
          <a:avLst/>
        </a:prstGeom>
        <a:solidFill>
          <a:schemeClr val="accent1">
            <a:lumMod val="40000"/>
            <a:lumOff val="6000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a:solidFill>
                <a:srgbClr val="FF0000"/>
              </a:solidFill>
            </a:rPr>
            <a:t>PP </a:t>
          </a:r>
          <a:r>
            <a:rPr lang="en-US" sz="2800" kern="1200" dirty="0" err="1">
              <a:solidFill>
                <a:srgbClr val="FF0000"/>
              </a:solidFill>
            </a:rPr>
            <a:t>Đo</a:t>
          </a:r>
          <a:r>
            <a:rPr lang="en-US" sz="2800" kern="1200" dirty="0">
              <a:solidFill>
                <a:srgbClr val="FF0000"/>
              </a:solidFill>
            </a:rPr>
            <a:t> </a:t>
          </a:r>
          <a:r>
            <a:rPr lang="en-US" sz="2800" kern="1200" dirty="0" err="1">
              <a:solidFill>
                <a:srgbClr val="FF0000"/>
              </a:solidFill>
            </a:rPr>
            <a:t>Điện</a:t>
          </a:r>
          <a:r>
            <a:rPr lang="en-US" sz="2800" kern="1200" dirty="0">
              <a:solidFill>
                <a:srgbClr val="FF0000"/>
              </a:solidFill>
            </a:rPr>
            <a:t> </a:t>
          </a:r>
          <a:r>
            <a:rPr lang="en-US" sz="2800" kern="1200" dirty="0" err="1">
              <a:solidFill>
                <a:srgbClr val="FF0000"/>
              </a:solidFill>
            </a:rPr>
            <a:t>lượng</a:t>
          </a:r>
          <a:endParaRPr lang="ru-RU" sz="2800" kern="1200" dirty="0">
            <a:solidFill>
              <a:srgbClr val="FF0000"/>
            </a:solidFill>
          </a:endParaRPr>
        </a:p>
      </dsp:txBody>
      <dsp:txXfrm>
        <a:off x="5766928" y="5641949"/>
        <a:ext cx="1670270" cy="7015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4C263B-40F9-4323-9179-738563B18B17}">
      <dsp:nvSpPr>
        <dsp:cNvPr id="0" name=""/>
        <dsp:cNvSpPr/>
      </dsp:nvSpPr>
      <dsp:spPr>
        <a:xfrm>
          <a:off x="2035874" y="1903640"/>
          <a:ext cx="2518324" cy="1269157"/>
        </a:xfrm>
        <a:prstGeom prst="roundRect">
          <a:avLst/>
        </a:prstGeom>
        <a:solidFill>
          <a:srgbClr val="00206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600200">
            <a:lnSpc>
              <a:spcPct val="90000"/>
            </a:lnSpc>
            <a:spcBef>
              <a:spcPct val="0"/>
            </a:spcBef>
            <a:spcAft>
              <a:spcPct val="35000"/>
            </a:spcAft>
          </a:pPr>
          <a:r>
            <a:rPr lang="en-US" sz="3600" b="1" kern="1200" dirty="0" err="1">
              <a:solidFill>
                <a:sysClr val="window" lastClr="FFFFFF"/>
              </a:solidFill>
              <a:latin typeface="Times New Roman" pitchFamily="18" charset="0"/>
              <a:ea typeface="+mn-ea"/>
              <a:cs typeface="Times New Roman" pitchFamily="18" charset="0"/>
            </a:rPr>
            <a:t>Ứng</a:t>
          </a:r>
          <a:r>
            <a:rPr lang="en-US" sz="3600" b="1" kern="1200" dirty="0">
              <a:solidFill>
                <a:sysClr val="window" lastClr="FFFFFF"/>
              </a:solidFill>
              <a:latin typeface="Times New Roman" pitchFamily="18" charset="0"/>
              <a:ea typeface="+mn-ea"/>
              <a:cs typeface="Times New Roman" pitchFamily="18" charset="0"/>
            </a:rPr>
            <a:t> </a:t>
          </a:r>
          <a:r>
            <a:rPr lang="en-US" sz="3600" b="1" kern="1200" dirty="0" err="1">
              <a:solidFill>
                <a:sysClr val="window" lastClr="FFFFFF"/>
              </a:solidFill>
              <a:latin typeface="Times New Roman" pitchFamily="18" charset="0"/>
              <a:ea typeface="+mn-ea"/>
              <a:cs typeface="Times New Roman" pitchFamily="18" charset="0"/>
            </a:rPr>
            <a:t>dụng</a:t>
          </a:r>
          <a:endParaRPr lang="en-US" sz="3600" b="1" kern="1200" dirty="0">
            <a:solidFill>
              <a:sysClr val="window" lastClr="FFFFFF"/>
            </a:solidFill>
            <a:latin typeface="Times New Roman" pitchFamily="18" charset="0"/>
            <a:ea typeface="+mn-ea"/>
            <a:cs typeface="Times New Roman" pitchFamily="18" charset="0"/>
          </a:endParaRPr>
        </a:p>
      </dsp:txBody>
      <dsp:txXfrm>
        <a:off x="2097829" y="1965595"/>
        <a:ext cx="2394414" cy="1145247"/>
      </dsp:txXfrm>
    </dsp:sp>
    <dsp:sp modelId="{94BEB8AE-BC9C-4BCD-B05D-CCCD7C2D10D0}">
      <dsp:nvSpPr>
        <dsp:cNvPr id="0" name=""/>
        <dsp:cNvSpPr/>
      </dsp:nvSpPr>
      <dsp:spPr>
        <a:xfrm rot="16200000">
          <a:off x="2962298" y="1570901"/>
          <a:ext cx="665476" cy="0"/>
        </a:xfrm>
        <a:custGeom>
          <a:avLst/>
          <a:gdLst/>
          <a:ahLst/>
          <a:cxnLst/>
          <a:rect l="0" t="0" r="0" b="0"/>
          <a:pathLst>
            <a:path>
              <a:moveTo>
                <a:pt x="0" y="0"/>
              </a:moveTo>
              <a:lnTo>
                <a:pt x="715462" y="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2211CE55-2B89-4B42-BC94-5437A683B1B2}">
      <dsp:nvSpPr>
        <dsp:cNvPr id="0" name=""/>
        <dsp:cNvSpPr/>
      </dsp:nvSpPr>
      <dsp:spPr>
        <a:xfrm>
          <a:off x="2244261" y="221939"/>
          <a:ext cx="2101550" cy="1016223"/>
        </a:xfrm>
        <a:prstGeom prst="roundRect">
          <a:avLst/>
        </a:prstGeom>
        <a:gradFill flip="none" rotWithShape="0">
          <a:gsLst>
            <a:gs pos="0">
              <a:srgbClr val="FF0000">
                <a:shade val="30000"/>
                <a:satMod val="115000"/>
              </a:srgbClr>
            </a:gs>
            <a:gs pos="50000">
              <a:srgbClr val="FF0000">
                <a:shade val="67500"/>
                <a:satMod val="115000"/>
              </a:srgbClr>
            </a:gs>
            <a:gs pos="100000">
              <a:srgbClr val="FF0000">
                <a:shade val="100000"/>
                <a:satMod val="115000"/>
              </a:srgbClr>
            </a:gs>
          </a:gsLst>
          <a:lin ang="8100000" scaled="1"/>
          <a:tileRect/>
        </a:gra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b="1" kern="1200" dirty="0" err="1">
              <a:solidFill>
                <a:sysClr val="window" lastClr="FFFFFF"/>
              </a:solidFill>
              <a:latin typeface="Times New Roman" pitchFamily="18" charset="0"/>
              <a:ea typeface="+mn-ea"/>
              <a:cs typeface="Times New Roman" pitchFamily="18" charset="0"/>
            </a:rPr>
            <a:t>Chuẩn</a:t>
          </a:r>
          <a:r>
            <a:rPr lang="en-US" sz="2900" b="1" kern="1200" dirty="0">
              <a:solidFill>
                <a:sysClr val="window" lastClr="FFFFFF"/>
              </a:solidFill>
              <a:latin typeface="Times New Roman" pitchFamily="18" charset="0"/>
              <a:ea typeface="+mn-ea"/>
              <a:cs typeface="Times New Roman" pitchFamily="18" charset="0"/>
            </a:rPr>
            <a:t> </a:t>
          </a:r>
          <a:r>
            <a:rPr lang="en-US" sz="2900" b="1" kern="1200" dirty="0" err="1">
              <a:solidFill>
                <a:sysClr val="window" lastClr="FFFFFF"/>
              </a:solidFill>
              <a:latin typeface="Times New Roman" pitchFamily="18" charset="0"/>
              <a:ea typeface="+mn-ea"/>
              <a:cs typeface="Times New Roman" pitchFamily="18" charset="0"/>
            </a:rPr>
            <a:t>độ</a:t>
          </a:r>
          <a:r>
            <a:rPr lang="en-US" sz="2900" b="1" kern="1200" dirty="0">
              <a:solidFill>
                <a:sysClr val="window" lastClr="FFFFFF"/>
              </a:solidFill>
              <a:latin typeface="Times New Roman" pitchFamily="18" charset="0"/>
              <a:ea typeface="+mn-ea"/>
              <a:cs typeface="Times New Roman" pitchFamily="18" charset="0"/>
            </a:rPr>
            <a:t> acid-</a:t>
          </a:r>
          <a:r>
            <a:rPr lang="en-US" sz="2900" b="1" kern="1200" dirty="0" err="1">
              <a:solidFill>
                <a:sysClr val="window" lastClr="FFFFFF"/>
              </a:solidFill>
              <a:latin typeface="Times New Roman" pitchFamily="18" charset="0"/>
              <a:ea typeface="+mn-ea"/>
              <a:cs typeface="Times New Roman" pitchFamily="18" charset="0"/>
            </a:rPr>
            <a:t>bazơ</a:t>
          </a:r>
          <a:endParaRPr lang="en-US" sz="2900" b="1" kern="1200" dirty="0">
            <a:solidFill>
              <a:sysClr val="window" lastClr="FFFFFF"/>
            </a:solidFill>
            <a:latin typeface="Times New Roman" pitchFamily="18" charset="0"/>
            <a:ea typeface="+mn-ea"/>
            <a:cs typeface="Times New Roman" pitchFamily="18" charset="0"/>
          </a:endParaRPr>
        </a:p>
      </dsp:txBody>
      <dsp:txXfrm>
        <a:off x="2293869" y="271547"/>
        <a:ext cx="2002334" cy="917007"/>
      </dsp:txXfrm>
    </dsp:sp>
    <dsp:sp modelId="{A1167671-9B6A-4480-B0AD-2C8629A52D20}">
      <dsp:nvSpPr>
        <dsp:cNvPr id="0" name=""/>
        <dsp:cNvSpPr/>
      </dsp:nvSpPr>
      <dsp:spPr>
        <a:xfrm rot="21567052">
          <a:off x="4554197" y="2525867"/>
          <a:ext cx="59016" cy="0"/>
        </a:xfrm>
        <a:custGeom>
          <a:avLst/>
          <a:gdLst/>
          <a:ahLst/>
          <a:cxnLst/>
          <a:rect l="0" t="0" r="0" b="0"/>
          <a:pathLst>
            <a:path>
              <a:moveTo>
                <a:pt x="0" y="0"/>
              </a:moveTo>
              <a:lnTo>
                <a:pt x="235633" y="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2C1168D2-0975-400A-88E9-0EEAEBADEB3A}">
      <dsp:nvSpPr>
        <dsp:cNvPr id="0" name=""/>
        <dsp:cNvSpPr/>
      </dsp:nvSpPr>
      <dsp:spPr>
        <a:xfrm>
          <a:off x="4613212" y="2008168"/>
          <a:ext cx="1941475" cy="1016223"/>
        </a:xfrm>
        <a:prstGeom prst="roundRect">
          <a:avLst/>
        </a:prstGeom>
        <a:solidFill>
          <a:srgbClr val="FFFF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b="1" kern="1200">
              <a:solidFill>
                <a:srgbClr val="002060"/>
              </a:solidFill>
              <a:latin typeface="Times New Roman" pitchFamily="18" charset="0"/>
              <a:ea typeface="+mn-ea"/>
              <a:cs typeface="Times New Roman" pitchFamily="18" charset="0"/>
            </a:rPr>
            <a:t>Chuẩn độ oxy hóa- khử</a:t>
          </a:r>
        </a:p>
      </dsp:txBody>
      <dsp:txXfrm>
        <a:off x="4662820" y="2057776"/>
        <a:ext cx="1842259" cy="917007"/>
      </dsp:txXfrm>
    </dsp:sp>
    <dsp:sp modelId="{3D73209A-B7A4-44B2-B5B2-51F225389F9F}">
      <dsp:nvSpPr>
        <dsp:cNvPr id="0" name=""/>
        <dsp:cNvSpPr/>
      </dsp:nvSpPr>
      <dsp:spPr>
        <a:xfrm rot="5400000">
          <a:off x="2946799" y="3521034"/>
          <a:ext cx="696474" cy="0"/>
        </a:xfrm>
        <a:custGeom>
          <a:avLst/>
          <a:gdLst/>
          <a:ahLst/>
          <a:cxnLst/>
          <a:rect l="0" t="0" r="0" b="0"/>
          <a:pathLst>
            <a:path>
              <a:moveTo>
                <a:pt x="0" y="0"/>
              </a:moveTo>
              <a:lnTo>
                <a:pt x="748788" y="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6E2BF6B0-18F4-4469-835F-EE455243552B}">
      <dsp:nvSpPr>
        <dsp:cNvPr id="0" name=""/>
        <dsp:cNvSpPr/>
      </dsp:nvSpPr>
      <dsp:spPr>
        <a:xfrm>
          <a:off x="2244261" y="3869271"/>
          <a:ext cx="2101550" cy="1016223"/>
        </a:xfrm>
        <a:prstGeom prst="roundRect">
          <a:avLst/>
        </a:prstGeom>
        <a:gradFill flip="none" rotWithShape="0">
          <a:gsLst>
            <a:gs pos="0">
              <a:srgbClr val="00B050">
                <a:shade val="30000"/>
                <a:satMod val="115000"/>
              </a:srgbClr>
            </a:gs>
            <a:gs pos="50000">
              <a:srgbClr val="00B050">
                <a:shade val="67500"/>
                <a:satMod val="115000"/>
              </a:srgbClr>
            </a:gs>
            <a:gs pos="100000">
              <a:srgbClr val="00B050">
                <a:shade val="100000"/>
                <a:satMod val="115000"/>
              </a:srgbClr>
            </a:gs>
          </a:gsLst>
          <a:lin ang="8100000" scaled="1"/>
          <a:tileRect/>
        </a:gra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1111250">
            <a:lnSpc>
              <a:spcPct val="90000"/>
            </a:lnSpc>
            <a:spcBef>
              <a:spcPct val="0"/>
            </a:spcBef>
            <a:spcAft>
              <a:spcPct val="35000"/>
            </a:spcAft>
          </a:pPr>
          <a:r>
            <a:rPr lang="en-US" sz="2500" b="1" kern="1200" dirty="0" err="1">
              <a:solidFill>
                <a:sysClr val="window" lastClr="FFFFFF"/>
              </a:solidFill>
              <a:latin typeface="Times New Roman" pitchFamily="18" charset="0"/>
              <a:ea typeface="+mn-ea"/>
              <a:cs typeface="Times New Roman" pitchFamily="18" charset="0"/>
            </a:rPr>
            <a:t>Chuẩn</a:t>
          </a:r>
          <a:r>
            <a:rPr lang="en-US" sz="2500" b="1" kern="1200" dirty="0">
              <a:solidFill>
                <a:sysClr val="window" lastClr="FFFFFF"/>
              </a:solidFill>
              <a:latin typeface="Times New Roman" pitchFamily="18" charset="0"/>
              <a:ea typeface="+mn-ea"/>
              <a:cs typeface="Times New Roman" pitchFamily="18" charset="0"/>
            </a:rPr>
            <a:t> </a:t>
          </a:r>
          <a:r>
            <a:rPr lang="en-US" sz="2500" b="1" kern="1200" dirty="0" err="1">
              <a:solidFill>
                <a:sysClr val="window" lastClr="FFFFFF"/>
              </a:solidFill>
              <a:latin typeface="Times New Roman" pitchFamily="18" charset="0"/>
              <a:ea typeface="+mn-ea"/>
              <a:cs typeface="Times New Roman" pitchFamily="18" charset="0"/>
            </a:rPr>
            <a:t>độ</a:t>
          </a:r>
          <a:r>
            <a:rPr lang="en-US" sz="2500" b="1" kern="1200" dirty="0">
              <a:solidFill>
                <a:sysClr val="window" lastClr="FFFFFF"/>
              </a:solidFill>
              <a:latin typeface="Times New Roman" pitchFamily="18" charset="0"/>
              <a:ea typeface="+mn-ea"/>
              <a:cs typeface="Times New Roman" pitchFamily="18" charset="0"/>
            </a:rPr>
            <a:t> </a:t>
          </a:r>
          <a:r>
            <a:rPr lang="en-US" sz="2500" b="1" kern="1200" dirty="0" err="1">
              <a:solidFill>
                <a:sysClr val="window" lastClr="FFFFFF"/>
              </a:solidFill>
              <a:latin typeface="Times New Roman" pitchFamily="18" charset="0"/>
              <a:ea typeface="+mn-ea"/>
              <a:cs typeface="Times New Roman" pitchFamily="18" charset="0"/>
            </a:rPr>
            <a:t>phức</a:t>
          </a:r>
          <a:r>
            <a:rPr lang="en-US" sz="2500" b="1" kern="1200" dirty="0">
              <a:solidFill>
                <a:sysClr val="window" lastClr="FFFFFF"/>
              </a:solidFill>
              <a:latin typeface="Times New Roman" pitchFamily="18" charset="0"/>
              <a:ea typeface="+mn-ea"/>
              <a:cs typeface="Times New Roman" pitchFamily="18" charset="0"/>
            </a:rPr>
            <a:t> </a:t>
          </a:r>
          <a:r>
            <a:rPr lang="en-US" sz="2500" b="1" kern="1200" dirty="0" err="1">
              <a:solidFill>
                <a:sysClr val="window" lastClr="FFFFFF"/>
              </a:solidFill>
              <a:latin typeface="Times New Roman" pitchFamily="18" charset="0"/>
              <a:ea typeface="+mn-ea"/>
              <a:cs typeface="Times New Roman" pitchFamily="18" charset="0"/>
            </a:rPr>
            <a:t>chất</a:t>
          </a:r>
          <a:r>
            <a:rPr lang="en-US" sz="2500" b="1" kern="1200" dirty="0">
              <a:solidFill>
                <a:sysClr val="window" lastClr="FFFFFF"/>
              </a:solidFill>
              <a:latin typeface="Times New Roman" pitchFamily="18" charset="0"/>
              <a:ea typeface="+mn-ea"/>
              <a:cs typeface="Times New Roman" pitchFamily="18" charset="0"/>
            </a:rPr>
            <a:t> (</a:t>
          </a:r>
          <a:r>
            <a:rPr lang="en-US" sz="2500" b="1" kern="1200" dirty="0" err="1">
              <a:solidFill>
                <a:sysClr val="window" lastClr="FFFFFF"/>
              </a:solidFill>
              <a:latin typeface="Times New Roman" pitchFamily="18" charset="0"/>
              <a:ea typeface="+mn-ea"/>
              <a:cs typeface="Times New Roman" pitchFamily="18" charset="0"/>
            </a:rPr>
            <a:t>ít</a:t>
          </a:r>
          <a:r>
            <a:rPr lang="en-US" sz="2500" b="1" kern="1200" dirty="0">
              <a:solidFill>
                <a:sysClr val="window" lastClr="FFFFFF"/>
              </a:solidFill>
              <a:latin typeface="Times New Roman" pitchFamily="18" charset="0"/>
              <a:ea typeface="+mn-ea"/>
              <a:cs typeface="Times New Roman" pitchFamily="18" charset="0"/>
            </a:rPr>
            <a:t>)</a:t>
          </a:r>
        </a:p>
      </dsp:txBody>
      <dsp:txXfrm>
        <a:off x="2293869" y="3918879"/>
        <a:ext cx="2002334" cy="917007"/>
      </dsp:txXfrm>
    </dsp:sp>
    <dsp:sp modelId="{6092BAEF-26C6-42AD-A07C-91F924C27F09}">
      <dsp:nvSpPr>
        <dsp:cNvPr id="0" name=""/>
        <dsp:cNvSpPr/>
      </dsp:nvSpPr>
      <dsp:spPr>
        <a:xfrm rot="10832976">
          <a:off x="2012244" y="2526026"/>
          <a:ext cx="23630" cy="0"/>
        </a:xfrm>
        <a:custGeom>
          <a:avLst/>
          <a:gdLst/>
          <a:ahLst/>
          <a:cxnLst/>
          <a:rect l="0" t="0" r="0" b="0"/>
          <a:pathLst>
            <a:path>
              <a:moveTo>
                <a:pt x="0" y="0"/>
              </a:moveTo>
              <a:lnTo>
                <a:pt x="197614" y="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620F543D-5B98-4BBA-80DD-FE76DA4DC59E}">
      <dsp:nvSpPr>
        <dsp:cNvPr id="0" name=""/>
        <dsp:cNvSpPr/>
      </dsp:nvSpPr>
      <dsp:spPr>
        <a:xfrm>
          <a:off x="0" y="2008150"/>
          <a:ext cx="2012245" cy="1016223"/>
        </a:xfrm>
        <a:prstGeom prst="roundRect">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b="1" kern="1200" dirty="0" err="1">
              <a:solidFill>
                <a:srgbClr val="002060"/>
              </a:solidFill>
              <a:latin typeface="Times New Roman" pitchFamily="18" charset="0"/>
              <a:ea typeface="+mn-ea"/>
              <a:cs typeface="Times New Roman" pitchFamily="18" charset="0"/>
            </a:rPr>
            <a:t>Chuẩn</a:t>
          </a:r>
          <a:r>
            <a:rPr lang="en-US" sz="2900" b="1" kern="1200" dirty="0">
              <a:solidFill>
                <a:srgbClr val="002060"/>
              </a:solidFill>
              <a:latin typeface="Times New Roman" pitchFamily="18" charset="0"/>
              <a:ea typeface="+mn-ea"/>
              <a:cs typeface="Times New Roman" pitchFamily="18" charset="0"/>
            </a:rPr>
            <a:t> </a:t>
          </a:r>
          <a:r>
            <a:rPr lang="en-US" sz="2900" b="1" kern="1200" dirty="0" err="1">
              <a:solidFill>
                <a:srgbClr val="002060"/>
              </a:solidFill>
              <a:latin typeface="Times New Roman" pitchFamily="18" charset="0"/>
              <a:ea typeface="+mn-ea"/>
              <a:cs typeface="Times New Roman" pitchFamily="18" charset="0"/>
            </a:rPr>
            <a:t>độ</a:t>
          </a:r>
          <a:r>
            <a:rPr lang="en-US" sz="2900" b="1" kern="1200" dirty="0">
              <a:solidFill>
                <a:srgbClr val="002060"/>
              </a:solidFill>
              <a:latin typeface="Times New Roman" pitchFamily="18" charset="0"/>
              <a:ea typeface="+mn-ea"/>
              <a:cs typeface="Times New Roman" pitchFamily="18" charset="0"/>
            </a:rPr>
            <a:t> </a:t>
          </a:r>
          <a:r>
            <a:rPr lang="en-US" sz="2900" b="1" kern="1200" dirty="0" err="1">
              <a:solidFill>
                <a:srgbClr val="002060"/>
              </a:solidFill>
              <a:latin typeface="Times New Roman" pitchFamily="18" charset="0"/>
              <a:ea typeface="+mn-ea"/>
              <a:cs typeface="Times New Roman" pitchFamily="18" charset="0"/>
            </a:rPr>
            <a:t>kết</a:t>
          </a:r>
          <a:r>
            <a:rPr lang="en-US" sz="2900" b="1" kern="1200" dirty="0">
              <a:solidFill>
                <a:srgbClr val="002060"/>
              </a:solidFill>
              <a:latin typeface="Times New Roman" pitchFamily="18" charset="0"/>
              <a:ea typeface="+mn-ea"/>
              <a:cs typeface="Times New Roman" pitchFamily="18" charset="0"/>
            </a:rPr>
            <a:t> </a:t>
          </a:r>
          <a:r>
            <a:rPr lang="en-US" sz="2900" b="1" kern="1200" dirty="0" err="1">
              <a:solidFill>
                <a:srgbClr val="002060"/>
              </a:solidFill>
              <a:latin typeface="Times New Roman" pitchFamily="18" charset="0"/>
              <a:ea typeface="+mn-ea"/>
              <a:cs typeface="Times New Roman" pitchFamily="18" charset="0"/>
            </a:rPr>
            <a:t>tủa</a:t>
          </a:r>
          <a:endParaRPr lang="en-US" sz="2900" b="1" kern="1200" dirty="0">
            <a:solidFill>
              <a:srgbClr val="002060"/>
            </a:solidFill>
            <a:latin typeface="Times New Roman" pitchFamily="18" charset="0"/>
            <a:ea typeface="+mn-ea"/>
            <a:cs typeface="Times New Roman" pitchFamily="18" charset="0"/>
          </a:endParaRPr>
        </a:p>
      </dsp:txBody>
      <dsp:txXfrm>
        <a:off x="49608" y="2057758"/>
        <a:ext cx="1913029" cy="91700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4" Type="http://schemas.openxmlformats.org/officeDocument/2006/relationships/image" Target="../media/image7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4" Type="http://schemas.openxmlformats.org/officeDocument/2006/relationships/image" Target="../media/image7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4" Type="http://schemas.openxmlformats.org/officeDocument/2006/relationships/image" Target="../media/image8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 Id="rId4" Type="http://schemas.openxmlformats.org/officeDocument/2006/relationships/image" Target="../media/image89.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4" Type="http://schemas.openxmlformats.org/officeDocument/2006/relationships/image" Target="../media/image8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4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4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62.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66.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1.png"/></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3.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4.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8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87.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07.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0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10.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12.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14.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84.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85.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8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2805561-2B67-4B6E-AD24-F0741EC789CF}" type="datetimeFigureOut">
              <a:rPr lang="ru-RU"/>
              <a:pPr/>
              <a:t>18.03.2022</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92F2046-CF7C-4760-A9D0-621A22FC7430}" type="slidenum">
              <a:rPr lang="ru-RU" altLang="ru-RU"/>
              <a:pPr/>
              <a:t>‹#›</a:t>
            </a:fld>
            <a:endParaRPr lang="ru-RU" altLang="ru-RU"/>
          </a:p>
        </p:txBody>
      </p:sp>
    </p:spTree>
    <p:extLst>
      <p:ext uri="{BB962C8B-B14F-4D97-AF65-F5344CB8AC3E}">
        <p14:creationId xmlns:p14="http://schemas.microsoft.com/office/powerpoint/2010/main" val="26012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11D87113-E891-4FE3-9FEB-B874F3B6114D}" type="datetimeFigureOut">
              <a:rPr lang="zh-CN" altLang="en-US"/>
              <a:pPr/>
              <a:t>2022/3/18</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466E461-4919-421B-8952-7D9620AA45F9}" type="slidenum">
              <a:rPr lang="zh-CN" altLang="en-US"/>
              <a:pPr/>
              <a:t>‹#›</a:t>
            </a:fld>
            <a:endParaRPr lang="zh-CN" altLang="en-US"/>
          </a:p>
        </p:txBody>
      </p:sp>
    </p:spTree>
    <p:extLst>
      <p:ext uri="{BB962C8B-B14F-4D97-AF65-F5344CB8AC3E}">
        <p14:creationId xmlns:p14="http://schemas.microsoft.com/office/powerpoint/2010/main" val="1145664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A976781-686A-4089-826A-BFD61C4B63B6}" type="slidenum">
              <a:rPr lang="zh-CN" altLang="en-US">
                <a:latin typeface="Arial" panose="020B0604020202020204" pitchFamily="34" charset="0"/>
              </a:rPr>
              <a:pPr>
                <a:spcBef>
                  <a:spcPct val="0"/>
                </a:spcBef>
              </a:pPr>
              <a:t>1</a:t>
            </a:fld>
            <a:endParaRPr lang="zh-CN" altLang="en-US">
              <a:latin typeface="Arial" panose="020B0604020202020204" pitchFamily="34" charset="0"/>
            </a:endParaRPr>
          </a:p>
        </p:txBody>
      </p:sp>
    </p:spTree>
    <p:extLst>
      <p:ext uri="{BB962C8B-B14F-4D97-AF65-F5344CB8AC3E}">
        <p14:creationId xmlns:p14="http://schemas.microsoft.com/office/powerpoint/2010/main" val="354722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4807A02-5CDA-41E2-9EC2-4F00B8B30476}" type="slidenum">
              <a:rPr lang="zh-CN" altLang="en-US">
                <a:latin typeface="Arial" panose="020B0604020202020204" pitchFamily="34" charset="0"/>
              </a:rPr>
              <a:pPr>
                <a:spcBef>
                  <a:spcPct val="0"/>
                </a:spcBef>
              </a:pPr>
              <a:t>12</a:t>
            </a:fld>
            <a:endParaRPr lang="zh-CN" altLang="en-US">
              <a:latin typeface="Arial" panose="020B0604020202020204" pitchFamily="34" charset="0"/>
            </a:endParaRPr>
          </a:p>
        </p:txBody>
      </p:sp>
    </p:spTree>
    <p:extLst>
      <p:ext uri="{BB962C8B-B14F-4D97-AF65-F5344CB8AC3E}">
        <p14:creationId xmlns:p14="http://schemas.microsoft.com/office/powerpoint/2010/main" val="4041446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Образ слайда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
        <p:nvSpPr>
          <p:cNvPr id="5427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3C04DCF-EF8E-491C-9E96-29E79936385A}" type="slidenum">
              <a:rPr lang="zh-CN" altLang="en-US">
                <a:latin typeface="Arial" panose="020B0604020202020204" pitchFamily="34" charset="0"/>
              </a:rPr>
              <a:pPr>
                <a:spcBef>
                  <a:spcPct val="0"/>
                </a:spcBef>
              </a:pPr>
              <a:t>41</a:t>
            </a:fld>
            <a:endParaRPr lang="zh-CN" altLang="en-US">
              <a:latin typeface="Arial" panose="020B0604020202020204" pitchFamily="34" charset="0"/>
            </a:endParaRPr>
          </a:p>
        </p:txBody>
      </p:sp>
    </p:spTree>
    <p:extLst>
      <p:ext uri="{BB962C8B-B14F-4D97-AF65-F5344CB8AC3E}">
        <p14:creationId xmlns:p14="http://schemas.microsoft.com/office/powerpoint/2010/main" val="139512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Образ слайда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
        <p:nvSpPr>
          <p:cNvPr id="8704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52540D9-2C16-46C7-9993-8A832BEEAF4A}" type="slidenum">
              <a:rPr lang="zh-CN" altLang="en-US">
                <a:latin typeface="Arial" panose="020B0604020202020204" pitchFamily="34" charset="0"/>
              </a:rPr>
              <a:pPr>
                <a:spcBef>
                  <a:spcPct val="0"/>
                </a:spcBef>
              </a:pPr>
              <a:t>72</a:t>
            </a:fld>
            <a:endParaRPr lang="zh-CN" altLang="en-US">
              <a:latin typeface="Arial" panose="020B0604020202020204" pitchFamily="34" charset="0"/>
            </a:endParaRPr>
          </a:p>
        </p:txBody>
      </p:sp>
    </p:spTree>
    <p:extLst>
      <p:ext uri="{BB962C8B-B14F-4D97-AF65-F5344CB8AC3E}">
        <p14:creationId xmlns:p14="http://schemas.microsoft.com/office/powerpoint/2010/main" val="1527776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90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477AA95-6486-4FE2-AF28-1273FE93B15C}" type="slidenum">
              <a:rPr lang="zh-CN" altLang="en-US"/>
              <a:pPr/>
              <a:t>74</a:t>
            </a:fld>
            <a:endParaRPr lang="zh-CN" altLang="en-US"/>
          </a:p>
        </p:txBody>
      </p:sp>
    </p:spTree>
    <p:extLst>
      <p:ext uri="{BB962C8B-B14F-4D97-AF65-F5344CB8AC3E}">
        <p14:creationId xmlns:p14="http://schemas.microsoft.com/office/powerpoint/2010/main" val="1891214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ru-RU" smtClean="0"/>
          </a:p>
        </p:txBody>
      </p:sp>
      <p:sp>
        <p:nvSpPr>
          <p:cNvPr id="12390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9182B00-F862-4EE2-8ECC-90644B95649D}" type="slidenum">
              <a:rPr lang="zh-CN" altLang="en-US">
                <a:latin typeface="Arial" panose="020B0604020202020204" pitchFamily="34" charset="0"/>
                <a:cs typeface="Arial" panose="020B0604020202020204" pitchFamily="34" charset="0"/>
              </a:rPr>
              <a:pPr/>
              <a:t>106</a:t>
            </a:fld>
            <a:endParaRPr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992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8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08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04C8E6-F5E6-403A-8053-0E7606565488}" type="slidenum">
              <a:rPr lang="zh-CN" altLang="en-US">
                <a:latin typeface="Arial" panose="020B0604020202020204" pitchFamily="34" charset="0"/>
              </a:rPr>
              <a:pPr>
                <a:spcBef>
                  <a:spcPct val="0"/>
                </a:spcBef>
              </a:pPr>
              <a:t>187</a:t>
            </a:fld>
            <a:endParaRPr lang="zh-CN" altLang="en-US">
              <a:latin typeface="Arial" panose="020B0604020202020204" pitchFamily="34" charset="0"/>
            </a:endParaRPr>
          </a:p>
        </p:txBody>
      </p:sp>
    </p:spTree>
    <p:extLst>
      <p:ext uri="{BB962C8B-B14F-4D97-AF65-F5344CB8AC3E}">
        <p14:creationId xmlns:p14="http://schemas.microsoft.com/office/powerpoint/2010/main" val="301063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0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10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81CAD0D-E7BB-4E1C-AB69-B913323FBE96}" type="slidenum">
              <a:rPr lang="zh-CN" altLang="en-US">
                <a:latin typeface="Arial" panose="020B0604020202020204" pitchFamily="34" charset="0"/>
              </a:rPr>
              <a:pPr>
                <a:spcBef>
                  <a:spcPct val="0"/>
                </a:spcBef>
              </a:pPr>
              <a:t>188</a:t>
            </a:fld>
            <a:endParaRPr lang="zh-CN" altLang="en-US">
              <a:latin typeface="Arial" panose="020B0604020202020204" pitchFamily="34" charset="0"/>
            </a:endParaRPr>
          </a:p>
        </p:txBody>
      </p:sp>
    </p:spTree>
    <p:extLst>
      <p:ext uri="{BB962C8B-B14F-4D97-AF65-F5344CB8AC3E}">
        <p14:creationId xmlns:p14="http://schemas.microsoft.com/office/powerpoint/2010/main" val="122036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2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12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4015761-DA22-4996-B0F9-D727E08CAE03}" type="slidenum">
              <a:rPr lang="zh-CN" altLang="en-US">
                <a:latin typeface="Arial" panose="020B0604020202020204" pitchFamily="34" charset="0"/>
              </a:rPr>
              <a:pPr>
                <a:spcBef>
                  <a:spcPct val="0"/>
                </a:spcBef>
              </a:pPr>
              <a:t>189</a:t>
            </a:fld>
            <a:endParaRPr lang="zh-CN" altLang="en-US">
              <a:latin typeface="Arial" panose="020B0604020202020204" pitchFamily="34" charset="0"/>
            </a:endParaRPr>
          </a:p>
        </p:txBody>
      </p:sp>
    </p:spTree>
    <p:extLst>
      <p:ext uri="{BB962C8B-B14F-4D97-AF65-F5344CB8AC3E}">
        <p14:creationId xmlns:p14="http://schemas.microsoft.com/office/powerpoint/2010/main" val="1842469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150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8C7E55B-DA62-497D-8A79-8A6E2B84CF40}" type="slidenum">
              <a:rPr lang="zh-CN" altLang="en-US">
                <a:latin typeface="Arial" panose="020B0604020202020204" pitchFamily="34" charset="0"/>
              </a:rPr>
              <a:pPr>
                <a:spcBef>
                  <a:spcPct val="0"/>
                </a:spcBef>
              </a:pPr>
              <a:t>190</a:t>
            </a:fld>
            <a:endParaRPr lang="zh-CN" altLang="en-US">
              <a:latin typeface="Arial" panose="020B0604020202020204" pitchFamily="34" charset="0"/>
            </a:endParaRPr>
          </a:p>
        </p:txBody>
      </p:sp>
    </p:spTree>
    <p:extLst>
      <p:ext uri="{BB962C8B-B14F-4D97-AF65-F5344CB8AC3E}">
        <p14:creationId xmlns:p14="http://schemas.microsoft.com/office/powerpoint/2010/main" val="1826960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17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9F15152-1E6C-46A2-B4B3-7B8CA1448F91}" type="slidenum">
              <a:rPr lang="zh-CN" altLang="en-US">
                <a:latin typeface="Arial" panose="020B0604020202020204" pitchFamily="34" charset="0"/>
              </a:rPr>
              <a:pPr>
                <a:spcBef>
                  <a:spcPct val="0"/>
                </a:spcBef>
              </a:pPr>
              <a:t>191</a:t>
            </a:fld>
            <a:endParaRPr lang="zh-CN" altLang="en-US">
              <a:latin typeface="Arial" panose="020B0604020202020204" pitchFamily="34" charset="0"/>
            </a:endParaRPr>
          </a:p>
        </p:txBody>
      </p:sp>
    </p:spTree>
    <p:extLst>
      <p:ext uri="{BB962C8B-B14F-4D97-AF65-F5344CB8AC3E}">
        <p14:creationId xmlns:p14="http://schemas.microsoft.com/office/powerpoint/2010/main" val="4045961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191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0252003-BB18-47BA-93F1-CFAAF69EF6D4}" type="slidenum">
              <a:rPr lang="zh-CN" altLang="en-US">
                <a:latin typeface="Arial" panose="020B0604020202020204" pitchFamily="34" charset="0"/>
              </a:rPr>
              <a:pPr>
                <a:spcBef>
                  <a:spcPct val="0"/>
                </a:spcBef>
              </a:pPr>
              <a:t>192</a:t>
            </a:fld>
            <a:endParaRPr lang="zh-CN" altLang="en-US">
              <a:latin typeface="Arial" panose="020B0604020202020204" pitchFamily="34" charset="0"/>
            </a:endParaRPr>
          </a:p>
        </p:txBody>
      </p:sp>
    </p:spTree>
    <p:extLst>
      <p:ext uri="{BB962C8B-B14F-4D97-AF65-F5344CB8AC3E}">
        <p14:creationId xmlns:p14="http://schemas.microsoft.com/office/powerpoint/2010/main" val="3209277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211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EA152C4-7BB7-42C1-B2AC-250D685FEE0D}" type="slidenum">
              <a:rPr lang="zh-CN" altLang="en-US">
                <a:latin typeface="Arial" panose="020B0604020202020204" pitchFamily="34" charset="0"/>
              </a:rPr>
              <a:pPr>
                <a:spcBef>
                  <a:spcPct val="0"/>
                </a:spcBef>
              </a:pPr>
              <a:t>193</a:t>
            </a:fld>
            <a:endParaRPr lang="zh-CN" altLang="en-US">
              <a:latin typeface="Arial" panose="020B0604020202020204" pitchFamily="34" charset="0"/>
            </a:endParaRPr>
          </a:p>
        </p:txBody>
      </p:sp>
    </p:spTree>
    <p:extLst>
      <p:ext uri="{BB962C8B-B14F-4D97-AF65-F5344CB8AC3E}">
        <p14:creationId xmlns:p14="http://schemas.microsoft.com/office/powerpoint/2010/main" val="3893370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3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23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F6996F2-4865-410B-91EA-555048723A18}" type="slidenum">
              <a:rPr lang="zh-CN" altLang="en-US">
                <a:latin typeface="Arial" panose="020B0604020202020204" pitchFamily="34" charset="0"/>
              </a:rPr>
              <a:pPr>
                <a:spcBef>
                  <a:spcPct val="0"/>
                </a:spcBef>
              </a:pPr>
              <a:t>194</a:t>
            </a:fld>
            <a:endParaRPr lang="zh-CN" altLang="en-US">
              <a:latin typeface="Arial" panose="020B0604020202020204" pitchFamily="34" charset="0"/>
            </a:endParaRPr>
          </a:p>
        </p:txBody>
      </p:sp>
    </p:spTree>
    <p:extLst>
      <p:ext uri="{BB962C8B-B14F-4D97-AF65-F5344CB8AC3E}">
        <p14:creationId xmlns:p14="http://schemas.microsoft.com/office/powerpoint/2010/main" val="3247029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25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E15B4D-A585-4F41-BCE0-210D9995BEC2}" type="slidenum">
              <a:rPr lang="zh-CN" altLang="en-US">
                <a:latin typeface="Arial" panose="020B0604020202020204" pitchFamily="34" charset="0"/>
              </a:rPr>
              <a:pPr>
                <a:spcBef>
                  <a:spcPct val="0"/>
                </a:spcBef>
              </a:pPr>
              <a:t>195</a:t>
            </a:fld>
            <a:endParaRPr lang="zh-CN" altLang="en-US">
              <a:latin typeface="Arial" panose="020B0604020202020204" pitchFamily="34" charset="0"/>
            </a:endParaRPr>
          </a:p>
        </p:txBody>
      </p:sp>
    </p:spTree>
    <p:extLst>
      <p:ext uri="{BB962C8B-B14F-4D97-AF65-F5344CB8AC3E}">
        <p14:creationId xmlns:p14="http://schemas.microsoft.com/office/powerpoint/2010/main" val="11216522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7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27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ECC39B0-3CD8-49EE-B4EE-BA797A35BCE7}" type="slidenum">
              <a:rPr lang="zh-CN" altLang="en-US">
                <a:latin typeface="Arial" panose="020B0604020202020204" pitchFamily="34" charset="0"/>
              </a:rPr>
              <a:pPr>
                <a:spcBef>
                  <a:spcPct val="0"/>
                </a:spcBef>
              </a:pPr>
              <a:t>196</a:t>
            </a:fld>
            <a:endParaRPr lang="zh-CN" altLang="en-US">
              <a:latin typeface="Arial" panose="020B0604020202020204" pitchFamily="34" charset="0"/>
            </a:endParaRPr>
          </a:p>
        </p:txBody>
      </p:sp>
    </p:spTree>
    <p:extLst>
      <p:ext uri="{BB962C8B-B14F-4D97-AF65-F5344CB8AC3E}">
        <p14:creationId xmlns:p14="http://schemas.microsoft.com/office/powerpoint/2010/main" val="832206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9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293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4D74F4F-8599-4919-AB7E-DD7CFF8557A9}" type="slidenum">
              <a:rPr lang="zh-CN" altLang="en-US">
                <a:latin typeface="Arial" panose="020B0604020202020204" pitchFamily="34" charset="0"/>
              </a:rPr>
              <a:pPr>
                <a:spcBef>
                  <a:spcPct val="0"/>
                </a:spcBef>
              </a:pPr>
              <a:t>197</a:t>
            </a:fld>
            <a:endParaRPr lang="zh-CN" altLang="en-US">
              <a:latin typeface="Arial" panose="020B0604020202020204" pitchFamily="34" charset="0"/>
            </a:endParaRPr>
          </a:p>
        </p:txBody>
      </p:sp>
    </p:spTree>
    <p:extLst>
      <p:ext uri="{BB962C8B-B14F-4D97-AF65-F5344CB8AC3E}">
        <p14:creationId xmlns:p14="http://schemas.microsoft.com/office/powerpoint/2010/main" val="204891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31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0C9CA7B-FCAB-4E24-9C7E-B6805B49CBAC}" type="slidenum">
              <a:rPr lang="zh-CN" altLang="en-US">
                <a:latin typeface="Arial" panose="020B0604020202020204" pitchFamily="34" charset="0"/>
              </a:rPr>
              <a:pPr>
                <a:spcBef>
                  <a:spcPct val="0"/>
                </a:spcBef>
              </a:pPr>
              <a:t>198</a:t>
            </a:fld>
            <a:endParaRPr lang="zh-CN" altLang="en-US">
              <a:latin typeface="Arial" panose="020B0604020202020204" pitchFamily="34" charset="0"/>
            </a:endParaRPr>
          </a:p>
        </p:txBody>
      </p:sp>
    </p:spTree>
    <p:extLst>
      <p:ext uri="{BB962C8B-B14F-4D97-AF65-F5344CB8AC3E}">
        <p14:creationId xmlns:p14="http://schemas.microsoft.com/office/powerpoint/2010/main" val="3434461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3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33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E8FFBCA-F9A4-4731-B5DE-0E1AA4919BEE}" type="slidenum">
              <a:rPr lang="zh-CN" altLang="en-US">
                <a:latin typeface="Arial" panose="020B0604020202020204" pitchFamily="34" charset="0"/>
              </a:rPr>
              <a:pPr>
                <a:spcBef>
                  <a:spcPct val="0"/>
                </a:spcBef>
              </a:pPr>
              <a:t>199</a:t>
            </a:fld>
            <a:endParaRPr lang="zh-CN" altLang="en-US">
              <a:latin typeface="Arial" panose="020B0604020202020204" pitchFamily="34" charset="0"/>
            </a:endParaRPr>
          </a:p>
        </p:txBody>
      </p:sp>
    </p:spTree>
    <p:extLst>
      <p:ext uri="{BB962C8B-B14F-4D97-AF65-F5344CB8AC3E}">
        <p14:creationId xmlns:p14="http://schemas.microsoft.com/office/powerpoint/2010/main" val="2130228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35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FB559EE-4D60-48CF-B917-10FD808499F1}" type="slidenum">
              <a:rPr lang="zh-CN" altLang="en-US">
                <a:latin typeface="Arial" panose="020B0604020202020204" pitchFamily="34" charset="0"/>
              </a:rPr>
              <a:pPr>
                <a:spcBef>
                  <a:spcPct val="0"/>
                </a:spcBef>
              </a:pPr>
              <a:t>200</a:t>
            </a:fld>
            <a:endParaRPr lang="zh-CN" altLang="en-US">
              <a:latin typeface="Arial" panose="020B0604020202020204" pitchFamily="34" charset="0"/>
            </a:endParaRPr>
          </a:p>
        </p:txBody>
      </p:sp>
    </p:spTree>
    <p:extLst>
      <p:ext uri="{BB962C8B-B14F-4D97-AF65-F5344CB8AC3E}">
        <p14:creationId xmlns:p14="http://schemas.microsoft.com/office/powerpoint/2010/main" val="300438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7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37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9BC4D49-33A5-4E7A-B965-7518D0E7AFDC}" type="slidenum">
              <a:rPr lang="zh-CN" altLang="en-US">
                <a:latin typeface="Arial" panose="020B0604020202020204" pitchFamily="34" charset="0"/>
              </a:rPr>
              <a:pPr>
                <a:spcBef>
                  <a:spcPct val="0"/>
                </a:spcBef>
              </a:pPr>
              <a:t>201</a:t>
            </a:fld>
            <a:endParaRPr lang="zh-CN" altLang="en-US">
              <a:latin typeface="Arial" panose="020B0604020202020204" pitchFamily="34" charset="0"/>
            </a:endParaRPr>
          </a:p>
        </p:txBody>
      </p:sp>
    </p:spTree>
    <p:extLst>
      <p:ext uri="{BB962C8B-B14F-4D97-AF65-F5344CB8AC3E}">
        <p14:creationId xmlns:p14="http://schemas.microsoft.com/office/powerpoint/2010/main" val="4223422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9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39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C3B9D02-0271-4160-9AA5-D8A9DA5A7AAE}" type="slidenum">
              <a:rPr lang="zh-CN" altLang="en-US">
                <a:latin typeface="Arial" panose="020B0604020202020204" pitchFamily="34" charset="0"/>
              </a:rPr>
              <a:pPr>
                <a:spcBef>
                  <a:spcPct val="0"/>
                </a:spcBef>
              </a:pPr>
              <a:t>202</a:t>
            </a:fld>
            <a:endParaRPr lang="zh-CN" altLang="en-US">
              <a:latin typeface="Arial" panose="020B0604020202020204" pitchFamily="34" charset="0"/>
            </a:endParaRPr>
          </a:p>
        </p:txBody>
      </p:sp>
    </p:spTree>
    <p:extLst>
      <p:ext uri="{BB962C8B-B14F-4D97-AF65-F5344CB8AC3E}">
        <p14:creationId xmlns:p14="http://schemas.microsoft.com/office/powerpoint/2010/main" val="424588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416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C8B2F64-93C9-46FA-9564-F6F65606B53C}" type="slidenum">
              <a:rPr lang="zh-CN" altLang="en-US">
                <a:latin typeface="Arial" panose="020B0604020202020204" pitchFamily="34" charset="0"/>
              </a:rPr>
              <a:pPr>
                <a:spcBef>
                  <a:spcPct val="0"/>
                </a:spcBef>
              </a:pPr>
              <a:t>203</a:t>
            </a:fld>
            <a:endParaRPr lang="zh-CN" altLang="en-US">
              <a:latin typeface="Arial" panose="020B0604020202020204" pitchFamily="34" charset="0"/>
            </a:endParaRPr>
          </a:p>
        </p:txBody>
      </p:sp>
    </p:spTree>
    <p:extLst>
      <p:ext uri="{BB962C8B-B14F-4D97-AF65-F5344CB8AC3E}">
        <p14:creationId xmlns:p14="http://schemas.microsoft.com/office/powerpoint/2010/main" val="25099733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3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43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3F6C001-D6ED-4960-A510-2E4261C353F5}" type="slidenum">
              <a:rPr lang="zh-CN" altLang="en-US">
                <a:latin typeface="Arial" panose="020B0604020202020204" pitchFamily="34" charset="0"/>
              </a:rPr>
              <a:pPr>
                <a:spcBef>
                  <a:spcPct val="0"/>
                </a:spcBef>
              </a:pPr>
              <a:t>204</a:t>
            </a:fld>
            <a:endParaRPr lang="zh-CN" altLang="en-US">
              <a:latin typeface="Arial" panose="020B0604020202020204" pitchFamily="34" charset="0"/>
            </a:endParaRPr>
          </a:p>
        </p:txBody>
      </p:sp>
    </p:spTree>
    <p:extLst>
      <p:ext uri="{BB962C8B-B14F-4D97-AF65-F5344CB8AC3E}">
        <p14:creationId xmlns:p14="http://schemas.microsoft.com/office/powerpoint/2010/main" val="1153769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457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BA00C9B-6B63-4048-A566-00F264EFB98D}" type="slidenum">
              <a:rPr lang="zh-CN" altLang="en-US">
                <a:latin typeface="Arial" panose="020B0604020202020204" pitchFamily="34" charset="0"/>
              </a:rPr>
              <a:pPr>
                <a:spcBef>
                  <a:spcPct val="0"/>
                </a:spcBef>
              </a:pPr>
              <a:t>205</a:t>
            </a:fld>
            <a:endParaRPr lang="zh-CN" altLang="en-US">
              <a:latin typeface="Arial" panose="020B0604020202020204" pitchFamily="34" charset="0"/>
            </a:endParaRPr>
          </a:p>
        </p:txBody>
      </p:sp>
    </p:spTree>
    <p:extLst>
      <p:ext uri="{BB962C8B-B14F-4D97-AF65-F5344CB8AC3E}">
        <p14:creationId xmlns:p14="http://schemas.microsoft.com/office/powerpoint/2010/main" val="3905467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478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AE75965-53AD-4CAD-82BF-02AC32EE0C6F}" type="slidenum">
              <a:rPr lang="zh-CN" altLang="en-US">
                <a:latin typeface="Arial" panose="020B0604020202020204" pitchFamily="34" charset="0"/>
              </a:rPr>
              <a:pPr>
                <a:spcBef>
                  <a:spcPct val="0"/>
                </a:spcBef>
              </a:pPr>
              <a:t>206</a:t>
            </a:fld>
            <a:endParaRPr lang="zh-CN" altLang="en-US">
              <a:latin typeface="Arial" panose="020B0604020202020204" pitchFamily="34" charset="0"/>
            </a:endParaRPr>
          </a:p>
        </p:txBody>
      </p:sp>
    </p:spTree>
    <p:extLst>
      <p:ext uri="{BB962C8B-B14F-4D97-AF65-F5344CB8AC3E}">
        <p14:creationId xmlns:p14="http://schemas.microsoft.com/office/powerpoint/2010/main" val="25081546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9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498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93C1548-A106-4AB1-B523-FDF8CF267053}" type="slidenum">
              <a:rPr lang="zh-CN" altLang="en-US">
                <a:latin typeface="Arial" panose="020B0604020202020204" pitchFamily="34" charset="0"/>
              </a:rPr>
              <a:pPr>
                <a:spcBef>
                  <a:spcPct val="0"/>
                </a:spcBef>
              </a:pPr>
              <a:t>207</a:t>
            </a:fld>
            <a:endParaRPr lang="zh-CN" altLang="en-US">
              <a:latin typeface="Arial" panose="020B0604020202020204" pitchFamily="34" charset="0"/>
            </a:endParaRPr>
          </a:p>
        </p:txBody>
      </p:sp>
    </p:spTree>
    <p:extLst>
      <p:ext uri="{BB962C8B-B14F-4D97-AF65-F5344CB8AC3E}">
        <p14:creationId xmlns:p14="http://schemas.microsoft.com/office/powerpoint/2010/main" val="3187409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1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61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66EF295-C1D2-4FA7-B937-1CAF445AD010}" type="slidenum">
              <a:rPr lang="zh-CN" altLang="en-US">
                <a:latin typeface="Arial" panose="020B0604020202020204" pitchFamily="34" charset="0"/>
              </a:rPr>
              <a:pPr>
                <a:spcBef>
                  <a:spcPct val="0"/>
                </a:spcBef>
              </a:pPr>
              <a:t>217</a:t>
            </a:fld>
            <a:endParaRPr lang="zh-CN" altLang="en-US">
              <a:latin typeface="Arial" panose="020B0604020202020204" pitchFamily="34" charset="0"/>
            </a:endParaRPr>
          </a:p>
        </p:txBody>
      </p:sp>
    </p:spTree>
    <p:extLst>
      <p:ext uri="{BB962C8B-B14F-4D97-AF65-F5344CB8AC3E}">
        <p14:creationId xmlns:p14="http://schemas.microsoft.com/office/powerpoint/2010/main" val="3007119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2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72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1AE744A-6EBC-4CEC-BE11-025147F18DA7}" type="slidenum">
              <a:rPr lang="zh-CN" altLang="en-US">
                <a:latin typeface="Arial" panose="020B0604020202020204" pitchFamily="34" charset="0"/>
              </a:rPr>
              <a:pPr>
                <a:spcBef>
                  <a:spcPct val="0"/>
                </a:spcBef>
              </a:pPr>
              <a:t>227</a:t>
            </a:fld>
            <a:endParaRPr lang="zh-CN" altLang="en-US">
              <a:latin typeface="Arial" panose="020B0604020202020204" pitchFamily="34" charset="0"/>
            </a:endParaRPr>
          </a:p>
        </p:txBody>
      </p:sp>
    </p:spTree>
    <p:extLst>
      <p:ext uri="{BB962C8B-B14F-4D97-AF65-F5344CB8AC3E}">
        <p14:creationId xmlns:p14="http://schemas.microsoft.com/office/powerpoint/2010/main" val="30303088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4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74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FA7F43-192E-4B10-8CB9-64043344E901}" type="slidenum">
              <a:rPr lang="zh-CN" altLang="en-US">
                <a:latin typeface="Arial" panose="020B0604020202020204" pitchFamily="34" charset="0"/>
              </a:rPr>
              <a:pPr>
                <a:spcBef>
                  <a:spcPct val="0"/>
                </a:spcBef>
              </a:pPr>
              <a:t>228</a:t>
            </a:fld>
            <a:endParaRPr lang="zh-CN" altLang="en-US">
              <a:latin typeface="Arial" panose="020B0604020202020204" pitchFamily="34" charset="0"/>
            </a:endParaRPr>
          </a:p>
        </p:txBody>
      </p:sp>
    </p:spTree>
    <p:extLst>
      <p:ext uri="{BB962C8B-B14F-4D97-AF65-F5344CB8AC3E}">
        <p14:creationId xmlns:p14="http://schemas.microsoft.com/office/powerpoint/2010/main" val="12533947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76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36E1E44-6E49-4443-BB5F-94FEB783EC9F}" type="slidenum">
              <a:rPr lang="zh-CN" altLang="en-US">
                <a:latin typeface="Arial" panose="020B0604020202020204" pitchFamily="34" charset="0"/>
              </a:rPr>
              <a:pPr>
                <a:spcBef>
                  <a:spcPct val="0"/>
                </a:spcBef>
              </a:pPr>
              <a:t>229</a:t>
            </a:fld>
            <a:endParaRPr lang="zh-CN" altLang="en-US">
              <a:latin typeface="Arial" panose="020B0604020202020204" pitchFamily="34" charset="0"/>
            </a:endParaRPr>
          </a:p>
        </p:txBody>
      </p:sp>
    </p:spTree>
    <p:extLst>
      <p:ext uri="{BB962C8B-B14F-4D97-AF65-F5344CB8AC3E}">
        <p14:creationId xmlns:p14="http://schemas.microsoft.com/office/powerpoint/2010/main" val="2682130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8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78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A65CD54-76FC-4A9F-91FA-E4DA563CD3B0}" type="slidenum">
              <a:rPr lang="zh-CN" altLang="en-US">
                <a:latin typeface="Arial" panose="020B0604020202020204" pitchFamily="34" charset="0"/>
              </a:rPr>
              <a:pPr>
                <a:spcBef>
                  <a:spcPct val="0"/>
                </a:spcBef>
              </a:pPr>
              <a:t>230</a:t>
            </a:fld>
            <a:endParaRPr lang="zh-CN" altLang="en-US">
              <a:latin typeface="Arial" panose="020B0604020202020204" pitchFamily="34" charset="0"/>
            </a:endParaRPr>
          </a:p>
        </p:txBody>
      </p:sp>
    </p:spTree>
    <p:extLst>
      <p:ext uri="{BB962C8B-B14F-4D97-AF65-F5344CB8AC3E}">
        <p14:creationId xmlns:p14="http://schemas.microsoft.com/office/powerpoint/2010/main" val="2403220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0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80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CFAC0B0-6A49-4B72-BEC5-CCFDC75A9DA3}" type="slidenum">
              <a:rPr lang="zh-CN" altLang="en-US">
                <a:latin typeface="Arial" panose="020B0604020202020204" pitchFamily="34" charset="0"/>
              </a:rPr>
              <a:pPr>
                <a:spcBef>
                  <a:spcPct val="0"/>
                </a:spcBef>
              </a:pPr>
              <a:t>231</a:t>
            </a:fld>
            <a:endParaRPr lang="zh-CN" altLang="en-US">
              <a:latin typeface="Arial" panose="020B0604020202020204" pitchFamily="34" charset="0"/>
            </a:endParaRPr>
          </a:p>
        </p:txBody>
      </p:sp>
    </p:spTree>
    <p:extLst>
      <p:ext uri="{BB962C8B-B14F-4D97-AF65-F5344CB8AC3E}">
        <p14:creationId xmlns:p14="http://schemas.microsoft.com/office/powerpoint/2010/main" val="20802501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2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82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152B4FC-AAC2-478E-8E17-C46C2C48F614}" type="slidenum">
              <a:rPr lang="zh-CN" altLang="en-US">
                <a:latin typeface="Arial" panose="020B0604020202020204" pitchFamily="34" charset="0"/>
              </a:rPr>
              <a:pPr>
                <a:spcBef>
                  <a:spcPct val="0"/>
                </a:spcBef>
              </a:pPr>
              <a:t>232</a:t>
            </a:fld>
            <a:endParaRPr lang="zh-CN" altLang="en-US">
              <a:latin typeface="Arial" panose="020B0604020202020204" pitchFamily="34" charset="0"/>
            </a:endParaRPr>
          </a:p>
        </p:txBody>
      </p:sp>
    </p:spTree>
    <p:extLst>
      <p:ext uri="{BB962C8B-B14F-4D97-AF65-F5344CB8AC3E}">
        <p14:creationId xmlns:p14="http://schemas.microsoft.com/office/powerpoint/2010/main" val="1204236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4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84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9404F5D-D30C-43F1-979E-E9DF84F5E609}" type="slidenum">
              <a:rPr lang="zh-CN" altLang="en-US">
                <a:latin typeface="Arial" panose="020B0604020202020204" pitchFamily="34" charset="0"/>
              </a:rPr>
              <a:pPr>
                <a:spcBef>
                  <a:spcPct val="0"/>
                </a:spcBef>
              </a:pPr>
              <a:t>233</a:t>
            </a:fld>
            <a:endParaRPr lang="zh-CN" altLang="en-US">
              <a:latin typeface="Arial" panose="020B0604020202020204" pitchFamily="34" charset="0"/>
            </a:endParaRPr>
          </a:p>
        </p:txBody>
      </p:sp>
    </p:spTree>
    <p:extLst>
      <p:ext uri="{BB962C8B-B14F-4D97-AF65-F5344CB8AC3E}">
        <p14:creationId xmlns:p14="http://schemas.microsoft.com/office/powerpoint/2010/main" val="18265270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86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BA23FDE-00E3-4C2E-B36C-79041B702220}" type="slidenum">
              <a:rPr lang="zh-CN" altLang="en-US">
                <a:latin typeface="Arial" panose="020B0604020202020204" pitchFamily="34" charset="0"/>
              </a:rPr>
              <a:pPr>
                <a:spcBef>
                  <a:spcPct val="0"/>
                </a:spcBef>
              </a:pPr>
              <a:t>234</a:t>
            </a:fld>
            <a:endParaRPr lang="zh-CN" altLang="en-US">
              <a:latin typeface="Arial" panose="020B0604020202020204" pitchFamily="34" charset="0"/>
            </a:endParaRPr>
          </a:p>
        </p:txBody>
      </p:sp>
    </p:spTree>
    <p:extLst>
      <p:ext uri="{BB962C8B-B14F-4D97-AF65-F5344CB8AC3E}">
        <p14:creationId xmlns:p14="http://schemas.microsoft.com/office/powerpoint/2010/main" val="18287244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8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88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09BCCD9-D700-44C0-A29C-5290DFAC4752}" type="slidenum">
              <a:rPr lang="zh-CN" altLang="en-US">
                <a:latin typeface="Arial" panose="020B0604020202020204" pitchFamily="34" charset="0"/>
              </a:rPr>
              <a:pPr>
                <a:spcBef>
                  <a:spcPct val="0"/>
                </a:spcBef>
              </a:pPr>
              <a:t>235</a:t>
            </a:fld>
            <a:endParaRPr lang="zh-CN" altLang="en-US">
              <a:latin typeface="Arial" panose="020B0604020202020204" pitchFamily="34" charset="0"/>
            </a:endParaRPr>
          </a:p>
        </p:txBody>
      </p:sp>
    </p:spTree>
    <p:extLst>
      <p:ext uri="{BB962C8B-B14F-4D97-AF65-F5344CB8AC3E}">
        <p14:creationId xmlns:p14="http://schemas.microsoft.com/office/powerpoint/2010/main" val="26352931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0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90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A4AECB0-CC43-4553-8200-CA9A7B03B4CA}" type="slidenum">
              <a:rPr lang="zh-CN" altLang="en-US">
                <a:latin typeface="Arial" panose="020B0604020202020204" pitchFamily="34" charset="0"/>
              </a:rPr>
              <a:pPr>
                <a:spcBef>
                  <a:spcPct val="0"/>
                </a:spcBef>
              </a:pPr>
              <a:t>236</a:t>
            </a:fld>
            <a:endParaRPr lang="zh-CN" altLang="en-US">
              <a:latin typeface="Arial" panose="020B0604020202020204" pitchFamily="34" charset="0"/>
            </a:endParaRPr>
          </a:p>
        </p:txBody>
      </p:sp>
    </p:spTree>
    <p:extLst>
      <p:ext uri="{BB962C8B-B14F-4D97-AF65-F5344CB8AC3E}">
        <p14:creationId xmlns:p14="http://schemas.microsoft.com/office/powerpoint/2010/main" val="6672933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2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292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CF9B40A-277F-4775-93F5-5646C9048AD3}" type="slidenum">
              <a:rPr lang="zh-CN" altLang="en-US">
                <a:latin typeface="Arial" panose="020B0604020202020204" pitchFamily="34" charset="0"/>
              </a:rPr>
              <a:pPr>
                <a:spcBef>
                  <a:spcPct val="0"/>
                </a:spcBef>
              </a:pPr>
              <a:t>237</a:t>
            </a:fld>
            <a:endParaRPr lang="zh-CN" altLang="en-US">
              <a:latin typeface="Arial" panose="020B0604020202020204" pitchFamily="34" charset="0"/>
            </a:endParaRPr>
          </a:p>
        </p:txBody>
      </p:sp>
    </p:spTree>
    <p:extLst>
      <p:ext uri="{BB962C8B-B14F-4D97-AF65-F5344CB8AC3E}">
        <p14:creationId xmlns:p14="http://schemas.microsoft.com/office/powerpoint/2010/main" val="39742311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
        <p:nvSpPr>
          <p:cNvPr id="368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9249180-B775-4A2C-9B3F-A6D0E03F7D04}" type="slidenum">
              <a:rPr lang="zh-CN" altLang="en-US">
                <a:latin typeface="Arial" panose="020B0604020202020204" pitchFamily="34" charset="0"/>
              </a:rPr>
              <a:pPr>
                <a:spcBef>
                  <a:spcPct val="0"/>
                </a:spcBef>
              </a:pPr>
              <a:t>309</a:t>
            </a:fld>
            <a:endParaRPr lang="zh-CN" altLang="en-US">
              <a:latin typeface="Arial" panose="020B0604020202020204" pitchFamily="34" charset="0"/>
            </a:endParaRPr>
          </a:p>
        </p:txBody>
      </p:sp>
    </p:spTree>
    <p:extLst>
      <p:ext uri="{BB962C8B-B14F-4D97-AF65-F5344CB8AC3E}">
        <p14:creationId xmlns:p14="http://schemas.microsoft.com/office/powerpoint/2010/main" val="125445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fld id="{0BA6068F-6F41-428E-B147-0375696A1A5C}" type="datetime2">
              <a:rPr lang="en-US"/>
              <a:pPr/>
              <a:t>Friday, March 18, 2022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1080ED2-43F1-4AFA-8CE7-415148DEACCF}" type="slidenum">
              <a:rPr lang="en-US" altLang="ru-RU"/>
              <a:pPr/>
              <a:t>‹#›</a:t>
            </a:fld>
            <a:endParaRPr lang="en-US" altLang="ru-RU"/>
          </a:p>
        </p:txBody>
      </p:sp>
    </p:spTree>
    <p:extLst>
      <p:ext uri="{BB962C8B-B14F-4D97-AF65-F5344CB8AC3E}">
        <p14:creationId xmlns:p14="http://schemas.microsoft.com/office/powerpoint/2010/main" val="3638400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E7AD0AE2-FFA7-4FBF-BBC0-86F4BC2288E6}" type="datetime2">
              <a:rPr lang="en-US"/>
              <a:pPr/>
              <a:t>Friday, March 18, 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D2CA578-7842-491F-9B17-921676DC8B21}" type="slidenum">
              <a:rPr lang="en-US" altLang="ru-RU"/>
              <a:pPr/>
              <a:t>‹#›</a:t>
            </a:fld>
            <a:endParaRPr lang="en-US" altLang="ru-RU"/>
          </a:p>
        </p:txBody>
      </p:sp>
    </p:spTree>
    <p:extLst>
      <p:ext uri="{BB962C8B-B14F-4D97-AF65-F5344CB8AC3E}">
        <p14:creationId xmlns:p14="http://schemas.microsoft.com/office/powerpoint/2010/main" val="188867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fld id="{EDB5A299-B528-4245-A47E-2E669D26A833}" type="datetime2">
              <a:rPr lang="en-US"/>
              <a:pPr/>
              <a:t>Friday, March 18, 2022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4DE32B1-7480-41C2-9404-37918CE771DB}" type="slidenum">
              <a:rPr lang="en-US" altLang="ru-RU"/>
              <a:pPr/>
              <a:t>‹#›</a:t>
            </a:fld>
            <a:endParaRPr lang="en-US" altLang="ru-RU"/>
          </a:p>
        </p:txBody>
      </p:sp>
    </p:spTree>
    <p:extLst>
      <p:ext uri="{BB962C8B-B14F-4D97-AF65-F5344CB8AC3E}">
        <p14:creationId xmlns:p14="http://schemas.microsoft.com/office/powerpoint/2010/main" val="4163430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4EFC171F-F0DF-4914-9B2B-E33AA08FB6E5}" type="datetime2">
              <a:rPr lang="en-US"/>
              <a:pPr/>
              <a:t>Friday, March 18, 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EE353E42-3701-4A17-B7E9-B336ADE18B84}" type="slidenum">
              <a:rPr lang="en-US" altLang="ru-RU"/>
              <a:pPr/>
              <a:t>‹#›</a:t>
            </a:fld>
            <a:endParaRPr lang="en-US" altLang="ru-RU"/>
          </a:p>
        </p:txBody>
      </p:sp>
    </p:spTree>
    <p:extLst>
      <p:ext uri="{BB962C8B-B14F-4D97-AF65-F5344CB8AC3E}">
        <p14:creationId xmlns:p14="http://schemas.microsoft.com/office/powerpoint/2010/main" val="334968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813138F4-4D99-46D8-A4B7-743E9E4B5B64}" type="datetime2">
              <a:rPr lang="en-US"/>
              <a:pPr/>
              <a:t>Friday, March 18, 2022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DE07A941-2D80-41C1-AC31-A2F4E23B846A}" type="slidenum">
              <a:rPr lang="en-US" altLang="ru-RU"/>
              <a:pPr/>
              <a:t>‹#›</a:t>
            </a:fld>
            <a:endParaRPr lang="en-US" altLang="ru-RU"/>
          </a:p>
        </p:txBody>
      </p:sp>
    </p:spTree>
    <p:extLst>
      <p:ext uri="{BB962C8B-B14F-4D97-AF65-F5344CB8AC3E}">
        <p14:creationId xmlns:p14="http://schemas.microsoft.com/office/powerpoint/2010/main" val="2444507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0760B96B-5C49-440E-ABFF-3C279834C4DA}" type="datetime2">
              <a:rPr lang="en-US"/>
              <a:pPr/>
              <a:t>Friday, March 18, 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66F89E5B-5627-45E0-B0FA-A69F4CC05F6A}" type="slidenum">
              <a:rPr lang="en-US" altLang="ru-RU"/>
              <a:pPr/>
              <a:t>‹#›</a:t>
            </a:fld>
            <a:endParaRPr lang="en-US" altLang="ru-RU"/>
          </a:p>
        </p:txBody>
      </p:sp>
    </p:spTree>
    <p:extLst>
      <p:ext uri="{BB962C8B-B14F-4D97-AF65-F5344CB8AC3E}">
        <p14:creationId xmlns:p14="http://schemas.microsoft.com/office/powerpoint/2010/main" val="1300391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fld id="{946E3C9A-68E0-4636-B818-0634A7EF9A26}" type="datetime2">
              <a:rPr lang="en-US"/>
              <a:pPr/>
              <a:t>Friday, March 18, 2022</a:t>
            </a:fld>
            <a:endParaRPr lang="en-US"/>
          </a:p>
        </p:txBody>
      </p:sp>
      <p:sp>
        <p:nvSpPr>
          <p:cNvPr id="5" name="Footer Placeholder 7"/>
          <p:cNvSpPr>
            <a:spLocks noGrp="1"/>
          </p:cNvSpPr>
          <p:nvPr>
            <p:ph type="ftr" sz="quarter" idx="11"/>
          </p:nvPr>
        </p:nvSpPr>
        <p:spPr/>
        <p:txBody>
          <a:bodyPr/>
          <a:lstStyle>
            <a:lvl1pPr>
              <a:defRPr/>
            </a:lvl1pPr>
          </a:lstStyle>
          <a:p>
            <a:endParaRPr lang="en-US"/>
          </a:p>
        </p:txBody>
      </p:sp>
      <p:sp>
        <p:nvSpPr>
          <p:cNvPr id="6" name="Slide Number Placeholder 8"/>
          <p:cNvSpPr>
            <a:spLocks noGrp="1"/>
          </p:cNvSpPr>
          <p:nvPr>
            <p:ph type="sldNum" sz="quarter" idx="12"/>
          </p:nvPr>
        </p:nvSpPr>
        <p:spPr/>
        <p:txBody>
          <a:bodyPr/>
          <a:lstStyle>
            <a:lvl1pPr>
              <a:defRPr/>
            </a:lvl1pPr>
          </a:lstStyle>
          <a:p>
            <a:fld id="{88172D2D-7B1A-442C-AD62-01F7D022D23E}" type="slidenum">
              <a:rPr lang="en-US" altLang="ru-RU"/>
              <a:pPr/>
              <a:t>‹#›</a:t>
            </a:fld>
            <a:endParaRPr lang="en-US" altLang="ru-RU"/>
          </a:p>
        </p:txBody>
      </p:sp>
    </p:spTree>
    <p:extLst>
      <p:ext uri="{BB962C8B-B14F-4D97-AF65-F5344CB8AC3E}">
        <p14:creationId xmlns:p14="http://schemas.microsoft.com/office/powerpoint/2010/main" val="1153571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349250" y="6459538"/>
            <a:ext cx="1963738" cy="365125"/>
          </a:xfrm>
        </p:spPr>
        <p:txBody>
          <a:bodyPr/>
          <a:lstStyle>
            <a:lvl1pPr>
              <a:defRPr/>
            </a:lvl1pPr>
          </a:lstStyle>
          <a:p>
            <a:fld id="{E0C0D57D-3D00-4D16-9104-BD91C2A88781}" type="datetime2">
              <a:rPr lang="en-US"/>
              <a:pPr/>
              <a:t>Friday, March 18, 2022</a:t>
            </a:fld>
            <a:endParaRPr lang="en-US"/>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endParaRPr lang="en-US"/>
          </a:p>
        </p:txBody>
      </p:sp>
      <p:sp>
        <p:nvSpPr>
          <p:cNvPr id="9" name="Slide Number Placeholder 6"/>
          <p:cNvSpPr>
            <a:spLocks noGrp="1"/>
          </p:cNvSpPr>
          <p:nvPr>
            <p:ph type="sldNum" sz="quarter" idx="12"/>
          </p:nvPr>
        </p:nvSpPr>
        <p:spPr/>
        <p:txBody>
          <a:bodyPr/>
          <a:lstStyle>
            <a:lvl1pPr>
              <a:defRPr>
                <a:solidFill>
                  <a:schemeClr val="tx2"/>
                </a:solidFill>
              </a:defRPr>
            </a:lvl1pPr>
          </a:lstStyle>
          <a:p>
            <a:fld id="{774FBCB6-3A09-4D8D-A2B4-E90F246A4AF6}" type="slidenum">
              <a:rPr lang="en-US" altLang="ru-RU"/>
              <a:pPr/>
              <a:t>‹#›</a:t>
            </a:fld>
            <a:endParaRPr lang="en-US" altLang="ru-RU"/>
          </a:p>
        </p:txBody>
      </p:sp>
    </p:spTree>
    <p:extLst>
      <p:ext uri="{BB962C8B-B14F-4D97-AF65-F5344CB8AC3E}">
        <p14:creationId xmlns:p14="http://schemas.microsoft.com/office/powerpoint/2010/main" val="4223259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fld id="{4C9A9965-3C14-4181-AACD-1031AB10BE37}" type="datetime2">
              <a:rPr lang="en-US"/>
              <a:pPr/>
              <a:t>Friday, March 18, 2022</a:t>
            </a:fld>
            <a:endParaRPr lang="en-US"/>
          </a:p>
        </p:txBody>
      </p:sp>
      <p:sp>
        <p:nvSpPr>
          <p:cNvPr id="8" name="Footer Placeholder 5"/>
          <p:cNvSpPr>
            <a:spLocks noGrp="1"/>
          </p:cNvSpPr>
          <p:nvPr>
            <p:ph type="ftr" sz="quarter" idx="11"/>
          </p:nvPr>
        </p:nvSpPr>
        <p:spPr/>
        <p:txBody>
          <a:bodyPr/>
          <a:lstStyle>
            <a:lvl1pPr>
              <a:defRPr/>
            </a:lvl1pPr>
          </a:lstStyle>
          <a:p>
            <a:endParaRPr lang="en-US"/>
          </a:p>
        </p:txBody>
      </p:sp>
      <p:sp>
        <p:nvSpPr>
          <p:cNvPr id="9" name="Slide Number Placeholder 6"/>
          <p:cNvSpPr>
            <a:spLocks noGrp="1"/>
          </p:cNvSpPr>
          <p:nvPr>
            <p:ph type="sldNum" sz="quarter" idx="12"/>
          </p:nvPr>
        </p:nvSpPr>
        <p:spPr/>
        <p:txBody>
          <a:bodyPr/>
          <a:lstStyle>
            <a:lvl1pPr>
              <a:defRPr/>
            </a:lvl1pPr>
          </a:lstStyle>
          <a:p>
            <a:fld id="{C61711F9-3287-49AA-8086-C3BB6B6DCAED}" type="slidenum">
              <a:rPr lang="en-US" altLang="ru-RU"/>
              <a:pPr/>
              <a:t>‹#›</a:t>
            </a:fld>
            <a:endParaRPr lang="en-US" altLang="ru-RU"/>
          </a:p>
        </p:txBody>
      </p:sp>
    </p:spTree>
    <p:extLst>
      <p:ext uri="{BB962C8B-B14F-4D97-AF65-F5344CB8AC3E}">
        <p14:creationId xmlns:p14="http://schemas.microsoft.com/office/powerpoint/2010/main" val="198624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7A0918A5-E5CB-435F-8557-ED256066748E}" type="datetime2">
              <a:rPr lang="en-US"/>
              <a:pPr/>
              <a:t>Friday, March 18, 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025606C-7B08-4AB2-A929-2753F154FDA8}" type="slidenum">
              <a:rPr lang="en-US" altLang="ru-RU"/>
              <a:pPr/>
              <a:t>‹#›</a:t>
            </a:fld>
            <a:endParaRPr lang="en-US" altLang="ru-RU"/>
          </a:p>
        </p:txBody>
      </p:sp>
    </p:spTree>
    <p:extLst>
      <p:ext uri="{BB962C8B-B14F-4D97-AF65-F5344CB8AC3E}">
        <p14:creationId xmlns:p14="http://schemas.microsoft.com/office/powerpoint/2010/main" val="674361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fld id="{229D5347-E68B-4409-8DE2-73EDED8CDBC1}" type="datetime2">
              <a:rPr lang="en-US"/>
              <a:pPr/>
              <a:t>Friday, March 18, 2022</a:t>
            </a:fld>
            <a:endParaRPr lang="en-US"/>
          </a:p>
        </p:txBody>
      </p:sp>
      <p:sp>
        <p:nvSpPr>
          <p:cNvPr id="7" name="Footer Placeholder 4"/>
          <p:cNvSpPr>
            <a:spLocks noGrp="1"/>
          </p:cNvSpPr>
          <p:nvPr>
            <p:ph type="ftr" sz="quarter" idx="11"/>
          </p:nvPr>
        </p:nvSpPr>
        <p:spPr/>
        <p:txBody>
          <a:bodyPr/>
          <a:lstStyle>
            <a:lvl1pPr>
              <a:defRPr/>
            </a:lvl1pPr>
          </a:lstStyle>
          <a:p>
            <a:endParaRPr lang="en-US"/>
          </a:p>
        </p:txBody>
      </p:sp>
      <p:sp>
        <p:nvSpPr>
          <p:cNvPr id="8" name="Slide Number Placeholder 5"/>
          <p:cNvSpPr>
            <a:spLocks noGrp="1"/>
          </p:cNvSpPr>
          <p:nvPr>
            <p:ph type="sldNum" sz="quarter" idx="12"/>
          </p:nvPr>
        </p:nvSpPr>
        <p:spPr/>
        <p:txBody>
          <a:bodyPr/>
          <a:lstStyle>
            <a:lvl1pPr>
              <a:defRPr/>
            </a:lvl1pPr>
          </a:lstStyle>
          <a:p>
            <a:fld id="{F168624B-72F5-41ED-A88A-C3ADD9AEC1F7}" type="slidenum">
              <a:rPr lang="en-US" altLang="ru-RU"/>
              <a:pPr/>
              <a:t>‹#›</a:t>
            </a:fld>
            <a:endParaRPr lang="en-US" altLang="ru-RU"/>
          </a:p>
        </p:txBody>
      </p:sp>
    </p:spTree>
    <p:extLst>
      <p:ext uri="{BB962C8B-B14F-4D97-AF65-F5344CB8AC3E}">
        <p14:creationId xmlns:p14="http://schemas.microsoft.com/office/powerpoint/2010/main" val="3836241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ru-RU" smtClean="0"/>
              <a:t>Click to edit Master text styles</a:t>
            </a:r>
          </a:p>
          <a:p>
            <a:pPr lvl="1"/>
            <a:r>
              <a:rPr lang="en-US" altLang="ru-RU" smtClean="0"/>
              <a:t>Second level</a:t>
            </a:r>
          </a:p>
          <a:p>
            <a:pPr lvl="2"/>
            <a:r>
              <a:rPr lang="en-US" altLang="ru-RU" smtClean="0"/>
              <a:t>Third level</a:t>
            </a:r>
          </a:p>
          <a:p>
            <a:pPr lvl="3"/>
            <a:r>
              <a:rPr lang="en-US" altLang="ru-RU" smtClean="0"/>
              <a:t>Fourth level</a:t>
            </a:r>
          </a:p>
          <a:p>
            <a:pPr lvl="4"/>
            <a:r>
              <a:rPr lang="en-US" altLang="ru-RU" smtClean="0"/>
              <a:t>Fifth level</a:t>
            </a:r>
          </a:p>
        </p:txBody>
      </p:sp>
      <p:sp>
        <p:nvSpPr>
          <p:cNvPr id="4" name="Date Placeholder 3"/>
          <p:cNvSpPr>
            <a:spLocks noGrp="1"/>
          </p:cNvSpPr>
          <p:nvPr>
            <p:ph type="dt" sz="half" idx="2"/>
          </p:nvPr>
        </p:nvSpPr>
        <p:spPr>
          <a:xfrm>
            <a:off x="822325" y="6459538"/>
            <a:ext cx="18542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FFFFFF"/>
                </a:solidFill>
              </a:defRPr>
            </a:lvl1pPr>
          </a:lstStyle>
          <a:p>
            <a:fld id="{5E388F9E-9263-4671-B9F9-6F1A37E2EF4F}" type="datetime2">
              <a:rPr lang="en-US"/>
              <a:pPr/>
              <a:t>Friday, March 18, 2022</a:t>
            </a:fld>
            <a:endParaRPr lang="en-US"/>
          </a:p>
        </p:txBody>
      </p:sp>
      <p:sp>
        <p:nvSpPr>
          <p:cNvPr id="5" name="Footer Placeholder 4"/>
          <p:cNvSpPr>
            <a:spLocks noGrp="1"/>
          </p:cNvSpPr>
          <p:nvPr>
            <p:ph type="ftr" sz="quarter" idx="3"/>
          </p:nvPr>
        </p:nvSpPr>
        <p:spPr>
          <a:xfrm>
            <a:off x="2765425" y="6459538"/>
            <a:ext cx="3616325"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900">
                <a:solidFill>
                  <a:srgbClr val="FFFFFF"/>
                </a:solidFill>
              </a:defRPr>
            </a:lvl1pPr>
          </a:lstStyle>
          <a:p>
            <a:endParaRPr lang="en-US"/>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FFFFFF"/>
                </a:solidFill>
              </a:defRPr>
            </a:lvl1pPr>
          </a:lstStyle>
          <a:p>
            <a:fld id="{8A119849-D6AE-4B57-8703-9590C59EAC75}" type="slidenum">
              <a:rPr lang="en-US" altLang="ru-RU"/>
              <a:pPr/>
              <a:t>‹#›</a:t>
            </a:fld>
            <a:endParaRPr lang="en-US" altLang="ru-RU"/>
          </a:p>
        </p:txBody>
      </p:sp>
      <p:cxnSp>
        <p:nvCxnSpPr>
          <p:cNvPr id="10" name="Straight Connector 9"/>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 Box 8"/>
          <p:cNvSpPr txBox="1">
            <a:spLocks noChangeArrowheads="1"/>
          </p:cNvSpPr>
          <p:nvPr userDrawn="1"/>
        </p:nvSpPr>
        <p:spPr bwMode="auto">
          <a:xfrm>
            <a:off x="7885113" y="6443663"/>
            <a:ext cx="1214437" cy="369887"/>
          </a:xfrm>
          <a:prstGeom prst="rect">
            <a:avLst/>
          </a:prstGeom>
          <a:noFill/>
          <a:ln>
            <a:noFill/>
          </a:ln>
          <a:effec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fr-FR" altLang="zh-CN" b="1">
                <a:solidFill>
                  <a:srgbClr val="32A4A4"/>
                </a:solidFill>
                <a:latin typeface="Arial" panose="020B0604020202020204" pitchFamily="34" charset="0"/>
                <a:cs typeface="Arial" panose="020B0604020202020204" pitchFamily="34" charset="0"/>
              </a:rPr>
              <a:t>Page </a:t>
            </a:r>
            <a:fld id="{54178FDD-F22D-4838-9960-514737FAFB27}" type="slidenum">
              <a:rPr lang="fr-FR" altLang="zh-CN" b="1">
                <a:solidFill>
                  <a:srgbClr val="32A4A4"/>
                </a:solidFill>
                <a:latin typeface="Arial" panose="020B0604020202020204" pitchFamily="34" charset="0"/>
                <a:cs typeface="Arial" panose="020B0604020202020204" pitchFamily="34" charset="0"/>
              </a:rPr>
              <a:pPr eaLnBrk="1" hangingPunct="1"/>
              <a:t>‹#›</a:t>
            </a:fld>
            <a:endParaRPr lang="fr-FR" altLang="zh-CN" b="1">
              <a:solidFill>
                <a:srgbClr val="32A4A4"/>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127" r:id="rId1"/>
    <p:sldLayoutId id="2147484122" r:id="rId2"/>
    <p:sldLayoutId id="2147484128" r:id="rId3"/>
    <p:sldLayoutId id="2147484123" r:id="rId4"/>
    <p:sldLayoutId id="2147484124" r:id="rId5"/>
    <p:sldLayoutId id="2147484125" r:id="rId6"/>
    <p:sldLayoutId id="2147484129" r:id="rId7"/>
    <p:sldLayoutId id="2147484130" r:id="rId8"/>
    <p:sldLayoutId id="2147484131" r:id="rId9"/>
    <p:sldLayoutId id="2147484126" r:id="rId10"/>
    <p:sldLayoutId id="2147484132" r:id="rId11"/>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8.wmf"/></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8.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40.png"/><Relationship Id="rId4" Type="http://schemas.openxmlformats.org/officeDocument/2006/relationships/image" Target="../media/image39.wmf"/></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50.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51.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58.wmf"/><Relationship Id="rId5" Type="http://schemas.openxmlformats.org/officeDocument/2006/relationships/oleObject" Target="../embeddings/oleObject9.bin"/><Relationship Id="rId4" Type="http://schemas.openxmlformats.org/officeDocument/2006/relationships/image" Target="../media/image57.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66.wmf"/><Relationship Id="rId5" Type="http://schemas.openxmlformats.org/officeDocument/2006/relationships/oleObject" Target="../embeddings/oleObject11.bin"/><Relationship Id="rId4" Type="http://schemas.openxmlformats.org/officeDocument/2006/relationships/image" Target="../media/image65.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68.wmf"/></Relationships>
</file>

<file path=ppt/slides/_rels/slide9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69.wmf"/><Relationship Id="rId4" Type="http://schemas.openxmlformats.org/officeDocument/2006/relationships/oleObject" Target="../embeddings/oleObject14.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6.wmf"/><Relationship Id="rId5" Type="http://schemas.openxmlformats.org/officeDocument/2006/relationships/oleObject" Target="../embeddings/oleObject16.bin"/><Relationship Id="rId4" Type="http://schemas.openxmlformats.org/officeDocument/2006/relationships/image" Target="../media/image65.wmf"/></Relationships>
</file>

<file path=ppt/slides/_rels/slide94.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72.wmf"/><Relationship Id="rId5" Type="http://schemas.openxmlformats.org/officeDocument/2006/relationships/oleObject" Target="../embeddings/oleObject19.bin"/><Relationship Id="rId10" Type="http://schemas.openxmlformats.org/officeDocument/2006/relationships/image" Target="../media/image74.wmf"/><Relationship Id="rId4" Type="http://schemas.openxmlformats.org/officeDocument/2006/relationships/image" Target="../media/image71.wmf"/><Relationship Id="rId9" Type="http://schemas.openxmlformats.org/officeDocument/2006/relationships/oleObject" Target="../embeddings/oleObject21.bin"/></Relationships>
</file>

<file path=ppt/slides/_rels/slide95.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76.wmf"/><Relationship Id="rId5" Type="http://schemas.openxmlformats.org/officeDocument/2006/relationships/oleObject" Target="../embeddings/oleObject23.bin"/><Relationship Id="rId10" Type="http://schemas.openxmlformats.org/officeDocument/2006/relationships/image" Target="../media/image78.wmf"/><Relationship Id="rId4" Type="http://schemas.openxmlformats.org/officeDocument/2006/relationships/image" Target="../media/image75.wmf"/><Relationship Id="rId9" Type="http://schemas.openxmlformats.org/officeDocument/2006/relationships/oleObject" Target="../embeddings/oleObject25.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slideLayout" Target="../slideLayouts/slideLayout7.xml"/><Relationship Id="rId4" Type="http://schemas.openxmlformats.org/officeDocument/2006/relationships/image" Target="../media/image81.wmf"/></Relationships>
</file>

<file path=ppt/slides/_rels/slide98.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3.wmf"/><Relationship Id="rId5" Type="http://schemas.openxmlformats.org/officeDocument/2006/relationships/oleObject" Target="../embeddings/oleObject27.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29.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87.wmf"/><Relationship Id="rId5" Type="http://schemas.openxmlformats.org/officeDocument/2006/relationships/oleObject" Target="../embeddings/oleObject31.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33.bin"/></Relationships>
</file>

<file path=ppt/slides/_rels/slide10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6.wmf"/><Relationship Id="rId5" Type="http://schemas.openxmlformats.org/officeDocument/2006/relationships/oleObject" Target="../embeddings/oleObject35.bin"/><Relationship Id="rId4" Type="http://schemas.openxmlformats.org/officeDocument/2006/relationships/image" Target="../media/image65.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3.wmf"/><Relationship Id="rId5" Type="http://schemas.openxmlformats.org/officeDocument/2006/relationships/oleObject" Target="../embeddings/oleObject38.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40.bin"/></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11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oleObject" Target="../embeddings/oleObject42.bin"/><Relationship Id="rId4" Type="http://schemas.openxmlformats.org/officeDocument/2006/relationships/image" Target="../media/image2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97.wmf"/></Relationships>
</file>

<file path=ppt/slides/_rels/slide117.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99.wmf"/><Relationship Id="rId5" Type="http://schemas.openxmlformats.org/officeDocument/2006/relationships/oleObject" Target="../embeddings/oleObject45.bin"/><Relationship Id="rId4" Type="http://schemas.openxmlformats.org/officeDocument/2006/relationships/image" Target="../media/image98.wmf"/></Relationships>
</file>

<file path=ppt/slides/_rels/slide118.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02.wmf"/><Relationship Id="rId5" Type="http://schemas.openxmlformats.org/officeDocument/2006/relationships/oleObject" Target="../embeddings/oleObject48.bin"/><Relationship Id="rId4" Type="http://schemas.openxmlformats.org/officeDocument/2006/relationships/image" Target="../media/image101.wmf"/></Relationships>
</file>

<file path=ppt/slides/_rels/slide1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104.w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106.jpeg"/><Relationship Id="rId4" Type="http://schemas.openxmlformats.org/officeDocument/2006/relationships/image" Target="../media/image105.wmf"/></Relationships>
</file>

<file path=ppt/slides/_rels/slide126.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52.bin"/><Relationship Id="rId7" Type="http://schemas.openxmlformats.org/officeDocument/2006/relationships/image" Target="../media/image110.png"/><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09.wmf"/><Relationship Id="rId5" Type="http://schemas.openxmlformats.org/officeDocument/2006/relationships/oleObject" Target="../embeddings/oleObject53.bin"/><Relationship Id="rId4" Type="http://schemas.openxmlformats.org/officeDocument/2006/relationships/image" Target="../media/image108.wmf"/></Relationships>
</file>

<file path=ppt/slides/_rels/slide128.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115.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112.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57.bin"/><Relationship Id="rId14" Type="http://schemas.openxmlformats.org/officeDocument/2006/relationships/image" Target="../media/image116.wmf"/></Relationships>
</file>

<file path=ppt/slides/_rels/slide129.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18.wmf"/><Relationship Id="rId5" Type="http://schemas.openxmlformats.org/officeDocument/2006/relationships/oleObject" Target="../embeddings/oleObject61.bin"/><Relationship Id="rId4" Type="http://schemas.openxmlformats.org/officeDocument/2006/relationships/image" Target="../media/image117.wmf"/></Relationships>
</file>

<file path=ppt/slides/_rels/slide130.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21.wmf"/><Relationship Id="rId5" Type="http://schemas.openxmlformats.org/officeDocument/2006/relationships/oleObject" Target="../embeddings/oleObject64.bin"/><Relationship Id="rId4" Type="http://schemas.openxmlformats.org/officeDocument/2006/relationships/image" Target="../media/image120.wm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100.wmf"/></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117.wmf"/></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121.wmf"/></Relationships>
</file>

<file path=ppt/slides/_rels/slide135.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3" Type="http://schemas.openxmlformats.org/officeDocument/2006/relationships/image" Target="../media/image124.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 Type="http://schemas.openxmlformats.org/officeDocument/2006/relationships/image" Target="../media/image123.png"/><Relationship Id="rId16"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36.png"/><Relationship Id="rId10" Type="http://schemas.openxmlformats.org/officeDocument/2006/relationships/image" Target="../media/image131.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s>
</file>

<file path=ppt/slides/_rels/slide13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31.vml"/><Relationship Id="rId5" Type="http://schemas.openxmlformats.org/officeDocument/2006/relationships/image" Target="../media/image143.png"/><Relationship Id="rId4" Type="http://schemas.openxmlformats.org/officeDocument/2006/relationships/image" Target="../media/image142.wmf"/></Relationships>
</file>

<file path=ppt/slides/_rels/slide1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70.bin"/><Relationship Id="rId7" Type="http://schemas.openxmlformats.org/officeDocument/2006/relationships/image" Target="file:///C:\Documents%20and%20Settings\Yesterday\My%20Documents\Internet\New%20Folder\K&#7871;t%20qu&#7843;%20t&#236;m%20ki&#7871;m%20Google%20cho%20http--www_ktf-split_hr-glossary-image-ag_agcl_electrode_gif_files\en_o_files\ag_agcl_electrode.gif" TargetMode="External"/><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46.png"/><Relationship Id="rId5" Type="http://schemas.openxmlformats.org/officeDocument/2006/relationships/image" Target="../media/image145.jpeg"/><Relationship Id="rId4" Type="http://schemas.openxmlformats.org/officeDocument/2006/relationships/image" Target="../media/image144.wmf"/></Relationships>
</file>

<file path=ppt/slides/_rels/slide141.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7.xml"/><Relationship Id="rId1" Type="http://schemas.openxmlformats.org/officeDocument/2006/relationships/vmlDrawing" Target="../drawings/vmlDrawing33.vml"/><Relationship Id="rId5" Type="http://schemas.openxmlformats.org/officeDocument/2006/relationships/image" Target="../media/image162.wmf"/><Relationship Id="rId4" Type="http://schemas.openxmlformats.org/officeDocument/2006/relationships/oleObject" Target="../embeddings/oleObject71.bin"/></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50.wmf"/></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51.wmf"/></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165.jpe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36.vml"/><Relationship Id="rId5" Type="http://schemas.openxmlformats.org/officeDocument/2006/relationships/image" Target="../media/image167.jpeg"/><Relationship Id="rId4" Type="http://schemas.openxmlformats.org/officeDocument/2006/relationships/image" Target="../media/image166.wmf"/></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image" Target="../media/image168.jpe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171.emf"/><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image" Target="../media/image172.jpe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174.jpe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6.png"/></Relationships>
</file>

<file path=ppt/slides/_rels/slide189.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77.png"/></Relationships>
</file>

<file path=ppt/slides/_rels/slide190.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_rels/slide19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7.png"/></Relationships>
</file>

<file path=ppt/slides/_rels/slide19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81.png"/><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Microsoft_Excel_Chart1.xls"/><Relationship Id="rId5" Type="http://schemas.openxmlformats.org/officeDocument/2006/relationships/oleObject" Target="../embeddings/oleObject75.bin"/><Relationship Id="rId4" Type="http://schemas.openxmlformats.org/officeDocument/2006/relationships/image" Target="../media/image175.png"/></Relationships>
</file>

<file path=ppt/slides/_rels/slide19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82.png"/></Relationships>
</file>

<file path=ppt/slides/_rels/slide19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77.png"/></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83.emf"/><Relationship Id="rId5" Type="http://schemas.openxmlformats.org/officeDocument/2006/relationships/oleObject" Target="../embeddings/oleObject76.bin"/><Relationship Id="rId4" Type="http://schemas.openxmlformats.org/officeDocument/2006/relationships/image" Target="../media/image175.png"/></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85.png"/><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184.emf"/><Relationship Id="rId5" Type="http://schemas.openxmlformats.org/officeDocument/2006/relationships/oleObject" Target="../embeddings/oleObject77.bin"/><Relationship Id="rId4" Type="http://schemas.openxmlformats.org/officeDocument/2006/relationships/image" Target="../media/image175.png"/></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186.emf"/><Relationship Id="rId5" Type="http://schemas.openxmlformats.org/officeDocument/2006/relationships/oleObject" Target="../embeddings/oleObject78.bin"/><Relationship Id="rId4" Type="http://schemas.openxmlformats.org/officeDocument/2006/relationships/image" Target="../media/image175.png"/></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188.png"/><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87.emf"/><Relationship Id="rId5" Type="http://schemas.openxmlformats.org/officeDocument/2006/relationships/oleObject" Target="../embeddings/oleObject79.bin"/><Relationship Id="rId4" Type="http://schemas.openxmlformats.org/officeDocument/2006/relationships/image" Target="../media/image175.png"/></Relationships>
</file>

<file path=ppt/slides/_rels/slide20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89.png"/></Relationships>
</file>

<file path=ppt/slides/_rels/slide20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91.png"/><Relationship Id="rId4" Type="http://schemas.openxmlformats.org/officeDocument/2006/relationships/image" Target="../media/image190.png"/></Relationships>
</file>

<file path=ppt/slides/_rels/slide205.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92.png"/></Relationships>
</file>

<file path=ppt/slides/_rels/slide20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93.png"/></Relationships>
</file>

<file path=ppt/slides/_rels/slide208.xml.rels><?xml version="1.0" encoding="UTF-8" standalone="yes"?>
<Relationships xmlns="http://schemas.openxmlformats.org/package/2006/relationships"><Relationship Id="rId2" Type="http://schemas.openxmlformats.org/officeDocument/2006/relationships/image" Target="../media/image194.jpe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png"/><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06.jpe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42.vml"/><Relationship Id="rId4" Type="http://schemas.openxmlformats.org/officeDocument/2006/relationships/image" Target="../media/image207.emf"/></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43.vml"/><Relationship Id="rId4" Type="http://schemas.openxmlformats.org/officeDocument/2006/relationships/image" Target="../media/image209.emf"/></Relationships>
</file>

<file path=ppt/slides/_rels/slide224.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44.vml"/><Relationship Id="rId5" Type="http://schemas.openxmlformats.org/officeDocument/2006/relationships/image" Target="../media/image211.png"/><Relationship Id="rId4" Type="http://schemas.openxmlformats.org/officeDocument/2006/relationships/image" Target="../media/image210.emf"/></Relationships>
</file>

<file path=ppt/slides/_rels/slide225.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45.vml"/><Relationship Id="rId5" Type="http://schemas.openxmlformats.org/officeDocument/2006/relationships/image" Target="../media/image213.png"/><Relationship Id="rId4" Type="http://schemas.openxmlformats.org/officeDocument/2006/relationships/image" Target="../media/image212.emf"/></Relationships>
</file>

<file path=ppt/slides/_rels/slide226.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46.vml"/><Relationship Id="rId5" Type="http://schemas.openxmlformats.org/officeDocument/2006/relationships/image" Target="../media/image215.png"/><Relationship Id="rId4" Type="http://schemas.openxmlformats.org/officeDocument/2006/relationships/image" Target="../media/image214.emf"/></Relationships>
</file>

<file path=ppt/slides/_rels/slide227.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17.png"/></Relationships>
</file>

<file path=ppt/slides/_rels/slide228.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20.emf"/></Relationships>
</file>

<file path=ppt/slides/_rels/slide23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23.emf"/></Relationships>
</file>

<file path=ppt/slides/_rels/slide234.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27.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image" Target="../media/image228.jpeg"/><Relationship Id="rId1" Type="http://schemas.openxmlformats.org/officeDocument/2006/relationships/slideLayout" Target="../slideLayouts/slideLayout7.xml"/><Relationship Id="rId5" Type="http://schemas.openxmlformats.org/officeDocument/2006/relationships/image" Target="../media/image231.png"/><Relationship Id="rId4" Type="http://schemas.openxmlformats.org/officeDocument/2006/relationships/image" Target="../media/image230.jpe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image" Target="../media/image232.png"/><Relationship Id="rId1" Type="http://schemas.openxmlformats.org/officeDocument/2006/relationships/slideLayout" Target="../slideLayouts/slideLayout7.xml"/><Relationship Id="rId5" Type="http://schemas.openxmlformats.org/officeDocument/2006/relationships/image" Target="../media/image235.png"/><Relationship Id="rId4" Type="http://schemas.openxmlformats.org/officeDocument/2006/relationships/image" Target="../media/image234.png"/></Relationships>
</file>

<file path=ppt/slides/_rels/slide247.xml.rels><?xml version="1.0" encoding="UTF-8" standalone="yes"?>
<Relationships xmlns="http://schemas.openxmlformats.org/package/2006/relationships"><Relationship Id="rId3" Type="http://schemas.openxmlformats.org/officeDocument/2006/relationships/image" Target="../media/image237.jpeg"/><Relationship Id="rId2" Type="http://schemas.openxmlformats.org/officeDocument/2006/relationships/image" Target="../media/image236.png"/><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2" Type="http://schemas.openxmlformats.org/officeDocument/2006/relationships/image" Target="../media/image240.jpeg"/><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2" Type="http://schemas.openxmlformats.org/officeDocument/2006/relationships/image" Target="../media/image242.wmf"/><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2" Type="http://schemas.openxmlformats.org/officeDocument/2006/relationships/image" Target="../media/image243.png"/><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2" Type="http://schemas.openxmlformats.org/officeDocument/2006/relationships/image" Target="../media/image245.emf"/><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2" Type="http://schemas.openxmlformats.org/officeDocument/2006/relationships/image" Target="../media/image246.png"/><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2" Type="http://schemas.openxmlformats.org/officeDocument/2006/relationships/image" Target="../media/image247.png"/><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png"/><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2" Type="http://schemas.openxmlformats.org/officeDocument/2006/relationships/image" Target="../media/image252.png"/><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2" Type="http://schemas.openxmlformats.org/officeDocument/2006/relationships/image" Target="../media/image253.png"/><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56.png"/><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image" Target="../media/image261.png"/><Relationship Id="rId1" Type="http://schemas.openxmlformats.org/officeDocument/2006/relationships/slideLayout" Target="../slideLayouts/slideLayout7.xml"/><Relationship Id="rId4" Type="http://schemas.openxmlformats.org/officeDocument/2006/relationships/image" Target="../media/image263.jpeg"/></Relationships>
</file>

<file path=ppt/slides/_rels/slide279.xml.rels><?xml version="1.0" encoding="UTF-8" standalone="yes"?>
<Relationships xmlns="http://schemas.openxmlformats.org/package/2006/relationships"><Relationship Id="rId3" Type="http://schemas.openxmlformats.org/officeDocument/2006/relationships/image" Target="../media/image265.jpeg"/><Relationship Id="rId2" Type="http://schemas.openxmlformats.org/officeDocument/2006/relationships/image" Target="../media/image264.jpeg"/><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2" Type="http://schemas.openxmlformats.org/officeDocument/2006/relationships/image" Target="../media/image266.png"/><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2" Type="http://schemas.openxmlformats.org/officeDocument/2006/relationships/image" Target="../media/image267.png"/><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3.png"/><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2" Type="http://schemas.openxmlformats.org/officeDocument/2006/relationships/image" Target="../media/image275.png"/><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2" Type="http://schemas.openxmlformats.org/officeDocument/2006/relationships/image" Target="../media/image276.png"/><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3" Type="http://schemas.openxmlformats.org/officeDocument/2006/relationships/image" Target="../media/image279.emf"/><Relationship Id="rId2" Type="http://schemas.openxmlformats.org/officeDocument/2006/relationships/image" Target="../media/image278.png"/><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80.png"/><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2" Type="http://schemas.openxmlformats.org/officeDocument/2006/relationships/image" Target="../media/image282.png"/><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2" Type="http://schemas.openxmlformats.org/officeDocument/2006/relationships/image" Target="../media/image283.png"/><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47.vml"/><Relationship Id="rId4" Type="http://schemas.openxmlformats.org/officeDocument/2006/relationships/image" Target="../media/image284.wmf"/></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48.vml"/><Relationship Id="rId4" Type="http://schemas.openxmlformats.org/officeDocument/2006/relationships/image" Target="../media/image285.wmf"/></Relationships>
</file>

<file path=ppt/slides/_rels/slide315.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49.vml"/><Relationship Id="rId4" Type="http://schemas.openxmlformats.org/officeDocument/2006/relationships/image" Target="../media/image286.wmf"/></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ChangeArrowheads="1"/>
          </p:cNvSpPr>
          <p:nvPr/>
        </p:nvSpPr>
        <p:spPr bwMode="auto">
          <a:xfrm>
            <a:off x="250825" y="1484313"/>
            <a:ext cx="8726488" cy="646112"/>
          </a:xfrm>
          <a:prstGeom prst="rect">
            <a:avLst/>
          </a:prstGeom>
          <a:solidFill>
            <a:schemeClr val="accent1">
              <a:lumMod val="40000"/>
              <a:lumOff val="60000"/>
            </a:schemeClr>
          </a:solidFill>
          <a:ln>
            <a:no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vi-VN" altLang="en-US" sz="3600" b="1">
                <a:solidFill>
                  <a:srgbClr val="155679"/>
                </a:solidFill>
                <a:latin typeface="Arial" panose="020B0604020202020204" pitchFamily="34" charset="0"/>
                <a:cs typeface="Arial" panose="020B0604020202020204" pitchFamily="34" charset="0"/>
              </a:rPr>
              <a:t>PHƯƠNG PHÁP PHÂN TÍCH ĐIỆN HOÁ</a:t>
            </a:r>
            <a:endParaRPr lang="zh-CN" altLang="en-US" sz="3600">
              <a:solidFill>
                <a:srgbClr val="155679"/>
              </a:solidFill>
              <a:cs typeface="华文中宋"/>
            </a:endParaRPr>
          </a:p>
        </p:txBody>
      </p:sp>
      <p:sp>
        <p:nvSpPr>
          <p:cNvPr id="10243" name="Rectangle 2"/>
          <p:cNvSpPr>
            <a:spLocks noChangeArrowheads="1"/>
          </p:cNvSpPr>
          <p:nvPr/>
        </p:nvSpPr>
        <p:spPr bwMode="auto">
          <a:xfrm>
            <a:off x="3059113" y="5805488"/>
            <a:ext cx="2752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solidFill>
                  <a:srgbClr val="155679"/>
                </a:solidFill>
                <a:latin typeface="Century Schoolbook" panose="02040604050505020304" pitchFamily="18" charset="0"/>
                <a:cs typeface="Arial" panose="020B0604020202020204" pitchFamily="34" charset="0"/>
              </a:rPr>
              <a:t>TP. Hồ Chí Minh 2020</a:t>
            </a:r>
            <a:endParaRPr lang="zh-CN" altLang="en-US">
              <a:solidFill>
                <a:srgbClr val="155679"/>
              </a:solidFill>
              <a:latin typeface="Century Schoolbook" panose="02040604050505020304" pitchFamily="18" charset="0"/>
              <a:cs typeface="华文中宋"/>
            </a:endParaRPr>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9BE43BE-7100-4CA8-8DCA-6523737CE9F0}" type="slidenum">
              <a:rPr lang="en-US" altLang="en-US">
                <a:latin typeface="Times New Roman" panose="02020603050405020304" pitchFamily="18" charset="0"/>
                <a:cs typeface="Times New Roman" panose="02020603050405020304" pitchFamily="18" charset="0"/>
              </a:rPr>
              <a:pPr/>
              <a:t>1</a:t>
            </a:fld>
            <a:endParaRPr lang="en-US"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1214438" y="1500188"/>
            <a:ext cx="5929312"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2400"/>
              </a:spcBef>
              <a:buFontTx/>
              <a:buAutoNum type="arabicPeriod"/>
            </a:pPr>
            <a:r>
              <a:rPr lang="en-US" altLang="zh-CN">
                <a:solidFill>
                  <a:srgbClr val="161616"/>
                </a:solidFill>
                <a:latin typeface="Arial" panose="020B0604020202020204" pitchFamily="34" charset="0"/>
                <a:cs typeface="Arial" panose="020B0604020202020204" pitchFamily="34" charset="0"/>
              </a:rPr>
              <a:t>PHÂN BỐ CHƯƠNG TRÌNH</a:t>
            </a:r>
          </a:p>
          <a:p>
            <a:pPr eaLnBrk="1" hangingPunct="1">
              <a:spcBef>
                <a:spcPts val="2400"/>
              </a:spcBef>
              <a:buFontTx/>
              <a:buAutoNum type="arabicPeriod"/>
            </a:pPr>
            <a:r>
              <a:rPr lang="en-US" altLang="zh-CN">
                <a:solidFill>
                  <a:srgbClr val="161616"/>
                </a:solidFill>
                <a:latin typeface="Arial" panose="020B0604020202020204" pitchFamily="34" charset="0"/>
                <a:cs typeface="Arial" panose="020B0604020202020204" pitchFamily="34" charset="0"/>
              </a:rPr>
              <a:t>KẾ HOẠCH THI VÀ PHÂN BỐ ĐIỂM </a:t>
            </a:r>
          </a:p>
          <a:p>
            <a:pPr eaLnBrk="1" hangingPunct="1">
              <a:spcBef>
                <a:spcPts val="2400"/>
              </a:spcBef>
              <a:buFontTx/>
              <a:buAutoNum type="arabicPeriod"/>
            </a:pPr>
            <a:r>
              <a:rPr lang="en-US" altLang="zh-CN">
                <a:solidFill>
                  <a:srgbClr val="161616"/>
                </a:solidFill>
                <a:latin typeface="Arial" panose="020B0604020202020204" pitchFamily="34" charset="0"/>
                <a:cs typeface="Arial" panose="020B0604020202020204" pitchFamily="34" charset="0"/>
              </a:rPr>
              <a:t>MUC TIÊU CỦA MÔN HỌC</a:t>
            </a:r>
            <a:endParaRPr lang="vi-VN" altLang="zh-CN">
              <a:solidFill>
                <a:srgbClr val="161616"/>
              </a:solidFill>
              <a:latin typeface="Arial" panose="020B0604020202020204" pitchFamily="34" charset="0"/>
              <a:cs typeface="Arial" panose="020B0604020202020204" pitchFamily="34" charset="0"/>
            </a:endParaRPr>
          </a:p>
          <a:p>
            <a:pPr eaLnBrk="1" hangingPunct="1">
              <a:spcBef>
                <a:spcPts val="2400"/>
              </a:spcBef>
              <a:buFontTx/>
              <a:buAutoNum type="arabicPeriod"/>
            </a:pPr>
            <a:r>
              <a:rPr lang="en-US" altLang="zh-CN">
                <a:solidFill>
                  <a:srgbClr val="161616"/>
                </a:solidFill>
                <a:latin typeface="Arial" panose="020B0604020202020204" pitchFamily="34" charset="0"/>
                <a:cs typeface="Arial" panose="020B0604020202020204" pitchFamily="34" charset="0"/>
              </a:rPr>
              <a:t>ĐỀ CƯƠNG GIẢNG DẠY</a:t>
            </a:r>
          </a:p>
          <a:p>
            <a:pPr eaLnBrk="1" hangingPunct="1">
              <a:spcBef>
                <a:spcPts val="2400"/>
              </a:spcBef>
              <a:buFontTx/>
              <a:buAutoNum type="arabicPeriod"/>
            </a:pPr>
            <a:r>
              <a:rPr lang="en-US" altLang="zh-CN">
                <a:solidFill>
                  <a:srgbClr val="161616"/>
                </a:solidFill>
                <a:latin typeface="Arial" panose="020B0604020202020204" pitchFamily="34" charset="0"/>
                <a:cs typeface="Arial" panose="020B0604020202020204" pitchFamily="34" charset="0"/>
              </a:rPr>
              <a:t>CÁC CHƯƠNG BÀI GIẢNG VÀ ĐIỂM CẦN CHÚ Ý</a:t>
            </a:r>
            <a:endParaRPr lang="en-US" altLang="zh-CN" b="1">
              <a:solidFill>
                <a:srgbClr val="161616"/>
              </a:solidFill>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nvGraphicFramePr>
        <p:xfrm>
          <a:off x="900113" y="1500188"/>
          <a:ext cx="7743825" cy="3919540"/>
        </p:xfrm>
        <a:graphic>
          <a:graphicData uri="http://schemas.openxmlformats.org/drawingml/2006/table">
            <a:tbl>
              <a:tblPr/>
              <a:tblGrid>
                <a:gridCol w="1414462"/>
                <a:gridCol w="5138738"/>
                <a:gridCol w="1190625"/>
              </a:tblGrid>
              <a:tr h="58261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rPr>
                        <a:t>Ch</a:t>
                      </a:r>
                      <a:r>
                        <a:rPr kumimoji="0" lang="vi-VN" altLang="zh-CN"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rPr>
                        <a:t>ươ</a:t>
                      </a:r>
                      <a:r>
                        <a:rPr kumimoji="0" lang="en-US" altLang="zh-CN"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rPr>
                        <a:t>ng</a:t>
                      </a:r>
                      <a:endParaRPr kumimoji="0" lang="zh-CN" altLang="en-US"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rPr>
                        <a:t>Nội dung</a:t>
                      </a:r>
                      <a:endParaRPr kumimoji="0" lang="zh-CN" altLang="en-US"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rPr>
                        <a:t>Số tiết</a:t>
                      </a:r>
                      <a:endParaRPr kumimoji="0" lang="zh-CN" altLang="en-US" sz="2400" b="1" i="0" u="none" strike="noStrike" cap="none" normalizeH="0" baseline="0" smtClean="0">
                        <a:ln>
                          <a:noFill/>
                        </a:ln>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2"/>
                    </a:solidFill>
                  </a:tcPr>
                </a:tc>
              </a:tr>
              <a:tr h="95408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1</a:t>
                      </a:r>
                      <a:endParaRPr kumimoji="0" lang="zh-CN" altLang="en-US"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Cơ sở lý thuyết chung và phân loại các phương pháp điện hoá</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vi-V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9</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r>
              <a:tr h="635000">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2</a:t>
                      </a:r>
                      <a:endParaRPr kumimoji="0" lang="zh-CN" altLang="en-US"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Phương pháp độ dẫn</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6</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r>
              <a:tr h="58261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3</a:t>
                      </a:r>
                      <a:endParaRPr kumimoji="0" lang="zh-CN" altLang="en-US"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Phương pháp điện thế kế</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21</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r>
              <a:tr h="58261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4</a:t>
                      </a:r>
                      <a:endParaRPr kumimoji="0" lang="zh-CN" altLang="en-US"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vi-V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Phân tích cực phổ và Volt Ample</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9</a:t>
                      </a:r>
                      <a:endParaRPr kumimoji="0" lang="zh-CN" altLang="zh-CN"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r>
              <a:tr h="58261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Tổng cộng</a:t>
                      </a:r>
                      <a:endParaRPr kumimoji="0" lang="zh-CN" altLang="en-US" sz="2400" b="1"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rPr>
                        <a:t>45</a:t>
                      </a:r>
                      <a:endParaRPr kumimoji="0" lang="zh-CN" altLang="en-US" sz="2400" b="1" i="0" u="none" strike="noStrike" cap="none" normalizeH="0" baseline="0" smtClean="0">
                        <a:ln>
                          <a:noFill/>
                        </a:ln>
                        <a:solidFill>
                          <a:srgbClr val="000000"/>
                        </a:solidFill>
                        <a:effectLst/>
                        <a:latin typeface="Arial" panose="020B0604020202020204" pitchFamily="34" charset="0"/>
                        <a:ea typeface="SimSun" panose="02010600030101010101" pitchFamily="2" charset="-122"/>
                        <a:cs typeface="Arial" panose="020B0604020202020204" pitchFamily="34" charset="0"/>
                      </a:endParaRPr>
                    </a:p>
                  </a:txBody>
                  <a:tcPr marL="91433" marR="91433"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r>
            </a:tbl>
          </a:graphicData>
        </a:graphic>
      </p:graphicFrame>
      <p:sp>
        <p:nvSpPr>
          <p:cNvPr id="6" name="Text Box 7"/>
          <p:cNvSpPr txBox="1">
            <a:spLocks noChangeArrowheads="1"/>
          </p:cNvSpPr>
          <p:nvPr/>
        </p:nvSpPr>
        <p:spPr bwMode="auto">
          <a:xfrm>
            <a:off x="2187575" y="357188"/>
            <a:ext cx="5457825" cy="584200"/>
          </a:xfrm>
          <a:prstGeom prst="rect">
            <a:avLst/>
          </a:prstGeom>
          <a:solidFill>
            <a:schemeClr val="accent1">
              <a:lumMod val="40000"/>
              <a:lumOff val="60000"/>
            </a:schemeClr>
          </a:solidFill>
          <a:ln w="9525">
            <a:noFill/>
            <a:miter lim="800000"/>
            <a:headEnd/>
            <a:tailEnd/>
          </a:ln>
          <a:effectLst/>
        </p:spPr>
        <p:txBody>
          <a:bodyPr wrap="none">
            <a:spAutoFit/>
          </a:bodyPr>
          <a:lstStyle>
            <a:lvl1pPr marL="514350" indent="-5143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altLang="zh-CN" sz="3200" b="1" smtClean="0">
                <a:solidFill>
                  <a:srgbClr val="002060"/>
                </a:solidFill>
              </a:rPr>
              <a:t>PHÂN BỐ CH</a:t>
            </a:r>
            <a:r>
              <a:rPr lang="vi-VN" altLang="zh-CN" sz="3200" b="1" smtClean="0">
                <a:solidFill>
                  <a:srgbClr val="002060"/>
                </a:solidFill>
                <a:latin typeface="Arial" panose="020B0604020202020204" pitchFamily="34" charset="0"/>
              </a:rPr>
              <a:t>ƯƠ</a:t>
            </a:r>
            <a:r>
              <a:rPr lang="en-US" altLang="zh-CN" sz="3200" b="1" smtClean="0">
                <a:solidFill>
                  <a:srgbClr val="002060"/>
                </a:solidFill>
              </a:rPr>
              <a:t>NG TRÌNH</a:t>
            </a:r>
          </a:p>
        </p:txBody>
      </p:sp>
      <p:sp>
        <p:nvSpPr>
          <p:cNvPr id="1232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1338BAA-5A90-43F8-BCB5-B9F653B20F45}" type="slidenum">
              <a:rPr lang="en-US" altLang="ru-RU">
                <a:solidFill>
                  <a:srgbClr val="FFFFFF"/>
                </a:solidFill>
                <a:latin typeface="Arial" panose="020B0604020202020204" pitchFamily="34" charset="0"/>
                <a:cs typeface="Arial" panose="020B0604020202020204" pitchFamily="34" charset="0"/>
              </a:rPr>
              <a:pPr/>
              <a:t>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00113" y="2060575"/>
            <a:ext cx="7343775" cy="831850"/>
          </a:xfrm>
          <a:prstGeom prst="rect">
            <a:avLst/>
          </a:prstGeom>
          <a:solidFill>
            <a:schemeClr val="accent1">
              <a:lumMod val="40000"/>
              <a:lumOff val="60000"/>
            </a:schemeClr>
          </a:solidFill>
          <a:ln>
            <a:solidFill>
              <a:schemeClr val="tx1"/>
            </a:solidFill>
          </a:ln>
        </p:spPr>
        <p:txBody>
          <a:bodyPr>
            <a:spAutoFit/>
          </a:bodyPr>
          <a:lstStyle>
            <a:lvl1pPr marL="914400" indent="-914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400" b="1"/>
              <a:t>1.1.1. </a:t>
            </a:r>
            <a:r>
              <a:rPr lang="vi-VN" sz="2400" b="1">
                <a:latin typeface="Arial" panose="020B0604020202020204" pitchFamily="34" charset="0"/>
              </a:rPr>
              <a:t>Phân biệt phản ứng oxi hoá khử hoá học và phản ứng điện hoá</a:t>
            </a:r>
            <a:endParaRPr lang="zh-CN" altLang="en-US" sz="2400" b="1"/>
          </a:p>
        </p:txBody>
      </p:sp>
      <p:sp>
        <p:nvSpPr>
          <p:cNvPr id="13315" name="Text Box 7"/>
          <p:cNvSpPr txBox="1">
            <a:spLocks noChangeArrowheads="1"/>
          </p:cNvSpPr>
          <p:nvPr/>
        </p:nvSpPr>
        <p:spPr bwMode="auto">
          <a:xfrm>
            <a:off x="539750" y="357188"/>
            <a:ext cx="8039100" cy="979487"/>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fr-FR" altLang="zh-CN" sz="3200" b="1">
                <a:solidFill>
                  <a:srgbClr val="002060"/>
                </a:solidFill>
                <a:latin typeface="Arial" panose="020B0604020202020204" pitchFamily="34" charset="0"/>
                <a:cs typeface="Arial" panose="020B0604020202020204" pitchFamily="34" charset="0"/>
              </a:rPr>
              <a:t>Ch</a:t>
            </a:r>
            <a:r>
              <a:rPr lang="vi-VN" altLang="zh-CN" sz="3200" b="1">
                <a:solidFill>
                  <a:srgbClr val="002060"/>
                </a:solidFill>
                <a:latin typeface="Arial" panose="020B0604020202020204" pitchFamily="34" charset="0"/>
                <a:cs typeface="Arial" panose="020B0604020202020204" pitchFamily="34" charset="0"/>
              </a:rPr>
              <a:t>ươ</a:t>
            </a:r>
            <a:r>
              <a:rPr lang="en-US" altLang="zh-CN" sz="3200" b="1">
                <a:solidFill>
                  <a:srgbClr val="002060"/>
                </a:solidFill>
                <a:latin typeface="Arial" panose="020B0604020202020204" pitchFamily="34" charset="0"/>
                <a:cs typeface="Arial" panose="020B0604020202020204" pitchFamily="34" charset="0"/>
              </a:rPr>
              <a:t>ng 1: </a:t>
            </a:r>
            <a:r>
              <a:rPr lang="vi-VN" altLang="zh-CN" sz="3200" b="1">
                <a:solidFill>
                  <a:srgbClr val="002060"/>
                </a:solidFill>
                <a:latin typeface="Arial" panose="020B0604020202020204" pitchFamily="34" charset="0"/>
                <a:cs typeface="Arial" panose="020B0604020202020204" pitchFamily="34" charset="0"/>
              </a:rPr>
              <a:t>Cơ sở lý thuyết </a:t>
            </a:r>
            <a:r>
              <a:rPr lang="en-US" altLang="zh-CN" sz="3200" b="1">
                <a:solidFill>
                  <a:srgbClr val="002060"/>
                </a:solidFill>
                <a:latin typeface="Arial" panose="020B0604020202020204" pitchFamily="34" charset="0"/>
                <a:cs typeface="Arial" panose="020B0604020202020204" pitchFamily="34" charset="0"/>
              </a:rPr>
              <a:t>của </a:t>
            </a:r>
            <a:r>
              <a:rPr lang="vi-VN" altLang="zh-CN" sz="3200" b="1">
                <a:solidFill>
                  <a:srgbClr val="002060"/>
                </a:solidFill>
                <a:latin typeface="Arial" panose="020B0604020202020204" pitchFamily="34" charset="0"/>
                <a:cs typeface="Arial" panose="020B0604020202020204" pitchFamily="34" charset="0"/>
              </a:rPr>
              <a:t>các</a:t>
            </a:r>
            <a:r>
              <a:rPr lang="en-US" altLang="zh-CN" sz="3200" b="1">
                <a:solidFill>
                  <a:srgbClr val="002060"/>
                </a:solidFill>
                <a:latin typeface="Arial" panose="020B0604020202020204" pitchFamily="34" charset="0"/>
                <a:cs typeface="Arial" panose="020B0604020202020204" pitchFamily="34" charset="0"/>
              </a:rPr>
              <a:t> </a:t>
            </a:r>
            <a:r>
              <a:rPr lang="vi-VN" altLang="zh-CN" sz="3200" b="1">
                <a:solidFill>
                  <a:srgbClr val="002060"/>
                </a:solidFill>
                <a:latin typeface="Arial" panose="020B0604020202020204" pitchFamily="34" charset="0"/>
                <a:cs typeface="Arial" panose="020B0604020202020204" pitchFamily="34" charset="0"/>
              </a:rPr>
              <a:t> phương pháp </a:t>
            </a:r>
            <a:r>
              <a:rPr lang="en-US" altLang="zh-CN" sz="3200" b="1">
                <a:solidFill>
                  <a:srgbClr val="002060"/>
                </a:solidFill>
                <a:latin typeface="Arial" panose="020B0604020202020204" pitchFamily="34" charset="0"/>
                <a:cs typeface="Arial" panose="020B0604020202020204" pitchFamily="34" charset="0"/>
              </a:rPr>
              <a:t>phân tích </a:t>
            </a:r>
            <a:r>
              <a:rPr lang="vi-VN" altLang="zh-CN" sz="3200" b="1">
                <a:solidFill>
                  <a:srgbClr val="002060"/>
                </a:solidFill>
                <a:latin typeface="Arial" panose="020B0604020202020204" pitchFamily="34" charset="0"/>
                <a:cs typeface="Arial" panose="020B0604020202020204" pitchFamily="34" charset="0"/>
              </a:rPr>
              <a:t>điện hoá</a:t>
            </a:r>
            <a:endParaRPr lang="fr-FR" altLang="zh-CN" sz="3200" b="1">
              <a:solidFill>
                <a:srgbClr val="002060"/>
              </a:solidFill>
              <a:latin typeface="Arial" panose="020B0604020202020204" pitchFamily="34" charset="0"/>
              <a:cs typeface="Arial" panose="020B0604020202020204" pitchFamily="34" charset="0"/>
            </a:endParaRPr>
          </a:p>
        </p:txBody>
      </p:sp>
      <p:sp>
        <p:nvSpPr>
          <p:cNvPr id="8" name="Rectangle 7"/>
          <p:cNvSpPr/>
          <p:nvPr/>
        </p:nvSpPr>
        <p:spPr>
          <a:xfrm>
            <a:off x="611188" y="1484313"/>
            <a:ext cx="7993062" cy="492125"/>
          </a:xfrm>
          <a:prstGeom prst="rect">
            <a:avLst/>
          </a:prstGeom>
          <a:solidFill>
            <a:schemeClr val="accent6">
              <a:lumMod val="20000"/>
              <a:lumOff val="8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altLang="zh-CN" sz="2600" b="1">
                <a:solidFill>
                  <a:srgbClr val="155679"/>
                </a:solidFill>
              </a:rPr>
              <a:t>1.1. </a:t>
            </a:r>
            <a:r>
              <a:rPr lang="vi-VN" altLang="zh-CN" sz="2600" b="1">
                <a:solidFill>
                  <a:srgbClr val="155679"/>
                </a:solidFill>
                <a:latin typeface="Arial" panose="020B0604020202020204" pitchFamily="34" charset="0"/>
              </a:rPr>
              <a:t>Đại cương về các quá trình điện cực</a:t>
            </a:r>
            <a:endParaRPr lang="en-US" altLang="zh-CN" sz="2600" b="1">
              <a:solidFill>
                <a:srgbClr val="155679"/>
              </a:solidFill>
            </a:endParaRPr>
          </a:p>
        </p:txBody>
      </p:sp>
      <p:sp>
        <p:nvSpPr>
          <p:cNvPr id="1331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A752115-14DF-4D8E-A0D9-A262BD0B442A}" type="slidenum">
              <a:rPr lang="en-US" altLang="ru-RU">
                <a:solidFill>
                  <a:srgbClr val="FFFFFF"/>
                </a:solidFill>
                <a:latin typeface="Arial" panose="020B0604020202020204" pitchFamily="34" charset="0"/>
                <a:cs typeface="Arial" panose="020B0604020202020204" pitchFamily="34" charset="0"/>
              </a:rPr>
              <a:pPr/>
              <a:t>3</a:t>
            </a:fld>
            <a:endParaRPr lang="en-US" altLang="ru-RU">
              <a:solidFill>
                <a:srgbClr val="FFFFFF"/>
              </a:solidFill>
              <a:latin typeface="Arial" panose="020B0604020202020204" pitchFamily="34" charset="0"/>
              <a:cs typeface="Arial" panose="020B0604020202020204" pitchFamily="34" charset="0"/>
            </a:endParaRPr>
          </a:p>
        </p:txBody>
      </p:sp>
      <p:sp>
        <p:nvSpPr>
          <p:cNvPr id="13318" name="Rectangle 2"/>
          <p:cNvSpPr>
            <a:spLocks noChangeArrowheads="1"/>
          </p:cNvSpPr>
          <p:nvPr/>
        </p:nvSpPr>
        <p:spPr bwMode="auto">
          <a:xfrm>
            <a:off x="1116013" y="3213100"/>
            <a:ext cx="7421562" cy="284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pPr>
            <a:r>
              <a:rPr lang="en-US" altLang="zh-CN" sz="2200" b="1">
                <a:latin typeface="Arial" panose="020B0604020202020204" pitchFamily="34" charset="0"/>
                <a:cs typeface="Arial" panose="020B0604020202020204" pitchFamily="34" charset="0"/>
                <a:sym typeface="Symbol" panose="05050102010706020507" pitchFamily="18" charset="2"/>
              </a:rPr>
              <a:t>Phản ứng </a:t>
            </a:r>
            <a:r>
              <a:rPr lang="vi-VN" altLang="en-US" sz="2200" b="1">
                <a:latin typeface="Arial" panose="020B0604020202020204" pitchFamily="34" charset="0"/>
                <a:ea typeface="SimSun" panose="02010600030101010101" pitchFamily="2" charset="-122"/>
                <a:cs typeface="Arial" panose="020B0604020202020204" pitchFamily="34" charset="0"/>
              </a:rPr>
              <a:t>oxi hoá khử </a:t>
            </a:r>
            <a:r>
              <a:rPr lang="en-US" altLang="zh-CN" sz="2200" b="1">
                <a:latin typeface="Arial" panose="020B0604020202020204" pitchFamily="34" charset="0"/>
                <a:cs typeface="Arial" panose="020B0604020202020204" pitchFamily="34" charset="0"/>
                <a:sym typeface="Symbol" panose="05050102010706020507" pitchFamily="18" charset="2"/>
              </a:rPr>
              <a:t>hoá học</a:t>
            </a:r>
          </a:p>
          <a:p>
            <a:pPr algn="just" eaLnBrk="1" hangingPunct="1">
              <a:spcBef>
                <a:spcPts val="600"/>
              </a:spcBef>
            </a:pPr>
            <a:endParaRPr lang="en-US" altLang="zh-CN" sz="2200" b="1">
              <a:latin typeface="Arial" panose="020B0604020202020204" pitchFamily="34" charset="0"/>
              <a:cs typeface="Arial" panose="020B0604020202020204" pitchFamily="34" charset="0"/>
              <a:sym typeface="Symbol" panose="05050102010706020507" pitchFamily="18" charset="2"/>
            </a:endParaRPr>
          </a:p>
          <a:p>
            <a:pPr algn="just" eaLnBrk="1" hangingPunct="1">
              <a:spcBef>
                <a:spcPts val="600"/>
              </a:spcBef>
            </a:pPr>
            <a:r>
              <a:rPr lang="en-US" altLang="zh-CN" sz="2200">
                <a:latin typeface="Arial" panose="020B0604020202020204" pitchFamily="34" charset="0"/>
                <a:cs typeface="Arial" panose="020B0604020202020204" pitchFamily="34" charset="0"/>
                <a:sym typeface="Symbol" panose="05050102010706020507" pitchFamily="18" charset="2"/>
              </a:rPr>
              <a:t>Là phản ứng oxi hoá khử xảy ra trong dung dịch đồng thể hoặc dị thể khi Ox</a:t>
            </a:r>
            <a:r>
              <a:rPr lang="en-US" altLang="zh-CN" sz="2200" baseline="-25000">
                <a:latin typeface="Arial" panose="020B0604020202020204" pitchFamily="34" charset="0"/>
                <a:cs typeface="Arial" panose="020B0604020202020204" pitchFamily="34" charset="0"/>
                <a:sym typeface="Symbol" panose="05050102010706020507" pitchFamily="18" charset="2"/>
              </a:rPr>
              <a:t>1</a:t>
            </a:r>
            <a:r>
              <a:rPr lang="en-US" altLang="zh-CN" sz="2200">
                <a:latin typeface="Arial" panose="020B0604020202020204" pitchFamily="34" charset="0"/>
                <a:cs typeface="Arial" panose="020B0604020202020204" pitchFamily="34" charset="0"/>
                <a:sym typeface="Symbol" panose="05050102010706020507" pitchFamily="18" charset="2"/>
              </a:rPr>
              <a:t> phản ứng với Kh</a:t>
            </a:r>
            <a:r>
              <a:rPr lang="en-US" altLang="zh-CN" sz="2200" baseline="-25000">
                <a:latin typeface="Arial" panose="020B0604020202020204" pitchFamily="34" charset="0"/>
                <a:cs typeface="Arial" panose="020B0604020202020204" pitchFamily="34" charset="0"/>
                <a:sym typeface="Symbol" panose="05050102010706020507" pitchFamily="18" charset="2"/>
              </a:rPr>
              <a:t>2</a:t>
            </a:r>
            <a:r>
              <a:rPr lang="en-US" altLang="zh-CN" sz="2200">
                <a:latin typeface="Arial" panose="020B0604020202020204" pitchFamily="34" charset="0"/>
                <a:cs typeface="Arial" panose="020B0604020202020204" pitchFamily="34" charset="0"/>
                <a:sym typeface="Symbol" panose="05050102010706020507" pitchFamily="18" charset="2"/>
              </a:rPr>
              <a:t>: </a:t>
            </a:r>
          </a:p>
          <a:p>
            <a:pPr algn="ctr" eaLnBrk="1" hangingPunct="1">
              <a:spcBef>
                <a:spcPts val="600"/>
              </a:spcBef>
            </a:pPr>
            <a:endParaRPr lang="en-US" altLang="zh-CN" sz="2200">
              <a:latin typeface="Arial" panose="020B0604020202020204" pitchFamily="34" charset="0"/>
              <a:cs typeface="Arial" panose="020B0604020202020204" pitchFamily="34" charset="0"/>
              <a:sym typeface="Symbol" panose="05050102010706020507" pitchFamily="18" charset="2"/>
            </a:endParaRPr>
          </a:p>
          <a:p>
            <a:pPr algn="ctr" eaLnBrk="1" hangingPunct="1">
              <a:spcBef>
                <a:spcPts val="600"/>
              </a:spcBef>
            </a:pPr>
            <a:r>
              <a:rPr lang="en-US" altLang="zh-CN" sz="2200">
                <a:latin typeface="Arial" panose="020B0604020202020204" pitchFamily="34" charset="0"/>
                <a:cs typeface="Arial" panose="020B0604020202020204" pitchFamily="34" charset="0"/>
                <a:sym typeface="Symbol" panose="05050102010706020507" pitchFamily="18" charset="2"/>
              </a:rPr>
              <a:t>Ox</a:t>
            </a:r>
            <a:r>
              <a:rPr lang="en-US" altLang="zh-CN" sz="2200" baseline="-25000">
                <a:latin typeface="Arial" panose="020B0604020202020204" pitchFamily="34" charset="0"/>
                <a:cs typeface="Arial" panose="020B0604020202020204" pitchFamily="34" charset="0"/>
                <a:sym typeface="Symbol" panose="05050102010706020507" pitchFamily="18" charset="2"/>
              </a:rPr>
              <a:t>1 </a:t>
            </a:r>
            <a:r>
              <a:rPr lang="en-US" altLang="zh-CN" sz="2200">
                <a:latin typeface="Arial" panose="020B0604020202020204" pitchFamily="34" charset="0"/>
                <a:cs typeface="Arial" panose="020B0604020202020204" pitchFamily="34" charset="0"/>
                <a:sym typeface="Symbol" panose="05050102010706020507" pitchFamily="18" charset="2"/>
              </a:rPr>
              <a:t>+Kh</a:t>
            </a:r>
            <a:r>
              <a:rPr lang="en-US" altLang="zh-CN" sz="2200" baseline="-25000">
                <a:latin typeface="Arial" panose="020B0604020202020204" pitchFamily="34" charset="0"/>
                <a:cs typeface="Arial" panose="020B0604020202020204" pitchFamily="34" charset="0"/>
                <a:sym typeface="Symbol" panose="05050102010706020507" pitchFamily="18" charset="2"/>
              </a:rPr>
              <a:t>1</a:t>
            </a:r>
            <a:r>
              <a:rPr lang="en-US" altLang="zh-CN" sz="2200">
                <a:latin typeface="Arial" panose="020B0604020202020204" pitchFamily="34" charset="0"/>
                <a:cs typeface="Arial" panose="020B0604020202020204" pitchFamily="34" charset="0"/>
                <a:sym typeface="Symbol" panose="05050102010706020507" pitchFamily="18" charset="2"/>
              </a:rPr>
              <a:t>  Kh</a:t>
            </a:r>
            <a:r>
              <a:rPr lang="en-US" altLang="zh-CN" sz="2200" baseline="-25000">
                <a:latin typeface="Arial" panose="020B0604020202020204" pitchFamily="34" charset="0"/>
                <a:cs typeface="Arial" panose="020B0604020202020204" pitchFamily="34" charset="0"/>
                <a:sym typeface="Symbol" panose="05050102010706020507" pitchFamily="18" charset="2"/>
              </a:rPr>
              <a:t>2</a:t>
            </a:r>
            <a:r>
              <a:rPr lang="en-US" altLang="zh-CN" sz="2200">
                <a:latin typeface="Arial" panose="020B0604020202020204" pitchFamily="34" charset="0"/>
                <a:cs typeface="Arial" panose="020B0604020202020204" pitchFamily="34" charset="0"/>
                <a:sym typeface="Symbol" panose="05050102010706020507" pitchFamily="18" charset="2"/>
              </a:rPr>
              <a:t> + Ox</a:t>
            </a:r>
            <a:r>
              <a:rPr lang="en-US" altLang="zh-CN" sz="2200" baseline="-25000">
                <a:latin typeface="Arial" panose="020B0604020202020204" pitchFamily="34" charset="0"/>
                <a:cs typeface="Arial" panose="020B0604020202020204" pitchFamily="34" charset="0"/>
                <a:sym typeface="Symbol" panose="05050102010706020507" pitchFamily="18" charset="2"/>
              </a:rPr>
              <a:t>2</a:t>
            </a:r>
            <a:r>
              <a:rPr lang="en-US" altLang="zh-CN" sz="2200">
                <a:latin typeface="Arial" panose="020B0604020202020204" pitchFamily="34" charset="0"/>
                <a:cs typeface="Arial" panose="020B0604020202020204" pitchFamily="34" charset="0"/>
                <a:sym typeface="Symbol" panose="05050102010706020507" pitchFamily="18" charset="2"/>
              </a:rPr>
              <a:t>   </a:t>
            </a:r>
          </a:p>
          <a:p>
            <a:pPr algn="just" eaLnBrk="1" hangingPunct="1">
              <a:spcBef>
                <a:spcPts val="600"/>
              </a:spcBef>
              <a:buFont typeface="Wingdings" panose="05000000000000000000" pitchFamily="2" charset="2"/>
              <a:buNone/>
            </a:pPr>
            <a:r>
              <a:rPr lang="en-US" altLang="zh-CN" sz="2200">
                <a:solidFill>
                  <a:schemeClr val="tx2"/>
                </a:solidFill>
                <a:latin typeface="Arial" panose="020B0604020202020204" pitchFamily="34" charset="0"/>
                <a:cs typeface="Arial" panose="020B0604020202020204" pitchFamily="34" charset="0"/>
                <a:sym typeface="Symbol" panose="05050102010706020507" pitchFamily="18" charset="2"/>
              </a:rPr>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9C12876-7A62-4418-B1A1-64FEA9C3A1A0}" type="slidenum">
              <a:rPr lang="en-US" altLang="ru-RU">
                <a:solidFill>
                  <a:srgbClr val="FFFFFF"/>
                </a:solidFill>
                <a:latin typeface="Arial" panose="020B0604020202020204" pitchFamily="34" charset="0"/>
                <a:cs typeface="Arial" panose="020B0604020202020204" pitchFamily="34" charset="0"/>
              </a:rPr>
              <a:pPr/>
              <a:t>4</a:t>
            </a:fld>
            <a:endParaRPr lang="en-US" altLang="ru-RU">
              <a:solidFill>
                <a:srgbClr val="FFFFFF"/>
              </a:solidFill>
              <a:latin typeface="Arial" panose="020B0604020202020204" pitchFamily="34" charset="0"/>
              <a:cs typeface="Arial" panose="020B0604020202020204" pitchFamily="34" charset="0"/>
            </a:endParaRPr>
          </a:p>
        </p:txBody>
      </p:sp>
      <p:sp>
        <p:nvSpPr>
          <p:cNvPr id="14339" name="Rectangle 2"/>
          <p:cNvSpPr>
            <a:spLocks noChangeArrowheads="1"/>
          </p:cNvSpPr>
          <p:nvPr/>
        </p:nvSpPr>
        <p:spPr bwMode="auto">
          <a:xfrm>
            <a:off x="755650" y="333375"/>
            <a:ext cx="71389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pPr>
            <a:r>
              <a:rPr lang="en-US" altLang="zh-CN" sz="2200" b="1">
                <a:latin typeface="Arial" panose="020B0604020202020204" pitchFamily="34" charset="0"/>
                <a:cs typeface="Arial" panose="020B0604020202020204" pitchFamily="34" charset="0"/>
                <a:sym typeface="Symbol" panose="05050102010706020507" pitchFamily="18" charset="2"/>
              </a:rPr>
              <a:t>Ví dụ</a:t>
            </a:r>
            <a:r>
              <a:rPr lang="vi-VN" altLang="zh-CN" sz="2200" b="1">
                <a:latin typeface="Arial" panose="020B0604020202020204" pitchFamily="34" charset="0"/>
                <a:cs typeface="Arial" panose="020B0604020202020204" pitchFamily="34" charset="0"/>
                <a:sym typeface="Symbol" panose="05050102010706020507" pitchFamily="18" charset="2"/>
              </a:rPr>
              <a:t>:</a:t>
            </a:r>
            <a:endParaRPr lang="en-US" altLang="zh-CN" sz="2200" b="1">
              <a:latin typeface="Arial" panose="020B0604020202020204" pitchFamily="34" charset="0"/>
              <a:cs typeface="Arial" panose="020B0604020202020204" pitchFamily="34" charset="0"/>
              <a:sym typeface="Symbol" panose="05050102010706020507" pitchFamily="18" charset="2"/>
            </a:endParaRPr>
          </a:p>
        </p:txBody>
      </p:sp>
      <p:sp>
        <p:nvSpPr>
          <p:cNvPr id="14340" name="AutoShape 2" descr="Image result for phản ứng oxi hóa khử"/>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Arial" panose="020B0604020202020204" pitchFamily="34" charset="0"/>
              <a:cs typeface="Arial" panose="020B0604020202020204" pitchFamily="34" charset="0"/>
            </a:endParaRPr>
          </a:p>
        </p:txBody>
      </p:sp>
      <p:pic>
        <p:nvPicPr>
          <p:cNvPr id="14341" name="Picture 3"/>
          <p:cNvPicPr>
            <a:picLocks noChangeAspect="1" noChangeArrowheads="1"/>
          </p:cNvPicPr>
          <p:nvPr/>
        </p:nvPicPr>
        <p:blipFill>
          <a:blip r:embed="rId2">
            <a:extLst>
              <a:ext uri="{28A0092B-C50C-407E-A947-70E740481C1C}">
                <a14:useLocalDpi xmlns:a14="http://schemas.microsoft.com/office/drawing/2010/main" val="0"/>
              </a:ext>
            </a:extLst>
          </a:blip>
          <a:srcRect b="8797"/>
          <a:stretch>
            <a:fillRect/>
          </a:stretch>
        </p:blipFill>
        <p:spPr bwMode="auto">
          <a:xfrm>
            <a:off x="611188" y="1052513"/>
            <a:ext cx="787082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9975" y="347663"/>
            <a:ext cx="5256213" cy="492125"/>
          </a:xfrm>
          <a:prstGeom prst="rect">
            <a:avLst/>
          </a:prstGeom>
          <a:solidFill>
            <a:schemeClr val="accent1">
              <a:lumMod val="40000"/>
              <a:lumOff val="60000"/>
            </a:schemeClr>
          </a:solidFill>
          <a:ln>
            <a:solidFill>
              <a:schemeClr val="tx1"/>
            </a:solidFill>
          </a:ln>
        </p:spPr>
        <p:txBody>
          <a:bodyPr>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altLang="zh-CN" sz="2600" b="1">
                <a:solidFill>
                  <a:srgbClr val="072B39"/>
                </a:solidFill>
              </a:rPr>
              <a:t>Phản ứng oxy hoá khử hóa học</a:t>
            </a:r>
          </a:p>
        </p:txBody>
      </p:sp>
      <p:sp>
        <p:nvSpPr>
          <p:cNvPr id="1536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12EAA86-2AA6-4BCD-A6F6-0594FD3786CA}" type="slidenum">
              <a:rPr lang="en-US" altLang="ru-RU">
                <a:solidFill>
                  <a:srgbClr val="FFFFFF"/>
                </a:solidFill>
                <a:latin typeface="Arial" panose="020B0604020202020204" pitchFamily="34" charset="0"/>
                <a:cs typeface="Arial" panose="020B0604020202020204" pitchFamily="34" charset="0"/>
              </a:rPr>
              <a:pPr/>
              <a:t>5</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477838" y="1268413"/>
            <a:ext cx="7659687" cy="2924175"/>
          </a:xfrm>
          <a:prstGeom prst="rect">
            <a:avLst/>
          </a:prstGeom>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vi-VN" altLang="zh-CN" sz="2200">
                <a:latin typeface="Arial" panose="020B0604020202020204" pitchFamily="34" charset="0"/>
              </a:rPr>
              <a:t>Đặc điểm:</a:t>
            </a:r>
          </a:p>
          <a:p>
            <a:pPr algn="just" eaLnBrk="1" hangingPunct="1">
              <a:spcBef>
                <a:spcPts val="600"/>
              </a:spcBef>
              <a:spcAft>
                <a:spcPts val="600"/>
              </a:spcAft>
              <a:buFont typeface="Wingdings" panose="05000000000000000000" pitchFamily="2" charset="2"/>
              <a:buChar char="§"/>
            </a:pPr>
            <a:r>
              <a:rPr lang="vi-VN" altLang="zh-CN" sz="2200">
                <a:latin typeface="Arial" panose="020B0604020202020204" pitchFamily="34" charset="0"/>
              </a:rPr>
              <a:t>Phản ứng luôn kèm theo sự toả nhiệt hoặc thu nhiệt mà không kèm theo sự sinh ra hoặc tiêu thụ </a:t>
            </a:r>
            <a:r>
              <a:rPr lang="vi-VN" altLang="zh-CN" sz="2200" b="1">
                <a:latin typeface="Arial" panose="020B0604020202020204" pitchFamily="34" charset="0"/>
              </a:rPr>
              <a:t>điện năng</a:t>
            </a:r>
            <a:r>
              <a:rPr lang="en-US" altLang="zh-CN" sz="2200"/>
              <a:t>.</a:t>
            </a:r>
            <a:endParaRPr lang="vi-VN" altLang="zh-CN" sz="2200">
              <a:latin typeface="Arial" panose="020B0604020202020204" pitchFamily="34" charset="0"/>
            </a:endParaRPr>
          </a:p>
          <a:p>
            <a:pPr algn="just" eaLnBrk="1" hangingPunct="1">
              <a:spcBef>
                <a:spcPts val="600"/>
              </a:spcBef>
              <a:spcAft>
                <a:spcPts val="600"/>
              </a:spcAft>
              <a:buFont typeface="Wingdings" panose="05000000000000000000" pitchFamily="2" charset="2"/>
              <a:buChar char="§"/>
            </a:pPr>
            <a:r>
              <a:rPr lang="vi-VN" altLang="zh-CN" sz="2200">
                <a:latin typeface="Arial" panose="020B0604020202020204" pitchFamily="34" charset="0"/>
              </a:rPr>
              <a:t>Sự trao đổi electron trực tiếp giữa các phân tử của chất oxi hoá và chất khử</a:t>
            </a:r>
          </a:p>
          <a:p>
            <a:pPr algn="just" eaLnBrk="1" hangingPunct="1">
              <a:spcBef>
                <a:spcPts val="600"/>
              </a:spcBef>
              <a:spcAft>
                <a:spcPts val="600"/>
              </a:spcAft>
              <a:buFont typeface="Wingdings" panose="05000000000000000000" pitchFamily="2" charset="2"/>
              <a:buChar char="§"/>
            </a:pPr>
            <a:r>
              <a:rPr lang="vi-VN" altLang="zh-CN" sz="2200">
                <a:latin typeface="Arial" panose="020B0604020202020204" pitchFamily="34" charset="0"/>
              </a:rPr>
              <a:t>Sự chuyển dời electron không định hướng, hỗn độn trong toàn bộ môi trường phản ứng.</a:t>
            </a:r>
            <a:endParaRPr lang="en-US" altLang="zh-CN" sz="22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98813" y="347663"/>
            <a:ext cx="3317875" cy="492125"/>
          </a:xfrm>
          <a:prstGeom prst="rect">
            <a:avLst/>
          </a:prstGeom>
          <a:solidFill>
            <a:schemeClr val="accent1">
              <a:lumMod val="40000"/>
              <a:lumOff val="60000"/>
            </a:schemeClr>
          </a:solidFill>
          <a:ln>
            <a:solidFill>
              <a:schemeClr val="tx1"/>
            </a:solidFill>
          </a:ln>
        </p:spPr>
        <p:txBody>
          <a:bodyPr>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altLang="zh-CN" sz="2600" b="1">
                <a:solidFill>
                  <a:srgbClr val="072B39"/>
                </a:solidFill>
              </a:rPr>
              <a:t>Phản ứng </a:t>
            </a:r>
            <a:r>
              <a:rPr lang="vi-VN" altLang="zh-CN" sz="2600" b="1">
                <a:solidFill>
                  <a:srgbClr val="072B39"/>
                </a:solidFill>
                <a:latin typeface="Arial" panose="020B0604020202020204" pitchFamily="34" charset="0"/>
              </a:rPr>
              <a:t>đ</a:t>
            </a:r>
            <a:r>
              <a:rPr lang="en-US" altLang="zh-CN" sz="2600" b="1">
                <a:solidFill>
                  <a:srgbClr val="072B39"/>
                </a:solidFill>
              </a:rPr>
              <a:t>iện hóa</a:t>
            </a:r>
          </a:p>
        </p:txBody>
      </p:sp>
      <p:sp>
        <p:nvSpPr>
          <p:cNvPr id="16387" name="Rectangle 8"/>
          <p:cNvSpPr>
            <a:spLocks noChangeArrowheads="1"/>
          </p:cNvSpPr>
          <p:nvPr/>
        </p:nvSpPr>
        <p:spPr bwMode="auto">
          <a:xfrm>
            <a:off x="468313" y="1144588"/>
            <a:ext cx="82073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vi-VN" altLang="ru-RU" sz="2400">
                <a:latin typeface="Arial" panose="020B0604020202020204" pitchFamily="34" charset="0"/>
                <a:cs typeface="Arial" panose="020B0604020202020204" pitchFamily="34" charset="0"/>
              </a:rPr>
              <a:t>Một phản ứng hóa học xảy ra khi có dòng điện chạy qua, hay qua phản ứng hóa học có một hiệu điện thế</a:t>
            </a:r>
            <a:r>
              <a:rPr lang="en-US" altLang="ru-RU" sz="2400">
                <a:latin typeface="Arial" panose="020B0604020202020204" pitchFamily="34" charset="0"/>
                <a:cs typeface="Arial" panose="020B0604020202020204" pitchFamily="34" charset="0"/>
              </a:rPr>
              <a:t>.</a:t>
            </a:r>
            <a:endParaRPr lang="en-US" altLang="zh-CN" sz="2200">
              <a:solidFill>
                <a:schemeClr val="tx2"/>
              </a:solidFill>
              <a:latin typeface="Arial" panose="020B0604020202020204" pitchFamily="34" charset="0"/>
              <a:cs typeface="Arial" panose="020B0604020202020204" pitchFamily="34" charset="0"/>
              <a:sym typeface="Symbol" panose="05050102010706020507" pitchFamily="18" charset="2"/>
            </a:endParaRPr>
          </a:p>
        </p:txBody>
      </p:sp>
      <p:sp>
        <p:nvSpPr>
          <p:cNvPr id="1638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A2E81C9-D504-481B-94F2-B7FDBBCEFE79}" type="slidenum">
              <a:rPr lang="en-US" altLang="ru-RU">
                <a:solidFill>
                  <a:srgbClr val="FFFFFF"/>
                </a:solidFill>
                <a:latin typeface="Arial" panose="020B0604020202020204" pitchFamily="34" charset="0"/>
                <a:cs typeface="Arial" panose="020B0604020202020204" pitchFamily="34" charset="0"/>
              </a:rPr>
              <a:pPr/>
              <a:t>6</a:t>
            </a:fld>
            <a:endParaRPr lang="en-US" altLang="ru-RU">
              <a:solidFill>
                <a:srgbClr val="FFFFFF"/>
              </a:solidFill>
              <a:latin typeface="Arial" panose="020B0604020202020204" pitchFamily="34" charset="0"/>
              <a:cs typeface="Arial" panose="020B0604020202020204" pitchFamily="34" charset="0"/>
            </a:endParaRPr>
          </a:p>
        </p:txBody>
      </p:sp>
      <p:pic>
        <p:nvPicPr>
          <p:cNvPr id="16389"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344738"/>
            <a:ext cx="5932488" cy="370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971550" y="1125538"/>
            <a:ext cx="7642225" cy="250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zh-CN" sz="2200">
                <a:latin typeface="A"/>
              </a:rPr>
              <a:t>Phản </a:t>
            </a:r>
            <a:r>
              <a:rPr lang="vi-VN" altLang="zh-CN" sz="2200">
                <a:latin typeface="A"/>
              </a:rPr>
              <a:t>ứ</a:t>
            </a:r>
            <a:r>
              <a:rPr lang="en-US" altLang="zh-CN" sz="2200">
                <a:latin typeface="A"/>
              </a:rPr>
              <a:t>ng </a:t>
            </a:r>
            <a:r>
              <a:rPr lang="vi-VN" altLang="zh-CN" sz="2200">
                <a:latin typeface="A"/>
              </a:rPr>
              <a:t>điện</a:t>
            </a:r>
            <a:r>
              <a:rPr lang="en-US" altLang="zh-CN" sz="2200">
                <a:latin typeface="A"/>
              </a:rPr>
              <a:t> </a:t>
            </a:r>
            <a:r>
              <a:rPr lang="vi-VN" altLang="zh-CN" sz="2200">
                <a:latin typeface="A"/>
              </a:rPr>
              <a:t>hóa:</a:t>
            </a:r>
          </a:p>
          <a:p>
            <a:pPr algn="just" eaLnBrk="1" hangingPunct="1">
              <a:lnSpc>
                <a:spcPct val="150000"/>
              </a:lnSpc>
              <a:spcBef>
                <a:spcPts val="600"/>
              </a:spcBef>
              <a:spcAft>
                <a:spcPts val="600"/>
              </a:spcAft>
              <a:buFont typeface="Wingdings" panose="05000000000000000000" pitchFamily="2" charset="2"/>
              <a:buChar char="Ø"/>
            </a:pPr>
            <a:r>
              <a:rPr lang="en-US" altLang="zh-CN" sz="2200">
                <a:latin typeface="A"/>
              </a:rPr>
              <a:t>Trao đổi electron gián tiếp thông qua dây dẫn kim loại</a:t>
            </a:r>
          </a:p>
          <a:p>
            <a:pPr algn="just" eaLnBrk="1" hangingPunct="1">
              <a:lnSpc>
                <a:spcPct val="150000"/>
              </a:lnSpc>
              <a:spcBef>
                <a:spcPts val="600"/>
              </a:spcBef>
              <a:spcAft>
                <a:spcPts val="600"/>
              </a:spcAft>
              <a:buFont typeface="Wingdings" panose="05000000000000000000" pitchFamily="2" charset="2"/>
              <a:buChar char="Ø"/>
            </a:pPr>
            <a:r>
              <a:rPr lang="en-US" altLang="zh-CN" sz="2200">
                <a:latin typeface="A"/>
              </a:rPr>
              <a:t>Có sự ngăn cách giữa chất oxi hóa – khử</a:t>
            </a:r>
            <a:endParaRPr lang="vi-VN" altLang="zh-CN" sz="2200">
              <a:latin typeface="A"/>
            </a:endParaRPr>
          </a:p>
          <a:p>
            <a:pPr algn="just" eaLnBrk="1" hangingPunct="1">
              <a:lnSpc>
                <a:spcPct val="150000"/>
              </a:lnSpc>
              <a:spcBef>
                <a:spcPts val="600"/>
              </a:spcBef>
              <a:spcAft>
                <a:spcPts val="600"/>
              </a:spcAft>
              <a:buFont typeface="Wingdings" panose="05000000000000000000" pitchFamily="2" charset="2"/>
              <a:buChar char="Ø"/>
            </a:pPr>
            <a:r>
              <a:rPr lang="en-US" altLang="zh-CN" sz="2200">
                <a:latin typeface="A"/>
              </a:rPr>
              <a:t> </a:t>
            </a:r>
            <a:r>
              <a:rPr lang="vi-VN" altLang="zh-CN" sz="2200">
                <a:latin typeface="A"/>
              </a:rPr>
              <a:t>Có</a:t>
            </a:r>
            <a:r>
              <a:rPr lang="en-US" altLang="zh-CN" sz="2200">
                <a:latin typeface="A"/>
              </a:rPr>
              <a:t> sự sinh ra hoặc tiêu thụ </a:t>
            </a:r>
            <a:r>
              <a:rPr lang="vi-VN" altLang="zh-CN" sz="2200">
                <a:latin typeface="A"/>
              </a:rPr>
              <a:t>điện</a:t>
            </a:r>
            <a:r>
              <a:rPr lang="en-US" altLang="zh-CN" sz="2200">
                <a:latin typeface="A"/>
              </a:rPr>
              <a:t> </a:t>
            </a:r>
            <a:r>
              <a:rPr lang="vi-VN" altLang="zh-CN" sz="2200">
                <a:latin typeface="A"/>
              </a:rPr>
              <a:t>năng.</a:t>
            </a:r>
          </a:p>
        </p:txBody>
      </p:sp>
      <p:sp>
        <p:nvSpPr>
          <p:cNvPr id="1741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E4B8E46-1281-4D41-AE84-A1776822586B}" type="slidenum">
              <a:rPr lang="en-US" altLang="ru-RU">
                <a:solidFill>
                  <a:srgbClr val="FFFFFF"/>
                </a:solidFill>
                <a:latin typeface="Arial" panose="020B0604020202020204" pitchFamily="34" charset="0"/>
                <a:cs typeface="Arial" panose="020B0604020202020204" pitchFamily="34" charset="0"/>
              </a:rPr>
              <a:pPr/>
              <a:t>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420688" y="1004888"/>
            <a:ext cx="44450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zh-CN" sz="2300">
                <a:latin typeface="Arial" panose="020B0604020202020204" pitchFamily="34" charset="0"/>
                <a:cs typeface="Arial" panose="020B0604020202020204" pitchFamily="34" charset="0"/>
              </a:rPr>
              <a:t>Hệ điện hoá bao gồm:</a:t>
            </a:r>
          </a:p>
          <a:p>
            <a:pPr algn="just" eaLnBrk="1" hangingPunct="1">
              <a:buFont typeface="Arial" panose="020B0604020202020204" pitchFamily="34" charset="0"/>
              <a:buChar char="•"/>
            </a:pPr>
            <a:r>
              <a:rPr lang="en-US" altLang="zh-CN" sz="2300" b="1">
                <a:latin typeface="Arial" panose="020B0604020202020204" pitchFamily="34" charset="0"/>
                <a:cs typeface="Arial" panose="020B0604020202020204" pitchFamily="34" charset="0"/>
              </a:rPr>
              <a:t>Chất tham gia phản ứng </a:t>
            </a:r>
            <a:r>
              <a:rPr lang="en-US" altLang="zh-CN" sz="2300">
                <a:latin typeface="Arial" panose="020B0604020202020204" pitchFamily="34" charset="0"/>
                <a:cs typeface="Arial" panose="020B0604020202020204" pitchFamily="34" charset="0"/>
              </a:rPr>
              <a:t>(dung dịch, chất rắn, khí,…)</a:t>
            </a:r>
          </a:p>
          <a:p>
            <a:pPr algn="just" eaLnBrk="1" hangingPunct="1">
              <a:buFont typeface="Arial" panose="020B0604020202020204" pitchFamily="34" charset="0"/>
              <a:buChar char="•"/>
            </a:pPr>
            <a:r>
              <a:rPr lang="en-US" altLang="zh-CN" sz="2300" b="1">
                <a:latin typeface="Arial" panose="020B0604020202020204" pitchFamily="34" charset="0"/>
                <a:cs typeface="Arial" panose="020B0604020202020204" pitchFamily="34" charset="0"/>
              </a:rPr>
              <a:t>Hai điện cực: T</a:t>
            </a:r>
            <a:r>
              <a:rPr lang="en-US" altLang="zh-CN" sz="2300">
                <a:latin typeface="Arial" panose="020B0604020202020204" pitchFamily="34" charset="0"/>
                <a:cs typeface="Arial" panose="020B0604020202020204" pitchFamily="34" charset="0"/>
              </a:rPr>
              <a:t>rao đổi electron giữa các chất tham gia phản ứng bị ngăn cách và chuyển dòng electron ra mạch ngoài (dây dẫn kim loại nối hai cực)</a:t>
            </a:r>
          </a:p>
          <a:p>
            <a:pPr algn="just" eaLnBrk="1" hangingPunct="1">
              <a:buFont typeface="Arial" panose="020B0604020202020204" pitchFamily="34" charset="0"/>
              <a:buChar char="•"/>
            </a:pPr>
            <a:r>
              <a:rPr lang="en-US" altLang="zh-CN" sz="2300" b="1">
                <a:latin typeface="Arial" panose="020B0604020202020204" pitchFamily="34" charset="0"/>
                <a:cs typeface="Arial" panose="020B0604020202020204" pitchFamily="34" charset="0"/>
              </a:rPr>
              <a:t>Cầu nối giữa hai dung dịch </a:t>
            </a:r>
            <a:r>
              <a:rPr lang="en-US" altLang="zh-CN" sz="2300">
                <a:latin typeface="Arial" panose="020B0604020202020204" pitchFamily="34" charset="0"/>
                <a:cs typeface="Arial" panose="020B0604020202020204" pitchFamily="34" charset="0"/>
              </a:rPr>
              <a:t>chứa các chất tham gia phản ứng.</a:t>
            </a:r>
          </a:p>
          <a:p>
            <a:pPr algn="just" eaLnBrk="1" hangingPunct="1"/>
            <a:endParaRPr lang="zh-CN" altLang="en-US" sz="2400">
              <a:latin typeface="Arial" panose="020B0604020202020204" pitchFamily="34" charset="0"/>
              <a:cs typeface="Arial" panose="020B0604020202020204" pitchFamily="34" charset="0"/>
            </a:endParaRPr>
          </a:p>
        </p:txBody>
      </p:sp>
      <p:sp>
        <p:nvSpPr>
          <p:cNvPr id="1843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3BD0493-7F57-460C-AF8E-C0F6E732B0F0}" type="slidenum">
              <a:rPr lang="en-US" altLang="ru-RU">
                <a:solidFill>
                  <a:srgbClr val="FFFFFF"/>
                </a:solidFill>
                <a:latin typeface="Arial" panose="020B0604020202020204" pitchFamily="34" charset="0"/>
                <a:cs typeface="Arial" panose="020B0604020202020204" pitchFamily="34" charset="0"/>
              </a:rPr>
              <a:pPr/>
              <a:t>8</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795338" y="169863"/>
            <a:ext cx="4064000" cy="523875"/>
          </a:xfrm>
          <a:prstGeom prst="rect">
            <a:avLst/>
          </a:prstGeom>
          <a:solidFill>
            <a:schemeClr val="accent1">
              <a:lumMod val="40000"/>
              <a:lumOff val="60000"/>
            </a:schemeClr>
          </a:solidFill>
          <a:ln>
            <a:solidFill>
              <a:schemeClr val="tx1"/>
            </a:solidFill>
          </a:ln>
        </p:spPr>
        <p:txBody>
          <a:bodyPr>
            <a:spAutoFit/>
          </a:bodyPr>
          <a:lstStyle>
            <a:lvl1pPr marL="914400" indent="-914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b="1">
                <a:solidFill>
                  <a:srgbClr val="072B39"/>
                </a:solidFill>
              </a:rPr>
              <a:t>1.1.2. </a:t>
            </a:r>
            <a:r>
              <a:rPr lang="en-US" sz="2800" b="1"/>
              <a:t>Hệ điện hóa</a:t>
            </a:r>
            <a:endParaRPr lang="zh-CN" altLang="en-US" sz="2800" b="1">
              <a:solidFill>
                <a:srgbClr val="072B39"/>
              </a:solidFill>
            </a:endParaRPr>
          </a:p>
        </p:txBody>
      </p:sp>
      <p:pic>
        <p:nvPicPr>
          <p:cNvPr id="18437" name="Picture 6" descr="http://matran.vn/media/hoa-hoc/hoa/oszwqtba_1.jpg"/>
          <p:cNvPicPr>
            <a:picLocks noChangeAspect="1" noChangeArrowheads="1"/>
          </p:cNvPicPr>
          <p:nvPr/>
        </p:nvPicPr>
        <p:blipFill>
          <a:blip r:embed="rId2">
            <a:extLst>
              <a:ext uri="{28A0092B-C50C-407E-A947-70E740481C1C}">
                <a14:useLocalDpi xmlns:a14="http://schemas.microsoft.com/office/drawing/2010/main" val="0"/>
              </a:ext>
            </a:extLst>
          </a:blip>
          <a:srcRect b="7607"/>
          <a:stretch>
            <a:fillRect/>
          </a:stretch>
        </p:blipFill>
        <p:spPr bwMode="auto">
          <a:xfrm>
            <a:off x="4865688" y="1341438"/>
            <a:ext cx="4284662"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250825" y="765175"/>
            <a:ext cx="8388350" cy="433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buFont typeface="Arial" panose="020B0604020202020204" pitchFamily="34" charset="0"/>
              <a:buChar char="•"/>
            </a:pPr>
            <a:r>
              <a:rPr lang="en-US" altLang="zh-CN" sz="2300">
                <a:latin typeface="Arial" panose="020B0604020202020204" pitchFamily="34" charset="0"/>
                <a:cs typeface="Arial" panose="020B0604020202020204" pitchFamily="34" charset="0"/>
              </a:rPr>
              <a:t>Là phương pháp phân tích định lượng d</a:t>
            </a:r>
            <a:r>
              <a:rPr lang="vi-VN" altLang="zh-CN" sz="2300">
                <a:latin typeface="Arial" panose="020B0604020202020204" pitchFamily="34" charset="0"/>
                <a:cs typeface="Arial" panose="020B0604020202020204" pitchFamily="34" charset="0"/>
              </a:rPr>
              <a:t>ựa</a:t>
            </a:r>
            <a:r>
              <a:rPr lang="en-US" altLang="zh-CN" sz="2300">
                <a:latin typeface="Arial" panose="020B0604020202020204" pitchFamily="34" charset="0"/>
                <a:cs typeface="Arial" panose="020B0604020202020204" pitchFamily="34" charset="0"/>
              </a:rPr>
              <a:t> </a:t>
            </a:r>
            <a:r>
              <a:rPr lang="vi-VN" altLang="zh-CN" sz="2300">
                <a:latin typeface="Arial" panose="020B0604020202020204" pitchFamily="34" charset="0"/>
                <a:cs typeface="Arial" panose="020B0604020202020204" pitchFamily="34" charset="0"/>
              </a:rPr>
              <a:t>trên</a:t>
            </a:r>
            <a:r>
              <a:rPr lang="en-US" altLang="zh-CN" sz="2300">
                <a:latin typeface="Arial" panose="020B0604020202020204" pitchFamily="34" charset="0"/>
                <a:cs typeface="Arial" panose="020B0604020202020204" pitchFamily="34" charset="0"/>
              </a:rPr>
              <a:t> tính chất điện hóa của dung dịch điện ly. P</a:t>
            </a:r>
            <a:r>
              <a:rPr lang="vi-VN" altLang="zh-CN" sz="2300" b="1">
                <a:latin typeface="Arial" panose="020B0604020202020204" pitchFamily="34" charset="0"/>
                <a:cs typeface="Arial" panose="020B0604020202020204" pitchFamily="34" charset="0"/>
              </a:rPr>
              <a:t>hản</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ứng</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điện</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hóa</a:t>
            </a:r>
            <a:r>
              <a:rPr lang="en-US" altLang="zh-CN" sz="2300">
                <a:latin typeface="Arial" panose="020B0604020202020204" pitchFamily="34" charset="0"/>
                <a:cs typeface="Arial" panose="020B0604020202020204" pitchFamily="34" charset="0"/>
              </a:rPr>
              <a:t> </a:t>
            </a:r>
            <a:r>
              <a:rPr lang="vi-VN" altLang="zh-CN" sz="2300">
                <a:latin typeface="Arial" panose="020B0604020202020204" pitchFamily="34" charset="0"/>
                <a:cs typeface="Arial" panose="020B0604020202020204" pitchFamily="34" charset="0"/>
              </a:rPr>
              <a:t>xảy</a:t>
            </a:r>
            <a:r>
              <a:rPr lang="en-US" altLang="zh-CN" sz="2300">
                <a:latin typeface="Arial" panose="020B0604020202020204" pitchFamily="34" charset="0"/>
                <a:cs typeface="Arial" panose="020B0604020202020204" pitchFamily="34" charset="0"/>
              </a:rPr>
              <a:t> </a:t>
            </a:r>
            <a:r>
              <a:rPr lang="vi-VN" altLang="zh-CN" sz="2300">
                <a:latin typeface="Arial" panose="020B0604020202020204" pitchFamily="34" charset="0"/>
                <a:cs typeface="Arial" panose="020B0604020202020204" pitchFamily="34" charset="0"/>
              </a:rPr>
              <a:t>ra</a:t>
            </a:r>
            <a:r>
              <a:rPr lang="en-US" altLang="zh-CN" sz="2300">
                <a:latin typeface="Arial" panose="020B0604020202020204" pitchFamily="34" charset="0"/>
                <a:cs typeface="Arial" panose="020B0604020202020204" pitchFamily="34" charset="0"/>
              </a:rPr>
              <a:t> </a:t>
            </a:r>
            <a:r>
              <a:rPr lang="vi-VN" altLang="zh-CN" sz="2300">
                <a:latin typeface="Arial" panose="020B0604020202020204" pitchFamily="34" charset="0"/>
                <a:cs typeface="Arial" panose="020B0604020202020204" pitchFamily="34" charset="0"/>
              </a:rPr>
              <a:t>trên</a:t>
            </a:r>
            <a:r>
              <a:rPr lang="en-US" altLang="zh-CN" sz="2300">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ranh</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giới</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tiếp</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xúc</a:t>
            </a:r>
            <a:r>
              <a:rPr lang="en-US" altLang="zh-CN" sz="2300" b="1">
                <a:latin typeface="Arial" panose="020B0604020202020204" pitchFamily="34" charset="0"/>
                <a:cs typeface="Arial" panose="020B0604020202020204" pitchFamily="34" charset="0"/>
              </a:rPr>
              <a:t> </a:t>
            </a:r>
            <a:r>
              <a:rPr lang="vi-VN" altLang="zh-CN" sz="2300">
                <a:latin typeface="Arial" panose="020B0604020202020204" pitchFamily="34" charset="0"/>
                <a:cs typeface="Arial" panose="020B0604020202020204" pitchFamily="34" charset="0"/>
              </a:rPr>
              <a:t>giữa</a:t>
            </a:r>
            <a:r>
              <a:rPr lang="en-US" altLang="zh-CN" sz="2300">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các</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cực</a:t>
            </a:r>
            <a:r>
              <a:rPr lang="en-US" altLang="zh-CN" sz="2300" b="1">
                <a:latin typeface="Arial" panose="020B0604020202020204" pitchFamily="34" charset="0"/>
                <a:cs typeface="Arial" panose="020B0604020202020204" pitchFamily="34" charset="0"/>
              </a:rPr>
              <a:t> </a:t>
            </a:r>
            <a:r>
              <a:rPr lang="en-US" altLang="zh-CN" sz="2300">
                <a:latin typeface="Arial" panose="020B0604020202020204" pitchFamily="34" charset="0"/>
                <a:cs typeface="Arial" panose="020B0604020202020204" pitchFamily="34" charset="0"/>
              </a:rPr>
              <a:t>và </a:t>
            </a:r>
            <a:r>
              <a:rPr lang="vi-VN" altLang="zh-CN" sz="2300" b="1">
                <a:latin typeface="Arial" panose="020B0604020202020204" pitchFamily="34" charset="0"/>
                <a:cs typeface="Arial" panose="020B0604020202020204" pitchFamily="34" charset="0"/>
              </a:rPr>
              <a:t>dung dịch</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phân</a:t>
            </a:r>
            <a:r>
              <a:rPr lang="en-US" altLang="zh-CN" sz="2300" b="1">
                <a:latin typeface="Arial" panose="020B0604020202020204" pitchFamily="34" charset="0"/>
                <a:cs typeface="Arial" panose="020B0604020202020204" pitchFamily="34" charset="0"/>
              </a:rPr>
              <a:t> </a:t>
            </a:r>
            <a:r>
              <a:rPr lang="vi-VN" altLang="zh-CN" sz="2300" b="1">
                <a:latin typeface="Arial" panose="020B0604020202020204" pitchFamily="34" charset="0"/>
                <a:cs typeface="Arial" panose="020B0604020202020204" pitchFamily="34" charset="0"/>
              </a:rPr>
              <a:t>tích</a:t>
            </a:r>
            <a:r>
              <a:rPr lang="vi-VN" altLang="zh-CN" sz="2300">
                <a:latin typeface="Arial" panose="020B0604020202020204" pitchFamily="34" charset="0"/>
                <a:cs typeface="Arial" panose="020B0604020202020204" pitchFamily="34" charset="0"/>
              </a:rPr>
              <a:t>.</a:t>
            </a:r>
            <a:endParaRPr lang="en-US" altLang="zh-CN" sz="2300">
              <a:latin typeface="Arial" panose="020B0604020202020204" pitchFamily="34" charset="0"/>
              <a:cs typeface="Arial" panose="020B0604020202020204" pitchFamily="34" charset="0"/>
            </a:endParaRPr>
          </a:p>
          <a:p>
            <a:pPr algn="just" eaLnBrk="1" hangingPunct="1"/>
            <a:endParaRPr lang="en-US" altLang="zh-CN" sz="2300">
              <a:latin typeface="Arial" panose="020B0604020202020204" pitchFamily="34" charset="0"/>
              <a:cs typeface="Arial" panose="020B0604020202020204" pitchFamily="34" charset="0"/>
            </a:endParaRPr>
          </a:p>
          <a:p>
            <a:pPr algn="just" eaLnBrk="1" hangingPunct="1">
              <a:buFont typeface="Arial" panose="020B0604020202020204" pitchFamily="34" charset="0"/>
              <a:buChar char="•"/>
            </a:pPr>
            <a:r>
              <a:rPr lang="en-US" altLang="zh-CN" sz="2300" b="1">
                <a:latin typeface="Arial" panose="020B0604020202020204" pitchFamily="34" charset="0"/>
                <a:cs typeface="Arial" panose="020B0604020202020204" pitchFamily="34" charset="0"/>
              </a:rPr>
              <a:t>Chất phân tích </a:t>
            </a:r>
            <a:r>
              <a:rPr lang="vi-VN" altLang="zh-CN" sz="2300">
                <a:latin typeface="Arial" panose="020B0604020202020204" pitchFamily="34" charset="0"/>
                <a:cs typeface="Arial" panose="020B0604020202020204" pitchFamily="34" charset="0"/>
              </a:rPr>
              <a:t>đượ</a:t>
            </a:r>
            <a:r>
              <a:rPr lang="en-US" altLang="zh-CN" sz="2300">
                <a:latin typeface="Arial" panose="020B0604020202020204" pitchFamily="34" charset="0"/>
                <a:cs typeface="Arial" panose="020B0604020202020204" pitchFamily="34" charset="0"/>
              </a:rPr>
              <a:t>c hòa tan thành dung dịch bằng dung môi nước hoặc khác nước.</a:t>
            </a:r>
          </a:p>
          <a:p>
            <a:pPr algn="just" eaLnBrk="1" hangingPunct="1">
              <a:buFont typeface="Arial" panose="020B0604020202020204" pitchFamily="34" charset="0"/>
              <a:buChar char="•"/>
            </a:pPr>
            <a:r>
              <a:rPr lang="en-US" altLang="zh-CN" sz="2300">
                <a:latin typeface="Arial" panose="020B0604020202020204" pitchFamily="34" charset="0"/>
                <a:cs typeface="Arial" panose="020B0604020202020204" pitchFamily="34" charset="0"/>
              </a:rPr>
              <a:t>Hệ điện hóa có 2 hoặc 3 </a:t>
            </a:r>
            <a:r>
              <a:rPr lang="vi-VN" altLang="zh-CN" sz="2300">
                <a:latin typeface="Arial" panose="020B0604020202020204" pitchFamily="34" charset="0"/>
                <a:cs typeface="Arial" panose="020B0604020202020204" pitchFamily="34" charset="0"/>
              </a:rPr>
              <a:t>đ</a:t>
            </a:r>
            <a:r>
              <a:rPr lang="en-US" altLang="zh-CN" sz="2300">
                <a:latin typeface="Arial" panose="020B0604020202020204" pitchFamily="34" charset="0"/>
                <a:cs typeface="Arial" panose="020B0604020202020204" pitchFamily="34" charset="0"/>
              </a:rPr>
              <a:t>iện cực. </a:t>
            </a:r>
          </a:p>
          <a:p>
            <a:pPr algn="just" eaLnBrk="1" hangingPunct="1">
              <a:buFont typeface="Arial" panose="020B0604020202020204" pitchFamily="34" charset="0"/>
              <a:buChar char="•"/>
            </a:pPr>
            <a:endParaRPr lang="en-US" altLang="zh-CN" sz="2300">
              <a:latin typeface="Arial" panose="020B0604020202020204" pitchFamily="34" charset="0"/>
              <a:cs typeface="Arial" panose="020B0604020202020204" pitchFamily="34" charset="0"/>
            </a:endParaRPr>
          </a:p>
          <a:p>
            <a:pPr algn="just" eaLnBrk="1" hangingPunct="1">
              <a:buFont typeface="Arial" panose="020B0604020202020204" pitchFamily="34" charset="0"/>
              <a:buChar char="•"/>
            </a:pPr>
            <a:r>
              <a:rPr lang="en-US" altLang="zh-CN" sz="2300">
                <a:latin typeface="Arial" panose="020B0604020202020204" pitchFamily="34" charset="0"/>
                <a:cs typeface="Arial" panose="020B0604020202020204" pitchFamily="34" charset="0"/>
              </a:rPr>
              <a:t>Các </a:t>
            </a:r>
            <a:r>
              <a:rPr lang="vi-VN" altLang="zh-CN" sz="2300">
                <a:latin typeface="Arial" panose="020B0604020202020204" pitchFamily="34" charset="0"/>
                <a:cs typeface="Arial" panose="020B0604020202020204" pitchFamily="34" charset="0"/>
              </a:rPr>
              <a:t>đ</a:t>
            </a:r>
            <a:r>
              <a:rPr lang="en-US" altLang="zh-CN" sz="2300">
                <a:latin typeface="Arial" panose="020B0604020202020204" pitchFamily="34" charset="0"/>
                <a:cs typeface="Arial" panose="020B0604020202020204" pitchFamily="34" charset="0"/>
              </a:rPr>
              <a:t>iện cực này </a:t>
            </a:r>
            <a:r>
              <a:rPr lang="vi-VN" altLang="zh-CN" sz="2300">
                <a:latin typeface="Arial" panose="020B0604020202020204" pitchFamily="34" charset="0"/>
                <a:cs typeface="Arial" panose="020B0604020202020204" pitchFamily="34" charset="0"/>
              </a:rPr>
              <a:t>đượ</a:t>
            </a:r>
            <a:r>
              <a:rPr lang="en-US" altLang="zh-CN" sz="2300">
                <a:latin typeface="Arial" panose="020B0604020202020204" pitchFamily="34" charset="0"/>
                <a:cs typeface="Arial" panose="020B0604020202020204" pitchFamily="34" charset="0"/>
              </a:rPr>
              <a:t>c nối với các máy ghi </a:t>
            </a:r>
            <a:r>
              <a:rPr lang="vi-VN" altLang="zh-CN" sz="2300">
                <a:latin typeface="Arial" panose="020B0604020202020204" pitchFamily="34" charset="0"/>
                <a:cs typeface="Arial" panose="020B0604020202020204" pitchFamily="34" charset="0"/>
              </a:rPr>
              <a:t>đ</a:t>
            </a:r>
            <a:r>
              <a:rPr lang="en-US" altLang="zh-CN" sz="2300">
                <a:latin typeface="Arial" panose="020B0604020202020204" pitchFamily="34" charset="0"/>
                <a:cs typeface="Arial" panose="020B0604020202020204" pitchFamily="34" charset="0"/>
              </a:rPr>
              <a:t>o để đo sự </a:t>
            </a:r>
            <a:r>
              <a:rPr lang="en-US" altLang="zh-CN" sz="2300" b="1">
                <a:latin typeface="Arial" panose="020B0604020202020204" pitchFamily="34" charset="0"/>
                <a:cs typeface="Arial" panose="020B0604020202020204" pitchFamily="34" charset="0"/>
              </a:rPr>
              <a:t>biến thiên điện thế E </a:t>
            </a:r>
            <a:r>
              <a:rPr lang="en-US" altLang="zh-CN" sz="2300">
                <a:latin typeface="Arial" panose="020B0604020202020204" pitchFamily="34" charset="0"/>
                <a:cs typeface="Arial" panose="020B0604020202020204" pitchFamily="34" charset="0"/>
              </a:rPr>
              <a:t>giữa hai điện cực hoặc c</a:t>
            </a:r>
            <a:r>
              <a:rPr lang="en-US" altLang="zh-CN" sz="2300" b="1">
                <a:latin typeface="Arial" panose="020B0604020202020204" pitchFamily="34" charset="0"/>
                <a:cs typeface="Arial" panose="020B0604020202020204" pitchFamily="34" charset="0"/>
              </a:rPr>
              <a:t>ường độ dòng I</a:t>
            </a:r>
            <a:r>
              <a:rPr lang="en-US" altLang="zh-CN" sz="2300">
                <a:latin typeface="Arial" panose="020B0604020202020204" pitchFamily="34" charset="0"/>
                <a:cs typeface="Arial" panose="020B0604020202020204" pitchFamily="34" charset="0"/>
              </a:rPr>
              <a:t> theo </a:t>
            </a:r>
            <a:r>
              <a:rPr lang="en-US" altLang="zh-CN" sz="2300" b="1">
                <a:latin typeface="Arial" panose="020B0604020202020204" pitchFamily="34" charset="0"/>
                <a:cs typeface="Arial" panose="020B0604020202020204" pitchFamily="34" charset="0"/>
              </a:rPr>
              <a:t>nồng độ chất phân tích</a:t>
            </a:r>
            <a:r>
              <a:rPr lang="en-US" altLang="zh-CN" sz="2300">
                <a:latin typeface="Arial" panose="020B0604020202020204" pitchFamily="34" charset="0"/>
                <a:cs typeface="Arial" panose="020B0604020202020204" pitchFamily="34" charset="0"/>
              </a:rPr>
              <a:t>.   </a:t>
            </a:r>
            <a:endParaRPr lang="zh-CN" altLang="en-US" sz="2300">
              <a:latin typeface="Arial" panose="020B0604020202020204" pitchFamily="34" charset="0"/>
              <a:cs typeface="Arial" panose="020B0604020202020204" pitchFamily="34" charset="0"/>
            </a:endParaRPr>
          </a:p>
        </p:txBody>
      </p:sp>
      <p:sp>
        <p:nvSpPr>
          <p:cNvPr id="1945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E9E7131-43B3-4C61-8A88-C84C02621F98}" type="slidenum">
              <a:rPr lang="en-US" altLang="ru-RU">
                <a:solidFill>
                  <a:srgbClr val="FFFFFF"/>
                </a:solidFill>
                <a:latin typeface="Arial" panose="020B0604020202020204" pitchFamily="34" charset="0"/>
                <a:cs typeface="Arial" panose="020B0604020202020204" pitchFamily="34" charset="0"/>
              </a:rPr>
              <a:pPr/>
              <a:t>9</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395288" y="188913"/>
            <a:ext cx="3816350" cy="523875"/>
          </a:xfrm>
          <a:prstGeom prst="rect">
            <a:avLst/>
          </a:prstGeom>
          <a:solidFill>
            <a:schemeClr val="accent1">
              <a:lumMod val="40000"/>
              <a:lumOff val="60000"/>
            </a:schemeClr>
          </a:solidFill>
          <a:ln>
            <a:solidFill>
              <a:schemeClr val="tx1"/>
            </a:solidFill>
          </a:ln>
        </p:spPr>
        <p:txBody>
          <a:bodyPr>
            <a:spAutoFit/>
          </a:bodyPr>
          <a:lstStyle>
            <a:lvl1pPr marL="914400" indent="-914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b="1">
                <a:solidFill>
                  <a:srgbClr val="072B39"/>
                </a:solidFill>
              </a:rPr>
              <a:t>Phân tích</a:t>
            </a:r>
            <a:r>
              <a:rPr lang="en-US" sz="2800" b="1"/>
              <a:t> điện hóa</a:t>
            </a:r>
            <a:endParaRPr lang="zh-CN" altLang="en-US" sz="2800" b="1">
              <a:solidFill>
                <a:srgbClr val="072B39"/>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54100" y="1276350"/>
            <a:ext cx="7634288" cy="461963"/>
          </a:xfrm>
          <a:prstGeom prst="rect">
            <a:avLst/>
          </a:prstGeom>
          <a:solidFill>
            <a:schemeClr val="accent1">
              <a:lumMod val="40000"/>
              <a:lumOff val="60000"/>
            </a:schemeClr>
          </a:solidFill>
          <a:ln>
            <a:solidFill>
              <a:schemeClr val="tx1"/>
            </a:solidFill>
          </a:ln>
        </p:spPr>
        <p:txBody>
          <a:bodyPr>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400" b="1"/>
              <a:t>1.1.3.1. Pin điện (n</a:t>
            </a:r>
            <a:r>
              <a:rPr lang="en-US" altLang="zh-CN" sz="2400" b="1"/>
              <a:t>guyên tố </a:t>
            </a:r>
            <a:r>
              <a:rPr lang="vi-VN" altLang="zh-CN" sz="2400" b="1">
                <a:latin typeface="Arial" panose="020B0604020202020204" pitchFamily="34" charset="0"/>
              </a:rPr>
              <a:t>đ</a:t>
            </a:r>
            <a:r>
              <a:rPr lang="en-US" altLang="zh-CN" sz="2400" b="1"/>
              <a:t>iện hóa</a:t>
            </a:r>
            <a:r>
              <a:rPr lang="vi-VN" sz="2400" b="1">
                <a:latin typeface="Arial" panose="020B0604020202020204" pitchFamily="34" charset="0"/>
                <a:ea typeface="SimSun" panose="02010600030101010101" pitchFamily="2" charset="-122"/>
              </a:rPr>
              <a:t> Gavanic</a:t>
            </a:r>
            <a:r>
              <a:rPr lang="en-US" sz="2400" b="1">
                <a:ea typeface="SimSun" panose="02010600030101010101" pitchFamily="2" charset="-122"/>
              </a:rPr>
              <a:t>)</a:t>
            </a:r>
            <a:endParaRPr lang="en-US" altLang="zh-CN" sz="2400" b="1"/>
          </a:p>
        </p:txBody>
      </p:sp>
      <p:sp>
        <p:nvSpPr>
          <p:cNvPr id="20483" name="Rectangle 3"/>
          <p:cNvSpPr>
            <a:spLocks noChangeArrowheads="1"/>
          </p:cNvSpPr>
          <p:nvPr/>
        </p:nvSpPr>
        <p:spPr bwMode="auto">
          <a:xfrm>
            <a:off x="1185863" y="1763713"/>
            <a:ext cx="75025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200">
                <a:latin typeface="Arial" panose="020B0604020202020204" pitchFamily="34" charset="0"/>
                <a:cs typeface="Arial" panose="020B0604020202020204" pitchFamily="34" charset="0"/>
              </a:rPr>
              <a:t>Pin điện (Gavanic):</a:t>
            </a:r>
            <a:r>
              <a:rPr lang="en-US" altLang="zh-CN" sz="2200" b="1">
                <a:latin typeface="Arial" panose="020B0604020202020204" pitchFamily="34" charset="0"/>
                <a:cs typeface="Arial" panose="020B0604020202020204" pitchFamily="34" charset="0"/>
              </a:rPr>
              <a:t> </a:t>
            </a:r>
            <a:r>
              <a:rPr lang="en-US" altLang="zh-CN" sz="2200">
                <a:latin typeface="Arial" panose="020B0604020202020204" pitchFamily="34" charset="0"/>
                <a:cs typeface="Arial" panose="020B0604020202020204" pitchFamily="34" charset="0"/>
              </a:rPr>
              <a:t>là hệ gồm 2 điện cực ghép với nhau. Ký hiệu nguyên tố điện hoá như sau: M</a:t>
            </a:r>
            <a:r>
              <a:rPr lang="en-US" altLang="zh-CN" sz="2200" baseline="-25000">
                <a:latin typeface="Arial" panose="020B0604020202020204" pitchFamily="34" charset="0"/>
                <a:cs typeface="Arial" panose="020B0604020202020204" pitchFamily="34" charset="0"/>
              </a:rPr>
              <a:t>1</a:t>
            </a:r>
            <a:r>
              <a:rPr lang="en-US" altLang="zh-CN" sz="2200">
                <a:latin typeface="Arial" panose="020B0604020202020204" pitchFamily="34" charset="0"/>
                <a:cs typeface="Arial" panose="020B0604020202020204" pitchFamily="34" charset="0"/>
              </a:rPr>
              <a:t>/M</a:t>
            </a:r>
            <a:r>
              <a:rPr lang="en-US" altLang="zh-CN" sz="2200" baseline="-25000">
                <a:latin typeface="Arial" panose="020B0604020202020204" pitchFamily="34" charset="0"/>
                <a:cs typeface="Arial" panose="020B0604020202020204" pitchFamily="34" charset="0"/>
              </a:rPr>
              <a:t>1</a:t>
            </a:r>
            <a:r>
              <a:rPr lang="en-US" altLang="zh-CN" sz="2200" baseline="30000">
                <a:latin typeface="Arial" panose="020B0604020202020204" pitchFamily="34" charset="0"/>
                <a:cs typeface="Arial" panose="020B0604020202020204" pitchFamily="34" charset="0"/>
              </a:rPr>
              <a:t>n+</a:t>
            </a:r>
            <a:r>
              <a:rPr lang="en-US" altLang="zh-CN" sz="2200">
                <a:latin typeface="Arial" panose="020B0604020202020204" pitchFamily="34" charset="0"/>
                <a:cs typeface="Arial" panose="020B0604020202020204" pitchFamily="34" charset="0"/>
              </a:rPr>
              <a:t>//M</a:t>
            </a:r>
            <a:r>
              <a:rPr lang="en-US" altLang="zh-CN" sz="2200" baseline="-25000">
                <a:latin typeface="Arial" panose="020B0604020202020204" pitchFamily="34" charset="0"/>
                <a:cs typeface="Arial" panose="020B0604020202020204" pitchFamily="34" charset="0"/>
              </a:rPr>
              <a:t>2</a:t>
            </a:r>
            <a:r>
              <a:rPr lang="en-US" altLang="zh-CN" sz="2200" baseline="30000">
                <a:latin typeface="Arial" panose="020B0604020202020204" pitchFamily="34" charset="0"/>
                <a:cs typeface="Arial" panose="020B0604020202020204" pitchFamily="34" charset="0"/>
              </a:rPr>
              <a:t>m+</a:t>
            </a:r>
            <a:r>
              <a:rPr lang="en-US" altLang="zh-CN" sz="2200">
                <a:latin typeface="Arial" panose="020B0604020202020204" pitchFamily="34" charset="0"/>
                <a:cs typeface="Arial" panose="020B0604020202020204" pitchFamily="34" charset="0"/>
              </a:rPr>
              <a:t>/M</a:t>
            </a:r>
            <a:r>
              <a:rPr lang="en-US" altLang="zh-CN" sz="2200" baseline="-25000">
                <a:latin typeface="Arial" panose="020B0604020202020204" pitchFamily="34" charset="0"/>
                <a:cs typeface="Arial" panose="020B0604020202020204" pitchFamily="34" charset="0"/>
              </a:rPr>
              <a:t>2</a:t>
            </a:r>
            <a:r>
              <a:rPr lang="en-US" altLang="zh-CN" sz="2200">
                <a:latin typeface="Arial" panose="020B0604020202020204" pitchFamily="34" charset="0"/>
                <a:cs typeface="Arial" panose="020B0604020202020204" pitchFamily="34" charset="0"/>
              </a:rPr>
              <a:t>. </a:t>
            </a:r>
            <a:endParaRPr lang="en-US" altLang="zh-CN" sz="2200">
              <a:latin typeface="Arial" panose="020B0604020202020204" pitchFamily="34" charset="0"/>
              <a:cs typeface="Arial" panose="020B0604020202020204" pitchFamily="34" charset="0"/>
              <a:sym typeface="Symbol" panose="05050102010706020507" pitchFamily="18" charset="2"/>
            </a:endParaRPr>
          </a:p>
        </p:txBody>
      </p:sp>
      <p:pic>
        <p:nvPicPr>
          <p:cNvPr id="204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3141663"/>
            <a:ext cx="56896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BC24CEF-F9B2-4B1E-A122-D807C09D1150}" type="slidenum">
              <a:rPr lang="en-US" altLang="ru-RU">
                <a:solidFill>
                  <a:srgbClr val="FFFFFF"/>
                </a:solidFill>
                <a:latin typeface="Arial" panose="020B0604020202020204" pitchFamily="34" charset="0"/>
                <a:cs typeface="Arial" panose="020B0604020202020204" pitchFamily="34" charset="0"/>
              </a:rPr>
              <a:pPr/>
              <a:t>10</a:t>
            </a:fld>
            <a:endParaRPr lang="en-US" altLang="ru-RU">
              <a:solidFill>
                <a:srgbClr val="FFFFFF"/>
              </a:solidFill>
              <a:latin typeface="Arial" panose="020B0604020202020204" pitchFamily="34" charset="0"/>
              <a:cs typeface="Arial" panose="020B0604020202020204" pitchFamily="34" charset="0"/>
            </a:endParaRPr>
          </a:p>
        </p:txBody>
      </p:sp>
      <p:sp>
        <p:nvSpPr>
          <p:cNvPr id="20486" name="Rectangle 2"/>
          <p:cNvSpPr>
            <a:spLocks noChangeArrowheads="1"/>
          </p:cNvSpPr>
          <p:nvPr/>
        </p:nvSpPr>
        <p:spPr bwMode="auto">
          <a:xfrm>
            <a:off x="1076325" y="177800"/>
            <a:ext cx="7612063" cy="892175"/>
          </a:xfrm>
          <a:prstGeom prst="rect">
            <a:avLst/>
          </a:prstGeom>
          <a:solidFill>
            <a:srgbClr val="FFFF00"/>
          </a:solidFill>
          <a:ln w="9525">
            <a:solidFill>
              <a:schemeClr val="tx1"/>
            </a:solidFill>
            <a:miter lim="800000"/>
            <a:headEnd/>
            <a:tailEnd/>
          </a:ln>
        </p:spPr>
        <p:txBody>
          <a:bodyPr>
            <a:spAutoFit/>
          </a:bodyPr>
          <a:lstStyle>
            <a:lvl1pPr marL="914400" indent="-914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en-US" sz="2600" b="1">
                <a:solidFill>
                  <a:srgbClr val="155679"/>
                </a:solidFill>
                <a:latin typeface="Arial" panose="020B0604020202020204" pitchFamily="34" charset="0"/>
                <a:ea typeface="SimSun" panose="02010600030101010101" pitchFamily="2" charset="-122"/>
                <a:cs typeface="Arial" panose="020B0604020202020204" pitchFamily="34" charset="0"/>
              </a:rPr>
              <a:t>1.1.3. </a:t>
            </a:r>
            <a:r>
              <a:rPr lang="vi-VN" altLang="en-US" sz="2600" b="1">
                <a:solidFill>
                  <a:srgbClr val="155679"/>
                </a:solidFill>
                <a:latin typeface="Arial" panose="020B0604020202020204" pitchFamily="34" charset="0"/>
                <a:ea typeface="SimSun" panose="02010600030101010101" pitchFamily="2" charset="-122"/>
                <a:cs typeface="Arial" panose="020B0604020202020204" pitchFamily="34" charset="0"/>
              </a:rPr>
              <a:t>Phân biệt pin điện</a:t>
            </a:r>
            <a:r>
              <a:rPr lang="en-US" altLang="en-US" sz="2600" b="1">
                <a:solidFill>
                  <a:srgbClr val="155679"/>
                </a:solidFill>
                <a:latin typeface="Arial" panose="020B0604020202020204" pitchFamily="34" charset="0"/>
                <a:ea typeface="SimSun" panose="02010600030101010101" pitchFamily="2" charset="-122"/>
                <a:cs typeface="Arial" panose="020B0604020202020204" pitchFamily="34" charset="0"/>
              </a:rPr>
              <a:t> </a:t>
            </a:r>
            <a:r>
              <a:rPr lang="vi-VN" altLang="en-US" sz="2600" b="1">
                <a:solidFill>
                  <a:srgbClr val="155679"/>
                </a:solidFill>
                <a:latin typeface="Arial" panose="020B0604020202020204" pitchFamily="34" charset="0"/>
                <a:ea typeface="SimSun" panose="02010600030101010101" pitchFamily="2" charset="-122"/>
                <a:cs typeface="Arial" panose="020B0604020202020204" pitchFamily="34" charset="0"/>
              </a:rPr>
              <a:t>(nguyên tố điện hoá Gavanic) và bình điện hóa (sự điện phân)</a:t>
            </a:r>
            <a:endParaRPr lang="en-US" altLang="en-US" sz="2600" b="1">
              <a:solidFill>
                <a:srgbClr val="155679"/>
              </a:solidFill>
              <a:latin typeface="Arial" panose="020B0604020202020204" pitchFamily="34" charset="0"/>
              <a:ea typeface="SimSun" panose="0201060003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ChangeArrowheads="1"/>
          </p:cNvSpPr>
          <p:nvPr/>
        </p:nvSpPr>
        <p:spPr bwMode="auto">
          <a:xfrm>
            <a:off x="1341438" y="620713"/>
            <a:ext cx="72421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60000"/>
              </a:lnSpc>
              <a:spcBef>
                <a:spcPct val="30000"/>
              </a:spcBef>
            </a:pPr>
            <a:r>
              <a:rPr lang="en-US" altLang="zh-CN" sz="2200">
                <a:latin typeface="Arial" panose="020B0604020202020204" pitchFamily="34" charset="0"/>
                <a:cs typeface="Arial" panose="020B0604020202020204" pitchFamily="34" charset="0"/>
              </a:rPr>
              <a:t>Trường hợp 1: </a:t>
            </a:r>
            <a:r>
              <a:rPr lang="en-US" altLang="zh-CN" sz="2200" b="1">
                <a:latin typeface="Arial" panose="020B0604020202020204" pitchFamily="34" charset="0"/>
                <a:cs typeface="Arial" panose="020B0604020202020204" pitchFamily="34" charset="0"/>
              </a:rPr>
              <a:t>không nối 2 điện cực </a:t>
            </a:r>
            <a:r>
              <a:rPr lang="en-US" altLang="zh-CN" sz="2200">
                <a:latin typeface="Arial" panose="020B0604020202020204" pitchFamily="34" charset="0"/>
                <a:cs typeface="Arial" panose="020B0604020202020204" pitchFamily="34" charset="0"/>
              </a:rPr>
              <a:t>với nhau.</a:t>
            </a:r>
          </a:p>
          <a:p>
            <a:pPr eaLnBrk="1" hangingPunct="1">
              <a:buFont typeface="Wingdings" panose="05000000000000000000" pitchFamily="2" charset="2"/>
              <a:buChar char="Ø"/>
            </a:pPr>
            <a:r>
              <a:rPr lang="en-US" altLang="zh-CN" sz="2200">
                <a:latin typeface="Arial" panose="020B0604020202020204" pitchFamily="34" charset="0"/>
                <a:cs typeface="Arial" panose="020B0604020202020204" pitchFamily="34" charset="0"/>
              </a:rPr>
              <a:t> Nguyên tố điện hoá không hoạt động </a:t>
            </a:r>
          </a:p>
          <a:p>
            <a:pPr eaLnBrk="1" hangingPunct="1">
              <a:buFont typeface="Wingdings" panose="05000000000000000000" pitchFamily="2" charset="2"/>
              <a:buChar char="Ø"/>
            </a:pPr>
            <a:r>
              <a:rPr lang="en-US" altLang="zh-CN" sz="2200">
                <a:latin typeface="Arial" panose="020B0604020202020204" pitchFamily="34" charset="0"/>
                <a:cs typeface="Arial" panose="020B0604020202020204" pitchFamily="34" charset="0"/>
              </a:rPr>
              <a:t> Trên 2 điện cực luôn luôn xảy ra các cân bằng </a:t>
            </a:r>
          </a:p>
        </p:txBody>
      </p:sp>
      <p:pic>
        <p:nvPicPr>
          <p:cNvPr id="215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2263775"/>
            <a:ext cx="4562475"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1CFB0E7-37F1-4023-A39E-2795AC95F413}" type="slidenum">
              <a:rPr lang="en-US" altLang="ru-RU">
                <a:solidFill>
                  <a:srgbClr val="FFFFFF"/>
                </a:solidFill>
                <a:latin typeface="Arial" panose="020B0604020202020204" pitchFamily="34" charset="0"/>
                <a:cs typeface="Arial" panose="020B0604020202020204" pitchFamily="34" charset="0"/>
              </a:rPr>
              <a:pPr/>
              <a:t>11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755650" y="115888"/>
            <a:ext cx="7858125"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60000"/>
              </a:lnSpc>
              <a:spcBef>
                <a:spcPct val="30000"/>
              </a:spcBef>
            </a:pPr>
            <a:r>
              <a:rPr lang="en-US" altLang="zh-CN" sz="2200">
                <a:latin typeface="Arial" panose="020B0604020202020204" pitchFamily="34" charset="0"/>
                <a:cs typeface="Arial" panose="020B0604020202020204" pitchFamily="34" charset="0"/>
              </a:rPr>
              <a:t>Trường hợp 2: </a:t>
            </a:r>
            <a:r>
              <a:rPr lang="en-US" altLang="zh-CN" sz="2200" b="1">
                <a:latin typeface="Arial" panose="020B0604020202020204" pitchFamily="34" charset="0"/>
                <a:cs typeface="Arial" panose="020B0604020202020204" pitchFamily="34" charset="0"/>
              </a:rPr>
              <a:t>nối 2 điện cực </a:t>
            </a:r>
            <a:r>
              <a:rPr lang="en-US" altLang="zh-CN" sz="2200">
                <a:latin typeface="Arial" panose="020B0604020202020204" pitchFamily="34" charset="0"/>
                <a:cs typeface="Arial" panose="020B0604020202020204" pitchFamily="34" charset="0"/>
              </a:rPr>
              <a:t>với nhau.</a:t>
            </a:r>
          </a:p>
          <a:p>
            <a:pPr eaLnBrk="1" hangingPunct="1">
              <a:buFont typeface="Wingdings" panose="05000000000000000000" pitchFamily="2" charset="2"/>
              <a:buChar char="Ø"/>
            </a:pPr>
            <a:r>
              <a:rPr lang="en-US" altLang="zh-CN" sz="2200">
                <a:latin typeface="Arial" panose="020B0604020202020204" pitchFamily="34" charset="0"/>
                <a:cs typeface="Arial" panose="020B0604020202020204" pitchFamily="34" charset="0"/>
              </a:rPr>
              <a:t> Nguyên tố điện hoá hoạt động </a:t>
            </a:r>
          </a:p>
          <a:p>
            <a:pPr eaLnBrk="1" hangingPunct="1">
              <a:buFont typeface="Wingdings" panose="05000000000000000000" pitchFamily="2" charset="2"/>
              <a:buChar char="Ø"/>
            </a:pPr>
            <a:r>
              <a:rPr lang="en-US" altLang="zh-CN" sz="2200">
                <a:latin typeface="Arial" panose="020B0604020202020204" pitchFamily="34" charset="0"/>
                <a:cs typeface="Arial" panose="020B0604020202020204" pitchFamily="34" charset="0"/>
              </a:rPr>
              <a:t> Trong mạch xuất hiện dòng điện vì cân bằng trên 2 điện cực bị phá vỡ.</a:t>
            </a:r>
            <a:endParaRPr lang="en-US" altLang="zh-CN" sz="2200">
              <a:latin typeface="Arial" panose="020B0604020202020204" pitchFamily="34" charset="0"/>
              <a:cs typeface="Arial" panose="020B0604020202020204" pitchFamily="34" charset="0"/>
              <a:sym typeface="Symbol" panose="05050102010706020507" pitchFamily="18" charset="2"/>
            </a:endParaRPr>
          </a:p>
        </p:txBody>
      </p:sp>
      <p:pic>
        <p:nvPicPr>
          <p:cNvPr id="225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1100" y="1700213"/>
            <a:ext cx="5072063"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D16BF8A-3B5F-44AD-939E-F352AECC596C}" type="slidenum">
              <a:rPr lang="en-US" altLang="ru-RU">
                <a:solidFill>
                  <a:srgbClr val="FFFFFF"/>
                </a:solidFill>
                <a:latin typeface="Arial" panose="020B0604020202020204" pitchFamily="34" charset="0"/>
                <a:cs typeface="Arial" panose="020B0604020202020204" pitchFamily="34" charset="0"/>
              </a:rPr>
              <a:pPr/>
              <a:t>12</a:t>
            </a:fld>
            <a:endParaRPr lang="en-US" altLang="ru-RU">
              <a:solidFill>
                <a:srgbClr val="FFFFFF"/>
              </a:solidFill>
              <a:latin typeface="Arial" panose="020B0604020202020204" pitchFamily="34" charset="0"/>
              <a:cs typeface="Arial" panose="020B0604020202020204" pitchFamily="34" charset="0"/>
            </a:endParaRPr>
          </a:p>
        </p:txBody>
      </p:sp>
      <p:sp>
        <p:nvSpPr>
          <p:cNvPr id="22533" name="TextBox 2"/>
          <p:cNvSpPr txBox="1">
            <a:spLocks noChangeArrowheads="1"/>
          </p:cNvSpPr>
          <p:nvPr/>
        </p:nvSpPr>
        <p:spPr bwMode="auto">
          <a:xfrm>
            <a:off x="323850" y="4365625"/>
            <a:ext cx="23066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200">
                <a:solidFill>
                  <a:srgbClr val="FF0000"/>
                </a:solidFill>
                <a:latin typeface="Arial" panose="020B0604020202020204" pitchFamily="34" charset="0"/>
                <a:cs typeface="Arial" panose="020B0604020202020204" pitchFamily="34" charset="0"/>
              </a:rPr>
              <a:t>Zn</a:t>
            </a:r>
            <a:r>
              <a:rPr lang="en-US" altLang="ru-RU" sz="2200" baseline="30000">
                <a:solidFill>
                  <a:srgbClr val="FF0000"/>
                </a:solidFill>
                <a:latin typeface="Arial" panose="020B0604020202020204" pitchFamily="34" charset="0"/>
                <a:cs typeface="Arial" panose="020B0604020202020204" pitchFamily="34" charset="0"/>
              </a:rPr>
              <a:t>0</a:t>
            </a:r>
            <a:r>
              <a:rPr lang="en-US" altLang="ru-RU" sz="2200">
                <a:solidFill>
                  <a:srgbClr val="FF0000"/>
                </a:solidFill>
                <a:latin typeface="Arial" panose="020B0604020202020204" pitchFamily="34" charset="0"/>
                <a:cs typeface="Arial" panose="020B0604020202020204" pitchFamily="34" charset="0"/>
              </a:rPr>
              <a:t> – 2e </a:t>
            </a:r>
            <a:r>
              <a:rPr lang="en-US" altLang="ru-RU" sz="2200">
                <a:solidFill>
                  <a:srgbClr val="FF0000"/>
                </a:solidFill>
                <a:latin typeface="Arial" panose="020B0604020202020204" pitchFamily="34" charset="0"/>
                <a:cs typeface="Arial" panose="020B0604020202020204" pitchFamily="34" charset="0"/>
                <a:sym typeface="Wingdings" panose="05000000000000000000" pitchFamily="2" charset="2"/>
              </a:rPr>
              <a:t> Zn</a:t>
            </a:r>
            <a:r>
              <a:rPr lang="en-US" altLang="ru-RU" sz="2200" baseline="30000">
                <a:solidFill>
                  <a:srgbClr val="FF0000"/>
                </a:solidFill>
                <a:latin typeface="Arial" panose="020B0604020202020204" pitchFamily="34" charset="0"/>
                <a:cs typeface="Arial" panose="020B0604020202020204" pitchFamily="34" charset="0"/>
              </a:rPr>
              <a:t>2+</a:t>
            </a:r>
            <a:r>
              <a:rPr lang="en-US" altLang="ru-RU" sz="2200">
                <a:solidFill>
                  <a:srgbClr val="FF0000"/>
                </a:solidFill>
                <a:latin typeface="Arial" panose="020B0604020202020204" pitchFamily="34" charset="0"/>
                <a:cs typeface="Arial" panose="020B0604020202020204" pitchFamily="34" charset="0"/>
              </a:rPr>
              <a:t>  </a:t>
            </a:r>
          </a:p>
        </p:txBody>
      </p:sp>
      <p:sp>
        <p:nvSpPr>
          <p:cNvPr id="22534" name="TextBox 5"/>
          <p:cNvSpPr txBox="1">
            <a:spLocks noChangeArrowheads="1"/>
          </p:cNvSpPr>
          <p:nvPr/>
        </p:nvSpPr>
        <p:spPr bwMode="auto">
          <a:xfrm>
            <a:off x="6732588" y="4087813"/>
            <a:ext cx="23066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200">
                <a:solidFill>
                  <a:srgbClr val="FF0000"/>
                </a:solidFill>
                <a:latin typeface="Arial" panose="020B0604020202020204" pitchFamily="34" charset="0"/>
                <a:cs typeface="Arial" panose="020B0604020202020204" pitchFamily="34" charset="0"/>
              </a:rPr>
              <a:t>Cu</a:t>
            </a:r>
            <a:r>
              <a:rPr lang="en-US" altLang="ru-RU" sz="2200" baseline="30000">
                <a:solidFill>
                  <a:srgbClr val="FF0000"/>
                </a:solidFill>
                <a:latin typeface="Arial" panose="020B0604020202020204" pitchFamily="34" charset="0"/>
                <a:cs typeface="Arial" panose="020B0604020202020204" pitchFamily="34" charset="0"/>
              </a:rPr>
              <a:t>2+</a:t>
            </a:r>
            <a:r>
              <a:rPr lang="en-US" altLang="ru-RU" sz="2200">
                <a:solidFill>
                  <a:srgbClr val="FF0000"/>
                </a:solidFill>
                <a:latin typeface="Arial" panose="020B0604020202020204" pitchFamily="34" charset="0"/>
                <a:cs typeface="Arial" panose="020B0604020202020204" pitchFamily="34" charset="0"/>
              </a:rPr>
              <a:t> + 2e </a:t>
            </a:r>
            <a:r>
              <a:rPr lang="en-US" altLang="ru-RU" sz="2200">
                <a:solidFill>
                  <a:srgbClr val="FF0000"/>
                </a:solidFill>
                <a:latin typeface="Arial" panose="020B0604020202020204" pitchFamily="34" charset="0"/>
                <a:cs typeface="Arial" panose="020B0604020202020204" pitchFamily="34" charset="0"/>
                <a:sym typeface="Wingdings" panose="05000000000000000000" pitchFamily="2" charset="2"/>
              </a:rPr>
              <a:t> Cu</a:t>
            </a:r>
            <a:r>
              <a:rPr lang="en-US" altLang="ru-RU" sz="2200">
                <a:solidFill>
                  <a:srgbClr val="FF0000"/>
                </a:solidFill>
                <a:latin typeface="Arial" panose="020B0604020202020204" pitchFamily="34" charset="0"/>
                <a:cs typeface="Arial" panose="020B0604020202020204" pitchFamily="34" charset="0"/>
              </a:rPr>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42988" y="153988"/>
            <a:ext cx="6805612" cy="492125"/>
          </a:xfrm>
          <a:prstGeom prst="rect">
            <a:avLst/>
          </a:prstGeom>
          <a:solidFill>
            <a:schemeClr val="accent1">
              <a:lumMod val="40000"/>
              <a:lumOff val="60000"/>
            </a:schemeClr>
          </a:solidFill>
          <a:ln>
            <a:solidFill>
              <a:schemeClr val="tx1"/>
            </a:solidFill>
          </a:ln>
        </p:spPr>
        <p:txBody>
          <a:bodyPr>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defRPr/>
            </a:pPr>
            <a:r>
              <a:rPr lang="en-US" altLang="zh-CN" sz="2600" b="1" smtClean="0"/>
              <a:t>1.1.3.2. Bình điện hóa (Sự điện phân)</a:t>
            </a:r>
          </a:p>
        </p:txBody>
      </p:sp>
      <p:sp>
        <p:nvSpPr>
          <p:cNvPr id="24579" name="Rectangle 2"/>
          <p:cNvSpPr>
            <a:spLocks noChangeArrowheads="1"/>
          </p:cNvSpPr>
          <p:nvPr/>
        </p:nvSpPr>
        <p:spPr bwMode="auto">
          <a:xfrm>
            <a:off x="468313" y="836613"/>
            <a:ext cx="77057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zh-CN" sz="2200">
                <a:latin typeface="Arial" panose="020B0604020202020204" pitchFamily="34" charset="0"/>
                <a:cs typeface="Arial" panose="020B0604020202020204" pitchFamily="34" charset="0"/>
              </a:rPr>
              <a:t>Nếu nối 2 điện cực với nhau bằng 1 n</a:t>
            </a:r>
            <a:r>
              <a:rPr lang="vi-VN" altLang="zh-CN" sz="2200">
                <a:latin typeface="Arial" panose="020B0604020202020204" pitchFamily="34" charset="0"/>
                <a:cs typeface="Arial" panose="020B0604020202020204" pitchFamily="34" charset="0"/>
              </a:rPr>
              <a:t>guồn</a:t>
            </a:r>
            <a:r>
              <a:rPr lang="en-US" altLang="zh-CN" sz="2200">
                <a:latin typeface="Arial" panose="020B0604020202020204" pitchFamily="34" charset="0"/>
                <a:cs typeface="Arial" panose="020B0604020202020204" pitchFamily="34" charset="0"/>
              </a:rPr>
              <a:t> </a:t>
            </a:r>
            <a:r>
              <a:rPr lang="vi-VN" altLang="zh-CN" sz="2200">
                <a:latin typeface="Arial" panose="020B0604020202020204" pitchFamily="34" charset="0"/>
                <a:cs typeface="Arial" panose="020B0604020202020204" pitchFamily="34" charset="0"/>
              </a:rPr>
              <a:t>điện</a:t>
            </a:r>
            <a:r>
              <a:rPr lang="en-US" altLang="zh-CN" sz="2200">
                <a:latin typeface="Arial" panose="020B0604020202020204" pitchFamily="34" charset="0"/>
                <a:cs typeface="Arial" panose="020B0604020202020204" pitchFamily="34" charset="0"/>
              </a:rPr>
              <a:t> </a:t>
            </a:r>
            <a:r>
              <a:rPr lang="vi-VN" altLang="zh-CN" sz="2200">
                <a:latin typeface="Arial" panose="020B0604020202020204" pitchFamily="34" charset="0"/>
                <a:cs typeface="Arial" panose="020B0604020202020204" pitchFamily="34" charset="0"/>
              </a:rPr>
              <a:t>một</a:t>
            </a:r>
            <a:r>
              <a:rPr lang="en-US" altLang="zh-CN" sz="2200">
                <a:latin typeface="Arial" panose="020B0604020202020204" pitchFamily="34" charset="0"/>
                <a:cs typeface="Arial" panose="020B0604020202020204" pitchFamily="34" charset="0"/>
              </a:rPr>
              <a:t> </a:t>
            </a:r>
            <a:r>
              <a:rPr lang="vi-VN" altLang="zh-CN" sz="2200">
                <a:latin typeface="Arial" panose="020B0604020202020204" pitchFamily="34" charset="0"/>
                <a:cs typeface="Arial" panose="020B0604020202020204" pitchFamily="34" charset="0"/>
              </a:rPr>
              <a:t>chiều</a:t>
            </a:r>
            <a:r>
              <a:rPr lang="en-US" altLang="zh-CN" sz="2200">
                <a:latin typeface="Arial" panose="020B0604020202020204" pitchFamily="34" charset="0"/>
                <a:cs typeface="Arial" panose="020B0604020202020204" pitchFamily="34" charset="0"/>
              </a:rPr>
              <a:t> thì trên 2 điện cực xảy ra quá trình điện hóa nhưng ngược với quá trình trong nguyên tố Gavanic</a:t>
            </a:r>
          </a:p>
        </p:txBody>
      </p:sp>
      <p:pic>
        <p:nvPicPr>
          <p:cNvPr id="2458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7925" y="2109788"/>
            <a:ext cx="30099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488" y="2901950"/>
            <a:ext cx="2667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Rectangle 8"/>
          <p:cNvSpPr>
            <a:spLocks noChangeArrowheads="1"/>
          </p:cNvSpPr>
          <p:nvPr/>
        </p:nvSpPr>
        <p:spPr bwMode="auto">
          <a:xfrm>
            <a:off x="468313" y="2168525"/>
            <a:ext cx="2954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400">
                <a:latin typeface="Arial" panose="020B0604020202020204" pitchFamily="34" charset="0"/>
                <a:cs typeface="Arial" panose="020B0604020202020204" pitchFamily="34" charset="0"/>
              </a:rPr>
              <a:t>Cực Zn  cathod</a:t>
            </a:r>
            <a:r>
              <a:rPr lang="en-US" altLang="zh-CN" b="1">
                <a:latin typeface="Arial" panose="020B0604020202020204" pitchFamily="34" charset="0"/>
                <a:cs typeface="Arial" panose="020B0604020202020204" pitchFamily="34" charset="0"/>
              </a:rPr>
              <a:t>	</a:t>
            </a:r>
          </a:p>
        </p:txBody>
      </p:sp>
      <p:sp>
        <p:nvSpPr>
          <p:cNvPr id="24583" name="Rectangle 9"/>
          <p:cNvSpPr>
            <a:spLocks noChangeArrowheads="1"/>
          </p:cNvSpPr>
          <p:nvPr/>
        </p:nvSpPr>
        <p:spPr bwMode="auto">
          <a:xfrm>
            <a:off x="477838" y="2935288"/>
            <a:ext cx="2954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400">
                <a:latin typeface="Arial" panose="020B0604020202020204" pitchFamily="34" charset="0"/>
                <a:cs typeface="Arial" panose="020B0604020202020204" pitchFamily="34" charset="0"/>
              </a:rPr>
              <a:t>Cực Cu  anode</a:t>
            </a:r>
            <a:r>
              <a:rPr lang="en-US" altLang="zh-CN" b="1">
                <a:latin typeface="Arial" panose="020B0604020202020204" pitchFamily="34" charset="0"/>
                <a:cs typeface="Arial" panose="020B0604020202020204" pitchFamily="34" charset="0"/>
              </a:rPr>
              <a:t>	</a:t>
            </a:r>
          </a:p>
        </p:txBody>
      </p:sp>
      <p:pic>
        <p:nvPicPr>
          <p:cNvPr id="2458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644900"/>
            <a:ext cx="4071938" cy="252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Slide Number Placeholder 1"/>
          <p:cNvSpPr>
            <a:spLocks noGrp="1"/>
          </p:cNvSpPr>
          <p:nvPr>
            <p:ph type="sldNum" sz="quarter" idx="12"/>
          </p:nvPr>
        </p:nvSpPr>
        <p:spPr bwMode="auto">
          <a:xfrm>
            <a:off x="8613775" y="6913563"/>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45E575C-A32A-4CE7-A2D8-641D9AA05BCB}" type="slidenum">
              <a:rPr lang="en-US" altLang="en-US">
                <a:latin typeface="Times New Roman" panose="02020603050405020304" pitchFamily="18" charset="0"/>
                <a:cs typeface="Times New Roman" panose="02020603050405020304" pitchFamily="18" charset="0"/>
              </a:rPr>
              <a:pPr/>
              <a:t>13</a:t>
            </a:fld>
            <a:endParaRPr lang="en-US"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136650" y="233363"/>
            <a:ext cx="774541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vi-VN" altLang="en-US" sz="2200">
                <a:latin typeface="Arial" panose="020B0604020202020204" pitchFamily="34" charset="0"/>
                <a:cs typeface="Arial" panose="020B0604020202020204" pitchFamily="34" charset="0"/>
              </a:rPr>
              <a:t>Sự điện phân là </a:t>
            </a:r>
            <a:r>
              <a:rPr lang="vi-VN" altLang="en-US" sz="2200" b="1">
                <a:latin typeface="Arial" panose="020B0604020202020204" pitchFamily="34" charset="0"/>
                <a:cs typeface="Arial" panose="020B0604020202020204" pitchFamily="34" charset="0"/>
              </a:rPr>
              <a:t>quá trình oxi hóa – khử </a:t>
            </a:r>
            <a:r>
              <a:rPr lang="vi-VN" altLang="en-US" sz="2200">
                <a:latin typeface="Arial" panose="020B0604020202020204" pitchFamily="34" charset="0"/>
                <a:cs typeface="Arial" panose="020B0604020202020204" pitchFamily="34" charset="0"/>
              </a:rPr>
              <a:t>xảy ra ở </a:t>
            </a:r>
            <a:r>
              <a:rPr lang="vi-VN" altLang="en-US" sz="2200" b="1">
                <a:latin typeface="Arial" panose="020B0604020202020204" pitchFamily="34" charset="0"/>
                <a:cs typeface="Arial" panose="020B0604020202020204" pitchFamily="34" charset="0"/>
              </a:rPr>
              <a:t>bề mặt </a:t>
            </a:r>
            <a:r>
              <a:rPr lang="vi-VN" altLang="en-US" sz="2200">
                <a:latin typeface="Arial" panose="020B0604020202020204" pitchFamily="34" charset="0"/>
                <a:cs typeface="Arial" panose="020B0604020202020204" pitchFamily="34" charset="0"/>
              </a:rPr>
              <a:t>các điện cực khi </a:t>
            </a:r>
            <a:r>
              <a:rPr lang="vi-VN" altLang="en-US" sz="2200" b="1">
                <a:latin typeface="Arial" panose="020B0604020202020204" pitchFamily="34" charset="0"/>
                <a:cs typeface="Arial" panose="020B0604020202020204" pitchFamily="34" charset="0"/>
              </a:rPr>
              <a:t>có dòng điện một chiều </a:t>
            </a:r>
            <a:r>
              <a:rPr lang="vi-VN" altLang="en-US" sz="2200">
                <a:latin typeface="Arial" panose="020B0604020202020204" pitchFamily="34" charset="0"/>
                <a:cs typeface="Arial" panose="020B0604020202020204" pitchFamily="34" charset="0"/>
              </a:rPr>
              <a:t>đi qua</a:t>
            </a:r>
            <a:r>
              <a:rPr lang="en-US" altLang="en-US" sz="2200">
                <a:latin typeface="Arial" panose="020B0604020202020204" pitchFamily="34" charset="0"/>
                <a:cs typeface="Arial" panose="020B0604020202020204" pitchFamily="34" charset="0"/>
              </a:rPr>
              <a:t> </a:t>
            </a:r>
            <a:r>
              <a:rPr lang="vi-VN" altLang="en-US" sz="2200">
                <a:latin typeface="Arial" panose="020B0604020202020204" pitchFamily="34" charset="0"/>
                <a:cs typeface="Arial" panose="020B0604020202020204" pitchFamily="34" charset="0"/>
              </a:rPr>
              <a:t>dung dịch </a:t>
            </a:r>
            <a:r>
              <a:rPr lang="vi-VN" altLang="en-US" sz="2200" b="1">
                <a:latin typeface="Arial" panose="020B0604020202020204" pitchFamily="34" charset="0"/>
                <a:cs typeface="Arial" panose="020B0604020202020204" pitchFamily="34" charset="0"/>
              </a:rPr>
              <a:t>chất điện l</a:t>
            </a:r>
            <a:r>
              <a:rPr lang="en-US" altLang="en-US" sz="2200" b="1">
                <a:latin typeface="Arial" panose="020B0604020202020204" pitchFamily="34" charset="0"/>
                <a:cs typeface="Arial" panose="020B0604020202020204" pitchFamily="34" charset="0"/>
              </a:rPr>
              <a:t>y </a:t>
            </a:r>
            <a:r>
              <a:rPr lang="en-US" altLang="en-US" sz="2200">
                <a:latin typeface="Arial" panose="020B0604020202020204" pitchFamily="34" charset="0"/>
                <a:cs typeface="Arial" panose="020B0604020202020204" pitchFamily="34" charset="0"/>
              </a:rPr>
              <a:t>(</a:t>
            </a:r>
            <a:r>
              <a:rPr lang="vi-VN" altLang="en-US" sz="2200">
                <a:latin typeface="Arial" panose="020B0604020202020204" pitchFamily="34" charset="0"/>
                <a:cs typeface="Arial" panose="020B0604020202020204" pitchFamily="34" charset="0"/>
              </a:rPr>
              <a:t>hoặc</a:t>
            </a:r>
            <a:r>
              <a:rPr lang="en-US" altLang="en-US" sz="2200">
                <a:latin typeface="Arial" panose="020B0604020202020204" pitchFamily="34" charset="0"/>
                <a:cs typeface="Arial" panose="020B0604020202020204" pitchFamily="34" charset="0"/>
              </a:rPr>
              <a:t> </a:t>
            </a:r>
            <a:r>
              <a:rPr lang="vi-VN" altLang="en-US" sz="2200">
                <a:latin typeface="Arial" panose="020B0604020202020204" pitchFamily="34" charset="0"/>
                <a:cs typeface="Arial" panose="020B0604020202020204" pitchFamily="34" charset="0"/>
              </a:rPr>
              <a:t>chất điện l</a:t>
            </a:r>
            <a:r>
              <a:rPr lang="en-US" altLang="en-US" sz="2200">
                <a:latin typeface="Arial" panose="020B0604020202020204" pitchFamily="34" charset="0"/>
                <a:cs typeface="Arial" panose="020B0604020202020204" pitchFamily="34" charset="0"/>
              </a:rPr>
              <a:t>y</a:t>
            </a:r>
            <a:r>
              <a:rPr lang="vi-VN" altLang="en-US" sz="2200">
                <a:latin typeface="Arial" panose="020B0604020202020204" pitchFamily="34" charset="0"/>
                <a:cs typeface="Arial" panose="020B0604020202020204" pitchFamily="34" charset="0"/>
              </a:rPr>
              <a:t> nóng chảy</a:t>
            </a:r>
            <a:r>
              <a:rPr lang="en-US" altLang="en-US" sz="2200">
                <a:latin typeface="Arial" panose="020B0604020202020204" pitchFamily="34" charset="0"/>
                <a:cs typeface="Arial" panose="020B0604020202020204" pitchFamily="34" charset="0"/>
              </a:rPr>
              <a:t>).</a:t>
            </a:r>
          </a:p>
        </p:txBody>
      </p:sp>
      <p:pic>
        <p:nvPicPr>
          <p:cNvPr id="2560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743075"/>
            <a:ext cx="7267575"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8"/>
          <p:cNvSpPr>
            <a:spLocks noChangeArrowheads="1"/>
          </p:cNvSpPr>
          <p:nvPr/>
        </p:nvSpPr>
        <p:spPr bwMode="auto">
          <a:xfrm>
            <a:off x="107950" y="5357813"/>
            <a:ext cx="87884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vi-VN" altLang="en-US" sz="2200" b="1">
                <a:solidFill>
                  <a:srgbClr val="FF0000"/>
                </a:solidFill>
                <a:latin typeface="Arial" panose="020B0604020202020204" pitchFamily="34" charset="0"/>
                <a:cs typeface="Arial" panose="020B0604020202020204" pitchFamily="34" charset="0"/>
              </a:rPr>
              <a:t>Sự điện phân </a:t>
            </a:r>
            <a:r>
              <a:rPr lang="vi-VN" altLang="en-US" sz="2200">
                <a:latin typeface="Arial" panose="020B0604020202020204" pitchFamily="34" charset="0"/>
                <a:cs typeface="Arial" panose="020B0604020202020204" pitchFamily="34" charset="0"/>
              </a:rPr>
              <a:t>là quá trình </a:t>
            </a:r>
            <a:r>
              <a:rPr lang="vi-VN" altLang="en-US" sz="2200">
                <a:solidFill>
                  <a:srgbClr val="FF0000"/>
                </a:solidFill>
                <a:latin typeface="Arial" panose="020B0604020202020204" pitchFamily="34" charset="0"/>
                <a:cs typeface="Arial" panose="020B0604020202020204" pitchFamily="34" charset="0"/>
              </a:rPr>
              <a:t>sử dụng điện năng </a:t>
            </a:r>
            <a:r>
              <a:rPr lang="vi-VN" altLang="en-US" sz="2200">
                <a:latin typeface="Arial" panose="020B0604020202020204" pitchFamily="34" charset="0"/>
                <a:cs typeface="Arial" panose="020B0604020202020204" pitchFamily="34" charset="0"/>
              </a:rPr>
              <a:t>để tạo ra sự </a:t>
            </a:r>
            <a:r>
              <a:rPr lang="vi-VN" altLang="en-US" sz="2200">
                <a:solidFill>
                  <a:srgbClr val="FF0000"/>
                </a:solidFill>
                <a:latin typeface="Arial" panose="020B0604020202020204" pitchFamily="34" charset="0"/>
                <a:cs typeface="Arial" panose="020B0604020202020204" pitchFamily="34" charset="0"/>
              </a:rPr>
              <a:t>biến đổi hóa học </a:t>
            </a:r>
            <a:endParaRPr lang="en-US" altLang="en-US" sz="2200">
              <a:solidFill>
                <a:srgbClr val="FF0000"/>
              </a:solidFill>
              <a:latin typeface="Arial" panose="020B0604020202020204" pitchFamily="34" charset="0"/>
              <a:cs typeface="Arial" panose="020B0604020202020204" pitchFamily="34" charset="0"/>
            </a:endParaRPr>
          </a:p>
        </p:txBody>
      </p:sp>
      <p:sp>
        <p:nvSpPr>
          <p:cNvPr id="2560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A9E9D30-E4E9-4231-88B4-4D3250C63E29}" type="slidenum">
              <a:rPr lang="en-US" altLang="ru-RU">
                <a:solidFill>
                  <a:srgbClr val="FFFFFF"/>
                </a:solidFill>
                <a:latin typeface="Arial" panose="020B0604020202020204" pitchFamily="34" charset="0"/>
                <a:cs typeface="Arial" panose="020B0604020202020204" pitchFamily="34" charset="0"/>
              </a:rPr>
              <a:pPr/>
              <a:t>14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2012books.lardbucket.org/books/principles-of-general-chemistry-v1.0/section_23/21422283a5bcc2908009993f6bbce8d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38" y="908050"/>
            <a:ext cx="9075737" cy="525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Box 2"/>
          <p:cNvSpPr txBox="1">
            <a:spLocks noChangeArrowheads="1"/>
          </p:cNvSpPr>
          <p:nvPr/>
        </p:nvSpPr>
        <p:spPr bwMode="auto">
          <a:xfrm>
            <a:off x="1187450" y="188913"/>
            <a:ext cx="7048500" cy="522287"/>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altLang="en-US" sz="2800" b="1" smtClean="0">
                <a:latin typeface="Times New Roman" panose="02020603050405020304" pitchFamily="18" charset="0"/>
                <a:cs typeface="Times New Roman" panose="02020603050405020304" pitchFamily="18" charset="0"/>
              </a:rPr>
              <a:t>So sánh Nguyên tố Gavanic và sự điện phân</a:t>
            </a:r>
          </a:p>
        </p:txBody>
      </p:sp>
      <p:sp>
        <p:nvSpPr>
          <p:cNvPr id="2662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E535A07-A658-42F8-8016-3C31D39EEE6E}" type="slidenum">
              <a:rPr lang="en-US" altLang="ru-RU">
                <a:solidFill>
                  <a:srgbClr val="FFFFFF"/>
                </a:solidFill>
                <a:latin typeface="Arial" panose="020B0604020202020204" pitchFamily="34" charset="0"/>
                <a:cs typeface="Arial" panose="020B0604020202020204" pitchFamily="34" charset="0"/>
              </a:rPr>
              <a:pPr/>
              <a:t>15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http://www.elmhurst.edu/~chm/onlcourse/chm110/outlines/images/elecaluminum.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325" y="1009650"/>
            <a:ext cx="8159750"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extBox 1"/>
          <p:cNvSpPr txBox="1">
            <a:spLocks noChangeArrowheads="1"/>
          </p:cNvSpPr>
          <p:nvPr/>
        </p:nvSpPr>
        <p:spPr bwMode="auto">
          <a:xfrm>
            <a:off x="1922463" y="188913"/>
            <a:ext cx="5745162" cy="584200"/>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altLang="en-US" sz="3200" b="1" smtClean="0">
                <a:latin typeface="Times New Roman" panose="02020603050405020304" pitchFamily="18" charset="0"/>
                <a:cs typeface="Times New Roman" panose="02020603050405020304" pitchFamily="18" charset="0"/>
              </a:rPr>
              <a:t>Ví dụ ứng dụng điện phân</a:t>
            </a:r>
          </a:p>
        </p:txBody>
      </p:sp>
      <p:sp>
        <p:nvSpPr>
          <p:cNvPr id="2765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876FF93-9D18-4A75-A2C9-8B85751BA792}" type="slidenum">
              <a:rPr lang="en-US" altLang="ru-RU">
                <a:solidFill>
                  <a:srgbClr val="FFFFFF"/>
                </a:solidFill>
                <a:latin typeface="Arial" panose="020B0604020202020204" pitchFamily="34" charset="0"/>
                <a:cs typeface="Arial" panose="020B0604020202020204" pitchFamily="34" charset="0"/>
              </a:rPr>
              <a:pPr/>
              <a:t>16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47750" y="185738"/>
            <a:ext cx="6084888" cy="492125"/>
          </a:xfrm>
          <a:prstGeom prst="rect">
            <a:avLst/>
          </a:prstGeom>
          <a:solidFill>
            <a:schemeClr val="accent1">
              <a:lumMod val="40000"/>
              <a:lumOff val="60000"/>
            </a:schemeClr>
          </a:solidFill>
          <a:ln>
            <a:solidFill>
              <a:schemeClr val="tx1"/>
            </a:solidFill>
          </a:ln>
        </p:spPr>
        <p:txBody>
          <a:bodyPr wrap="none">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600" b="1">
                <a:solidFill>
                  <a:srgbClr val="002060"/>
                </a:solidFill>
              </a:rPr>
              <a:t>1.1.4. </a:t>
            </a:r>
            <a:r>
              <a:rPr lang="en-US" altLang="zh-CN" sz="2600" b="1">
                <a:solidFill>
                  <a:srgbClr val="002060"/>
                </a:solidFill>
              </a:rPr>
              <a:t>Bước nhảy thế và lớp điện kép</a:t>
            </a:r>
          </a:p>
        </p:txBody>
      </p:sp>
      <p:sp>
        <p:nvSpPr>
          <p:cNvPr id="28675" name="Rectangle 8"/>
          <p:cNvSpPr>
            <a:spLocks noChangeArrowheads="1"/>
          </p:cNvSpPr>
          <p:nvPr/>
        </p:nvSpPr>
        <p:spPr bwMode="auto">
          <a:xfrm>
            <a:off x="755650" y="836613"/>
            <a:ext cx="7858125"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vi-VN" altLang="en-US" sz="2200">
                <a:latin typeface="Arial" panose="020B0604020202020204" pitchFamily="34" charset="0"/>
                <a:cs typeface="Arial" panose="020B0604020202020204" pitchFamily="34" charset="0"/>
              </a:rPr>
              <a:t>Khi cho</a:t>
            </a:r>
            <a:r>
              <a:rPr lang="en-US" altLang="en-US" sz="2200">
                <a:latin typeface="Arial" panose="020B0604020202020204" pitchFamily="34" charset="0"/>
                <a:cs typeface="Arial" panose="020B0604020202020204" pitchFamily="34" charset="0"/>
              </a:rPr>
              <a:t> </a:t>
            </a:r>
            <a:r>
              <a:rPr lang="en-US" altLang="en-US" sz="2200" b="1">
                <a:latin typeface="Arial" panose="020B0604020202020204" pitchFamily="34" charset="0"/>
                <a:cs typeface="Arial" panose="020B0604020202020204" pitchFamily="34" charset="0"/>
              </a:rPr>
              <a:t>thanh kim loại </a:t>
            </a:r>
            <a:r>
              <a:rPr lang="en-US" altLang="en-US" sz="2200">
                <a:latin typeface="Arial" panose="020B0604020202020204" pitchFamily="34" charset="0"/>
                <a:cs typeface="Arial" panose="020B0604020202020204" pitchFamily="34" charset="0"/>
              </a:rPr>
              <a:t>vào </a:t>
            </a:r>
            <a:r>
              <a:rPr lang="en-US" altLang="en-US" sz="2200" b="1">
                <a:solidFill>
                  <a:srgbClr val="FF0000"/>
                </a:solidFill>
                <a:latin typeface="Arial" panose="020B0604020202020204" pitchFamily="34" charset="0"/>
                <a:cs typeface="Arial" panose="020B0604020202020204" pitchFamily="34" charset="0"/>
              </a:rPr>
              <a:t>dung dịch chất điện li</a:t>
            </a:r>
            <a:r>
              <a:rPr lang="en-US" altLang="en-US" sz="2200">
                <a:latin typeface="Arial" panose="020B0604020202020204" pitchFamily="34" charset="0"/>
                <a:cs typeface="Arial" panose="020B0604020202020204" pitchFamily="34" charset="0"/>
              </a:rPr>
              <a:t>, trên </a:t>
            </a:r>
            <a:r>
              <a:rPr lang="en-US" altLang="en-US" sz="2200" b="1">
                <a:latin typeface="Arial" panose="020B0604020202020204" pitchFamily="34" charset="0"/>
                <a:cs typeface="Arial" panose="020B0604020202020204" pitchFamily="34" charset="0"/>
              </a:rPr>
              <a:t>bề mặt </a:t>
            </a:r>
            <a:r>
              <a:rPr lang="vi-VN" altLang="en-US" sz="2200" b="1">
                <a:latin typeface="Arial" panose="020B0604020202020204" pitchFamily="34" charset="0"/>
                <a:cs typeface="Arial" panose="020B0604020202020204" pitchFamily="34" charset="0"/>
              </a:rPr>
              <a:t>tiếp xúc </a:t>
            </a:r>
            <a:r>
              <a:rPr lang="vi-VN" altLang="en-US" sz="2200">
                <a:latin typeface="Arial" panose="020B0604020202020204" pitchFamily="34" charset="0"/>
                <a:cs typeface="Arial" panose="020B0604020202020204" pitchFamily="34" charset="0"/>
              </a:rPr>
              <a:t>sẽ tạo thành </a:t>
            </a:r>
            <a:r>
              <a:rPr lang="vi-VN" altLang="en-US" sz="2200" b="1">
                <a:latin typeface="Arial" panose="020B0604020202020204" pitchFamily="34" charset="0"/>
                <a:cs typeface="Arial" panose="020B0604020202020204" pitchFamily="34" charset="0"/>
              </a:rPr>
              <a:t>lớp điện tích kép </a:t>
            </a:r>
            <a:r>
              <a:rPr lang="vi-VN" altLang="en-US" sz="2200">
                <a:latin typeface="Arial" panose="020B0604020202020204" pitchFamily="34" charset="0"/>
                <a:cs typeface="Arial" panose="020B0604020202020204" pitchFamily="34" charset="0"/>
              </a:rPr>
              <a:t>và xuất hiện </a:t>
            </a:r>
            <a:r>
              <a:rPr lang="vi-VN" altLang="en-US" sz="2200" b="1">
                <a:latin typeface="Arial" panose="020B0604020202020204" pitchFamily="34" charset="0"/>
                <a:cs typeface="Arial" panose="020B0604020202020204" pitchFamily="34" charset="0"/>
              </a:rPr>
              <a:t>bước nhảy điện thế </a:t>
            </a:r>
            <a:r>
              <a:rPr lang="vi-VN" altLang="en-US" sz="2200">
                <a:latin typeface="Arial" panose="020B0604020202020204" pitchFamily="34" charset="0"/>
                <a:cs typeface="Arial" panose="020B0604020202020204" pitchFamily="34" charset="0"/>
              </a:rPr>
              <a:t>giữa các pha</a:t>
            </a:r>
            <a:r>
              <a:rPr lang="en-US" altLang="en-US" sz="2200">
                <a:latin typeface="Arial" panose="020B0604020202020204" pitchFamily="34" charset="0"/>
                <a:cs typeface="Arial" panose="020B0604020202020204" pitchFamily="34" charset="0"/>
              </a:rPr>
              <a:t> </a:t>
            </a:r>
            <a:r>
              <a:rPr lang="en-US" altLang="zh-CN" sz="2200">
                <a:latin typeface="Arial" panose="020B0604020202020204" pitchFamily="34" charset="0"/>
                <a:cs typeface="Arial" panose="020B0604020202020204" pitchFamily="34" charset="0"/>
              </a:rPr>
              <a:t>(</a:t>
            </a:r>
            <a:r>
              <a:rPr lang="en-US" altLang="zh-CN" sz="2200">
                <a:solidFill>
                  <a:srgbClr val="FF0000"/>
                </a:solidFill>
                <a:latin typeface="Arial" panose="020B0604020202020204" pitchFamily="34" charset="0"/>
                <a:cs typeface="Arial" panose="020B0604020202020204" pitchFamily="34" charset="0"/>
              </a:rPr>
              <a:t>bước nhảy thế</a:t>
            </a:r>
            <a:r>
              <a:rPr lang="en-US" altLang="zh-CN" sz="2200">
                <a:latin typeface="Arial" panose="020B0604020202020204" pitchFamily="34" charset="0"/>
                <a:cs typeface="Arial" panose="020B0604020202020204" pitchFamily="34" charset="0"/>
              </a:rPr>
              <a:t>)</a:t>
            </a:r>
            <a:endParaRPr lang="en-US" altLang="en-US" sz="2200">
              <a:latin typeface="Arial" panose="020B0604020202020204" pitchFamily="34" charset="0"/>
              <a:cs typeface="Arial" panose="020B0604020202020204" pitchFamily="34" charset="0"/>
            </a:endParaRPr>
          </a:p>
          <a:p>
            <a:pPr algn="just" eaLnBrk="1" hangingPunct="1">
              <a:lnSpc>
                <a:spcPct val="150000"/>
              </a:lnSpc>
              <a:spcBef>
                <a:spcPts val="600"/>
              </a:spcBef>
            </a:pPr>
            <a:endParaRPr lang="en-US" altLang="en-US" sz="2200">
              <a:latin typeface="Arial" panose="020B0604020202020204" pitchFamily="34" charset="0"/>
              <a:cs typeface="Arial" panose="020B0604020202020204" pitchFamily="34" charset="0"/>
            </a:endParaRPr>
          </a:p>
          <a:p>
            <a:pPr algn="just" eaLnBrk="1" hangingPunct="1">
              <a:lnSpc>
                <a:spcPct val="150000"/>
              </a:lnSpc>
              <a:spcBef>
                <a:spcPts val="600"/>
              </a:spcBef>
            </a:pPr>
            <a:endParaRPr lang="en-US" altLang="en-US" sz="2200">
              <a:latin typeface="Arial" panose="020B0604020202020204" pitchFamily="34" charset="0"/>
              <a:cs typeface="Arial" panose="020B0604020202020204" pitchFamily="34" charset="0"/>
            </a:endParaRPr>
          </a:p>
        </p:txBody>
      </p:sp>
      <p:sp>
        <p:nvSpPr>
          <p:cNvPr id="2867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229D491-2BDB-4E1F-96A5-612760EC8CF2}" type="slidenum">
              <a:rPr lang="en-US" altLang="ru-RU">
                <a:solidFill>
                  <a:srgbClr val="FFFFFF"/>
                </a:solidFill>
                <a:latin typeface="Arial" panose="020B0604020202020204" pitchFamily="34" charset="0"/>
                <a:cs typeface="Arial" panose="020B0604020202020204" pitchFamily="34" charset="0"/>
              </a:rPr>
              <a:pPr/>
              <a:t>17</a:t>
            </a:fld>
            <a:endParaRPr lang="en-US" altLang="ru-RU">
              <a:solidFill>
                <a:srgbClr val="FFFFFF"/>
              </a:solidFill>
              <a:latin typeface="Arial" panose="020B0604020202020204" pitchFamily="34" charset="0"/>
              <a:cs typeface="Arial" panose="020B0604020202020204" pitchFamily="34" charset="0"/>
            </a:endParaRPr>
          </a:p>
        </p:txBody>
      </p:sp>
      <p:pic>
        <p:nvPicPr>
          <p:cNvPr id="28677" name="Picture 2" descr="el-DoubleLayer_168x1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3" y="2005013"/>
            <a:ext cx="3998912"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60450" y="144463"/>
            <a:ext cx="6083300" cy="492125"/>
          </a:xfrm>
          <a:prstGeom prst="rect">
            <a:avLst/>
          </a:prstGeom>
          <a:solidFill>
            <a:schemeClr val="accent1">
              <a:lumMod val="40000"/>
              <a:lumOff val="60000"/>
            </a:schemeClr>
          </a:solidFill>
          <a:ln>
            <a:solidFill>
              <a:schemeClr val="tx1"/>
            </a:solidFill>
          </a:ln>
        </p:spPr>
        <p:txBody>
          <a:bodyPr wrap="none">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600" b="1">
                <a:solidFill>
                  <a:srgbClr val="002060"/>
                </a:solidFill>
              </a:rPr>
              <a:t>1.1.4. </a:t>
            </a:r>
            <a:r>
              <a:rPr lang="en-US" altLang="zh-CN" sz="2600" b="1">
                <a:solidFill>
                  <a:srgbClr val="002060"/>
                </a:solidFill>
              </a:rPr>
              <a:t>Bước nhảy thế và lớp điện kép</a:t>
            </a:r>
          </a:p>
        </p:txBody>
      </p:sp>
      <p:sp>
        <p:nvSpPr>
          <p:cNvPr id="29699" name="Rectangle 8"/>
          <p:cNvSpPr>
            <a:spLocks noChangeArrowheads="1"/>
          </p:cNvSpPr>
          <p:nvPr/>
        </p:nvSpPr>
        <p:spPr bwMode="auto">
          <a:xfrm>
            <a:off x="1116013" y="908050"/>
            <a:ext cx="72009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en-US" sz="2200">
                <a:solidFill>
                  <a:srgbClr val="FF0000"/>
                </a:solidFill>
                <a:latin typeface="Arial" panose="020B0604020202020204" pitchFamily="34" charset="0"/>
                <a:cs typeface="Arial" panose="020B0604020202020204" pitchFamily="34" charset="0"/>
              </a:rPr>
              <a:t>Lớp điện kép </a:t>
            </a:r>
            <a:r>
              <a:rPr lang="en-US" altLang="en-US" sz="2200">
                <a:latin typeface="Arial" panose="020B0604020202020204" pitchFamily="34" charset="0"/>
                <a:cs typeface="Arial" panose="020B0604020202020204" pitchFamily="34" charset="0"/>
              </a:rPr>
              <a:t>được xem là 1 tụ điện. Một bản là bề mặt kim loại, bản kia là lớp dung dịch sát mặt điện cực và có điện tích trái dấu.</a:t>
            </a:r>
          </a:p>
        </p:txBody>
      </p:sp>
      <p:sp>
        <p:nvSpPr>
          <p:cNvPr id="2970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D3C838A-591B-4C72-B3E0-7BA842103619}" type="slidenum">
              <a:rPr lang="en-US" altLang="ru-RU">
                <a:solidFill>
                  <a:srgbClr val="FFFFFF"/>
                </a:solidFill>
                <a:latin typeface="Arial" panose="020B0604020202020204" pitchFamily="34" charset="0"/>
                <a:cs typeface="Arial" panose="020B0604020202020204" pitchFamily="34" charset="0"/>
              </a:rPr>
              <a:pPr/>
              <a:t>18</a:t>
            </a:fld>
            <a:endParaRPr lang="en-US" altLang="ru-RU">
              <a:solidFill>
                <a:srgbClr val="FFFFFF"/>
              </a:solidFill>
              <a:latin typeface="Arial" panose="020B0604020202020204" pitchFamily="34" charset="0"/>
              <a:cs typeface="Arial" panose="020B0604020202020204" pitchFamily="34" charset="0"/>
            </a:endParaRPr>
          </a:p>
        </p:txBody>
      </p:sp>
      <p:pic>
        <p:nvPicPr>
          <p:cNvPr id="29701" name="Picture 2" descr="E:\TIÊU LUẬN\điện hóa\hinh anh\bac bac clorua\images (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0925" y="2608263"/>
            <a:ext cx="5103813"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Rectangle 2"/>
          <p:cNvSpPr>
            <a:spLocks noChangeArrowheads="1"/>
          </p:cNvSpPr>
          <p:nvPr/>
        </p:nvSpPr>
        <p:spPr bwMode="auto">
          <a:xfrm>
            <a:off x="-107950" y="5734050"/>
            <a:ext cx="9144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200">
                <a:latin typeface="Arial" panose="020B0604020202020204" pitchFamily="34" charset="0"/>
                <a:cs typeface="Arial" panose="020B0604020202020204" pitchFamily="34" charset="0"/>
              </a:rPr>
              <a:t>Hiệu điện thế giữa </a:t>
            </a:r>
            <a:r>
              <a:rPr lang="en-US" altLang="zh-CN" sz="2200">
                <a:solidFill>
                  <a:srgbClr val="FF0000"/>
                </a:solidFill>
                <a:latin typeface="Arial" panose="020B0604020202020204" pitchFamily="34" charset="0"/>
                <a:cs typeface="Arial" panose="020B0604020202020204" pitchFamily="34" charset="0"/>
              </a:rPr>
              <a:t>2 bản tụ điện </a:t>
            </a:r>
            <a:r>
              <a:rPr lang="en-US" altLang="zh-CN" sz="2200">
                <a:latin typeface="Arial" panose="020B0604020202020204" pitchFamily="34" charset="0"/>
                <a:cs typeface="Arial" panose="020B0604020202020204" pitchFamily="34" charset="0"/>
              </a:rPr>
              <a:t>chính là thế điện cực cân bằng</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550" y="476250"/>
            <a:ext cx="7642225" cy="3140075"/>
          </a:xfrm>
          <a:prstGeom prst="rect">
            <a:avLst/>
          </a:prstGeom>
          <a:solidFill>
            <a:schemeClr val="bg1"/>
          </a:solidFill>
          <a:ln>
            <a:solidFill>
              <a:schemeClr val="bg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sz="2200">
                <a:latin typeface="Arial" panose="020B0604020202020204" pitchFamily="34" charset="0"/>
                <a:cs typeface="Times New Roman" panose="02020603050405020304" pitchFamily="18" charset="0"/>
              </a:rPr>
              <a:t>Ví dụ: Xét Zn | ZnCl</a:t>
            </a:r>
            <a:r>
              <a:rPr lang="vi-VN" sz="2200" baseline="-25000">
                <a:latin typeface="Arial" panose="020B0604020202020204" pitchFamily="34" charset="0"/>
                <a:cs typeface="Times New Roman" panose="02020603050405020304" pitchFamily="18" charset="0"/>
              </a:rPr>
              <a:t>2</a:t>
            </a:r>
            <a:r>
              <a:rPr lang="vi-VN" sz="2200">
                <a:latin typeface="Arial" panose="020B0604020202020204" pitchFamily="34" charset="0"/>
                <a:cs typeface="Times New Roman" panose="02020603050405020304" pitchFamily="18" charset="0"/>
              </a:rPr>
              <a:t> ||</a:t>
            </a:r>
          </a:p>
          <a:p>
            <a:pPr algn="just" eaLnBrk="1" hangingPunct="1">
              <a:lnSpc>
                <a:spcPct val="150000"/>
              </a:lnSpc>
            </a:pPr>
            <a:r>
              <a:rPr lang="vi-VN" sz="2200">
                <a:latin typeface="Arial" panose="020B0604020202020204" pitchFamily="34" charset="0"/>
                <a:cs typeface="Times New Roman" panose="02020603050405020304" pitchFamily="18" charset="0"/>
              </a:rPr>
              <a:t>Bề mặt Zn tích điện</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âm do:</a:t>
            </a:r>
          </a:p>
          <a:p>
            <a:pPr algn="just" eaLnBrk="1" hangingPunct="1">
              <a:lnSpc>
                <a:spcPct val="150000"/>
              </a:lnSpc>
            </a:pPr>
            <a:r>
              <a:rPr lang="vi-VN" sz="2200">
                <a:latin typeface="Arial" panose="020B0604020202020204" pitchFamily="34" charset="0"/>
                <a:cs typeface="Times New Roman" panose="02020603050405020304" pitchFamily="18" charset="0"/>
              </a:rPr>
              <a:t>Tốc độ quá trình Zn = Zn</a:t>
            </a:r>
            <a:r>
              <a:rPr lang="en-US" sz="2200">
                <a:cs typeface="Times New Roman" panose="02020603050405020304" pitchFamily="18" charset="0"/>
              </a:rPr>
              <a:t> </a:t>
            </a:r>
            <a:r>
              <a:rPr lang="vi-VN" sz="2200" baseline="30000">
                <a:latin typeface="Arial" panose="020B0604020202020204" pitchFamily="34" charset="0"/>
                <a:cs typeface="Times New Roman" panose="02020603050405020304" pitchFamily="18" charset="0"/>
              </a:rPr>
              <a:t>2+</a:t>
            </a:r>
            <a:r>
              <a:rPr lang="vi-VN" sz="2200">
                <a:latin typeface="Arial" panose="020B0604020202020204" pitchFamily="34" charset="0"/>
                <a:cs typeface="Times New Roman" panose="02020603050405020304" pitchFamily="18" charset="0"/>
              </a:rPr>
              <a:t> + 2e</a:t>
            </a:r>
            <a:r>
              <a:rPr lang="vi-VN" sz="2200" baseline="30000">
                <a:latin typeface="Arial" panose="020B0604020202020204" pitchFamily="34" charset="0"/>
                <a:cs typeface="Times New Roman" panose="02020603050405020304" pitchFamily="18" charset="0"/>
              </a:rPr>
              <a:t>-</a:t>
            </a:r>
            <a:r>
              <a:rPr lang="vi-VN" sz="2200">
                <a:latin typeface="Arial" panose="020B0604020202020204" pitchFamily="34" charset="0"/>
                <a:cs typeface="Times New Roman" panose="02020603050405020304" pitchFamily="18" charset="0"/>
              </a:rPr>
              <a:t> </a:t>
            </a:r>
            <a:r>
              <a:rPr lang="vi-VN" sz="2200">
                <a:solidFill>
                  <a:srgbClr val="1D6295"/>
                </a:solidFill>
                <a:latin typeface="Arial" panose="020B0604020202020204" pitchFamily="34" charset="0"/>
                <a:cs typeface="Times New Roman" panose="02020603050405020304" pitchFamily="18" charset="0"/>
              </a:rPr>
              <a:t>&gt;</a:t>
            </a:r>
            <a:r>
              <a:rPr lang="en-US" sz="2200">
                <a:solidFill>
                  <a:srgbClr val="1D6295"/>
                </a:solidFill>
                <a:cs typeface="Times New Roman" panose="02020603050405020304" pitchFamily="18" charset="0"/>
              </a:rPr>
              <a:t> </a:t>
            </a:r>
            <a:r>
              <a:rPr lang="vi-VN" sz="2200">
                <a:latin typeface="Arial" panose="020B0604020202020204" pitchFamily="34" charset="0"/>
                <a:cs typeface="Times New Roman" panose="02020603050405020304" pitchFamily="18" charset="0"/>
              </a:rPr>
              <a:t>tốc độ quá trình Zn</a:t>
            </a:r>
            <a:r>
              <a:rPr lang="en-US" sz="2200">
                <a:cs typeface="Times New Roman" panose="02020603050405020304" pitchFamily="18" charset="0"/>
              </a:rPr>
              <a:t> </a:t>
            </a:r>
            <a:r>
              <a:rPr lang="vi-VN" sz="2200" baseline="30000">
                <a:latin typeface="Arial" panose="020B0604020202020204" pitchFamily="34" charset="0"/>
                <a:cs typeface="Times New Roman" panose="02020603050405020304" pitchFamily="18" charset="0"/>
              </a:rPr>
              <a:t>2+</a:t>
            </a:r>
            <a:r>
              <a:rPr lang="vi-VN" sz="2200">
                <a:latin typeface="Arial" panose="020B0604020202020204" pitchFamily="34" charset="0"/>
                <a:cs typeface="Times New Roman" panose="02020603050405020304" pitchFamily="18" charset="0"/>
              </a:rPr>
              <a:t> → mạng tinh thể</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của Zn kim loại. </a:t>
            </a:r>
          </a:p>
          <a:p>
            <a:pPr algn="just" eaLnBrk="1" hangingPunct="1">
              <a:lnSpc>
                <a:spcPct val="150000"/>
              </a:lnSpc>
            </a:pPr>
            <a:r>
              <a:rPr lang="vi-VN" sz="2200">
                <a:latin typeface="Arial" panose="020B0604020202020204" pitchFamily="34" charset="0"/>
                <a:cs typeface="Times New Roman" panose="02020603050405020304" pitchFamily="18" charset="0"/>
              </a:rPr>
              <a:t>Khi đạt</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cân</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bằng (tốc độ 2 quá trình</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bằng nhau) → lớp điện tích kép →</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hình thành thế cân bằng điện</a:t>
            </a:r>
            <a:r>
              <a:rPr lang="en-US" sz="2200">
                <a:cs typeface="Times New Roman" panose="02020603050405020304" pitchFamily="18" charset="0"/>
              </a:rPr>
              <a:t> </a:t>
            </a:r>
            <a:r>
              <a:rPr lang="vi-VN" sz="2200">
                <a:latin typeface="Arial" panose="020B0604020202020204" pitchFamily="34" charset="0"/>
                <a:cs typeface="Times New Roman" panose="02020603050405020304" pitchFamily="18" charset="0"/>
              </a:rPr>
              <a:t>cực.</a:t>
            </a:r>
            <a:endParaRPr lang="en-US" sz="2200">
              <a:cs typeface="Times New Roman" panose="02020603050405020304" pitchFamily="18" charset="0"/>
            </a:endParaRPr>
          </a:p>
        </p:txBody>
      </p:sp>
      <p:sp>
        <p:nvSpPr>
          <p:cNvPr id="3072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7165116-DA9E-480E-903B-466CD4AFF634}" type="slidenum">
              <a:rPr lang="en-US" altLang="ru-RU">
                <a:solidFill>
                  <a:srgbClr val="FFFFFF"/>
                </a:solidFill>
                <a:latin typeface="Arial" panose="020B0604020202020204" pitchFamily="34" charset="0"/>
                <a:cs typeface="Arial" panose="020B0604020202020204" pitchFamily="34" charset="0"/>
              </a:rPr>
              <a:pPr/>
              <a:t>19</a:t>
            </a:fld>
            <a:endParaRPr lang="en-US" altLang="ru-RU">
              <a:solidFill>
                <a:srgbClr val="FFFFFF"/>
              </a:solidFill>
              <a:latin typeface="Arial" panose="020B0604020202020204" pitchFamily="34" charset="0"/>
              <a:cs typeface="Arial" panose="020B0604020202020204" pitchFamily="34" charset="0"/>
            </a:endParaRPr>
          </a:p>
        </p:txBody>
      </p:sp>
      <p:pic>
        <p:nvPicPr>
          <p:cNvPr id="3072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100" y="3716338"/>
            <a:ext cx="4173538"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Номер слайда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E0FA427-A8F6-4590-B7DE-6ED843A926A0}" type="slidenum">
              <a:rPr lang="en-US" altLang="ru-RU">
                <a:solidFill>
                  <a:srgbClr val="FFFFFF"/>
                </a:solidFill>
                <a:latin typeface="Arial" panose="020B0604020202020204" pitchFamily="34" charset="0"/>
                <a:cs typeface="Arial" panose="020B0604020202020204" pitchFamily="34" charset="0"/>
              </a:rPr>
              <a:pPr/>
              <a:t>20</a:t>
            </a:fld>
            <a:endParaRPr lang="en-US" altLang="ru-RU">
              <a:solidFill>
                <a:srgbClr val="FFFFFF"/>
              </a:solidFill>
              <a:latin typeface="Arial" panose="020B0604020202020204" pitchFamily="34" charset="0"/>
              <a:cs typeface="Arial" panose="020B0604020202020204" pitchFamily="34" charset="0"/>
            </a:endParaRPr>
          </a:p>
        </p:txBody>
      </p:sp>
      <p:pic>
        <p:nvPicPr>
          <p:cNvPr id="3174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 y="1125538"/>
            <a:ext cx="9183688" cy="418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Номер слайда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94151F2-6B84-4209-9A8C-0D9D47D06124}" type="slidenum">
              <a:rPr lang="en-US" altLang="ru-RU">
                <a:solidFill>
                  <a:srgbClr val="FFFFFF"/>
                </a:solidFill>
                <a:latin typeface="Arial" panose="020B0604020202020204" pitchFamily="34" charset="0"/>
                <a:cs typeface="Arial" panose="020B0604020202020204" pitchFamily="34" charset="0"/>
              </a:rPr>
              <a:pPr/>
              <a:t>21</a:t>
            </a:fld>
            <a:endParaRPr lang="en-US" altLang="ru-RU">
              <a:solidFill>
                <a:srgbClr val="FFFFFF"/>
              </a:solidFill>
              <a:latin typeface="Arial" panose="020B0604020202020204" pitchFamily="34" charset="0"/>
              <a:cs typeface="Arial" panose="020B0604020202020204" pitchFamily="34" charset="0"/>
            </a:endParaRPr>
          </a:p>
        </p:txBody>
      </p:sp>
      <p:pic>
        <p:nvPicPr>
          <p:cNvPr id="32771" name="Picture 2"/>
          <p:cNvPicPr>
            <a:picLocks noChangeAspect="1" noChangeArrowheads="1"/>
          </p:cNvPicPr>
          <p:nvPr/>
        </p:nvPicPr>
        <p:blipFill>
          <a:blip r:embed="rId2">
            <a:extLst>
              <a:ext uri="{28A0092B-C50C-407E-A947-70E740481C1C}">
                <a14:useLocalDpi xmlns:a14="http://schemas.microsoft.com/office/drawing/2010/main" val="0"/>
              </a:ext>
            </a:extLst>
          </a:blip>
          <a:srcRect r="-50" b="59294"/>
          <a:stretch>
            <a:fillRect/>
          </a:stretch>
        </p:blipFill>
        <p:spPr bwMode="auto">
          <a:xfrm>
            <a:off x="395288" y="1341438"/>
            <a:ext cx="820896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Номер слайда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9FB930D-3413-4A34-98C4-DCC1CC94C9EE}" type="slidenum">
              <a:rPr lang="en-US" altLang="ru-RU">
                <a:solidFill>
                  <a:srgbClr val="FFFFFF"/>
                </a:solidFill>
                <a:latin typeface="Arial" panose="020B0604020202020204" pitchFamily="34" charset="0"/>
                <a:cs typeface="Arial" panose="020B0604020202020204" pitchFamily="34" charset="0"/>
              </a:rPr>
              <a:pPr/>
              <a:t>22</a:t>
            </a:fld>
            <a:endParaRPr lang="en-US" altLang="ru-RU">
              <a:solidFill>
                <a:srgbClr val="FFFFFF"/>
              </a:solidFill>
              <a:latin typeface="Arial" panose="020B0604020202020204" pitchFamily="34" charset="0"/>
              <a:cs typeface="Arial" panose="020B0604020202020204" pitchFamily="34" charset="0"/>
            </a:endParaRPr>
          </a:p>
        </p:txBody>
      </p:sp>
      <p:pic>
        <p:nvPicPr>
          <p:cNvPr id="33795" name="Picture 2"/>
          <p:cNvPicPr>
            <a:picLocks noChangeAspect="1" noChangeArrowheads="1"/>
          </p:cNvPicPr>
          <p:nvPr/>
        </p:nvPicPr>
        <p:blipFill>
          <a:blip r:embed="rId2">
            <a:extLst>
              <a:ext uri="{28A0092B-C50C-407E-A947-70E740481C1C}">
                <a14:useLocalDpi xmlns:a14="http://schemas.microsoft.com/office/drawing/2010/main" val="0"/>
              </a:ext>
            </a:extLst>
          </a:blip>
          <a:srcRect l="-877" t="42967"/>
          <a:stretch>
            <a:fillRect/>
          </a:stretch>
        </p:blipFill>
        <p:spPr bwMode="auto">
          <a:xfrm>
            <a:off x="250825" y="3716338"/>
            <a:ext cx="984567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2"/>
          <p:cNvPicPr>
            <a:picLocks noChangeAspect="1" noChangeArrowheads="1"/>
          </p:cNvPicPr>
          <p:nvPr/>
        </p:nvPicPr>
        <p:blipFill>
          <a:blip r:embed="rId3">
            <a:extLst>
              <a:ext uri="{28A0092B-C50C-407E-A947-70E740481C1C}">
                <a14:useLocalDpi xmlns:a14="http://schemas.microsoft.com/office/drawing/2010/main" val="0"/>
              </a:ext>
            </a:extLst>
          </a:blip>
          <a:srcRect t="56709" r="38075" b="5482"/>
          <a:stretch>
            <a:fillRect/>
          </a:stretch>
        </p:blipFill>
        <p:spPr bwMode="auto">
          <a:xfrm>
            <a:off x="468313" y="765175"/>
            <a:ext cx="87884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57275" y="290513"/>
            <a:ext cx="5387975" cy="492125"/>
          </a:xfrm>
          <a:prstGeom prst="rect">
            <a:avLst/>
          </a:prstGeom>
          <a:solidFill>
            <a:schemeClr val="accent1">
              <a:lumMod val="40000"/>
              <a:lumOff val="60000"/>
            </a:schemeClr>
          </a:solidFill>
          <a:ln>
            <a:solidFill>
              <a:schemeClr val="tx1"/>
            </a:solidFill>
          </a:ln>
        </p:spPr>
        <p:txBody>
          <a:bodyPr wrap="none">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600" b="1">
                <a:solidFill>
                  <a:srgbClr val="002060"/>
                </a:solidFill>
              </a:rPr>
              <a:t>1.1.5. </a:t>
            </a:r>
            <a:r>
              <a:rPr lang="en-US" altLang="zh-CN" sz="2600" b="1">
                <a:solidFill>
                  <a:srgbClr val="002060"/>
                </a:solidFill>
              </a:rPr>
              <a:t>Sự phân cực của điện cực</a:t>
            </a:r>
          </a:p>
        </p:txBody>
      </p:sp>
      <p:sp>
        <p:nvSpPr>
          <p:cNvPr id="3481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B03F8BE-C935-4FDC-830B-E63A019A6CA5}" type="slidenum">
              <a:rPr lang="en-US" altLang="ru-RU">
                <a:solidFill>
                  <a:srgbClr val="FFFFFF"/>
                </a:solidFill>
                <a:latin typeface="Arial" panose="020B0604020202020204" pitchFamily="34" charset="0"/>
                <a:cs typeface="Arial" panose="020B0604020202020204" pitchFamily="34" charset="0"/>
              </a:rPr>
              <a:pPr/>
              <a:t>23</a:t>
            </a:fld>
            <a:endParaRPr lang="en-US" altLang="ru-RU">
              <a:solidFill>
                <a:srgbClr val="FFFFFF"/>
              </a:solidFill>
              <a:latin typeface="Arial" panose="020B0604020202020204" pitchFamily="34" charset="0"/>
              <a:cs typeface="Arial" panose="020B0604020202020204" pitchFamily="34" charset="0"/>
            </a:endParaRPr>
          </a:p>
        </p:txBody>
      </p:sp>
      <p:sp>
        <p:nvSpPr>
          <p:cNvPr id="34820" name="Rectangle 5"/>
          <p:cNvSpPr>
            <a:spLocks noChangeArrowheads="1"/>
          </p:cNvSpPr>
          <p:nvPr/>
        </p:nvSpPr>
        <p:spPr bwMode="auto">
          <a:xfrm>
            <a:off x="611188" y="1196975"/>
            <a:ext cx="8208962"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Ở trạng thái cân bằng, E</a:t>
            </a:r>
            <a:r>
              <a:rPr lang="en-US" altLang="zh-CN" sz="2200" baseline="-25000">
                <a:latin typeface="Arial" panose="020B0604020202020204" pitchFamily="34" charset="0"/>
                <a:cs typeface="Arial" panose="020B0604020202020204" pitchFamily="34" charset="0"/>
              </a:rPr>
              <a:t>cb</a:t>
            </a:r>
            <a:r>
              <a:rPr lang="en-US" altLang="zh-CN" sz="2200">
                <a:latin typeface="Arial" panose="020B0604020202020204" pitchFamily="34" charset="0"/>
                <a:cs typeface="Arial" panose="020B0604020202020204" pitchFamily="34" charset="0"/>
              </a:rPr>
              <a:t> tính theo phương trình Nernst. </a:t>
            </a:r>
          </a:p>
          <a:p>
            <a:pPr algn="just" eaLnBrk="1" hangingPunct="1">
              <a:lnSpc>
                <a:spcPct val="150000"/>
              </a:lnSpc>
              <a:spcBef>
                <a:spcPts val="600"/>
              </a:spcBef>
            </a:pPr>
            <a:endParaRPr lang="en-US" altLang="zh-CN" sz="2200">
              <a:latin typeface="Arial" panose="020B0604020202020204" pitchFamily="34" charset="0"/>
              <a:cs typeface="Arial" panose="020B0604020202020204" pitchFamily="34" charset="0"/>
            </a:endParaRPr>
          </a:p>
          <a:p>
            <a:pPr algn="just" eaLnBrk="1" hangingPunct="1">
              <a:lnSpc>
                <a:spcPct val="150000"/>
              </a:lnSpc>
              <a:spcBef>
                <a:spcPts val="600"/>
              </a:spcBef>
            </a:pPr>
            <a:endParaRPr lang="en-US" altLang="zh-CN" sz="2200">
              <a:latin typeface="Arial" panose="020B0604020202020204" pitchFamily="34" charset="0"/>
              <a:cs typeface="Arial" panose="020B0604020202020204" pitchFamily="34" charset="0"/>
            </a:endParaRPr>
          </a:p>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Khi điện cực mất cân bằng như thay đổi nồng độ hoặc đặt điện thế khác E</a:t>
            </a:r>
            <a:r>
              <a:rPr lang="en-US" altLang="zh-CN" sz="2200" baseline="-25000">
                <a:latin typeface="Arial" panose="020B0604020202020204" pitchFamily="34" charset="0"/>
                <a:cs typeface="Arial" panose="020B0604020202020204" pitchFamily="34" charset="0"/>
              </a:rPr>
              <a:t>cb</a:t>
            </a:r>
            <a:r>
              <a:rPr lang="en-US" altLang="zh-CN" sz="2200">
                <a:latin typeface="Arial" panose="020B0604020202020204" pitchFamily="34" charset="0"/>
                <a:cs typeface="Arial" panose="020B0604020202020204" pitchFamily="34" charset="0"/>
              </a:rPr>
              <a:t> vào điện cực thì dòng điện sẽ chạy qua điện cực và điện cực sẽ nhận một giá trị thế mới E</a:t>
            </a:r>
            <a:r>
              <a:rPr lang="en-US" altLang="zh-CN" sz="2200" baseline="-25000">
                <a:latin typeface="Arial" panose="020B0604020202020204" pitchFamily="34" charset="0"/>
                <a:cs typeface="Arial" panose="020B0604020202020204" pitchFamily="34" charset="0"/>
              </a:rPr>
              <a:t>i</a:t>
            </a:r>
            <a:r>
              <a:rPr lang="en-US" altLang="zh-CN" sz="2200">
                <a:latin typeface="Arial" panose="020B0604020202020204" pitchFamily="34" charset="0"/>
                <a:cs typeface="Arial" panose="020B0604020202020204" pitchFamily="34" charset="0"/>
              </a:rPr>
              <a:t> khác E</a:t>
            </a:r>
            <a:r>
              <a:rPr lang="en-US" altLang="zh-CN" sz="2200" baseline="-25000">
                <a:latin typeface="Arial" panose="020B0604020202020204" pitchFamily="34" charset="0"/>
                <a:cs typeface="Arial" panose="020B0604020202020204" pitchFamily="34" charset="0"/>
              </a:rPr>
              <a:t>cb</a:t>
            </a:r>
            <a:r>
              <a:rPr lang="en-US" altLang="zh-CN" sz="2200">
                <a:latin typeface="Arial" panose="020B0604020202020204" pitchFamily="34" charset="0"/>
                <a:cs typeface="Arial" panose="020B0604020202020204" pitchFamily="34" charset="0"/>
              </a:rPr>
              <a:t>.</a:t>
            </a:r>
          </a:p>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E</a:t>
            </a:r>
            <a:r>
              <a:rPr lang="en-US" altLang="zh-CN" sz="2200" baseline="-25000">
                <a:latin typeface="Arial" panose="020B0604020202020204" pitchFamily="34" charset="0"/>
                <a:cs typeface="Arial" panose="020B0604020202020204" pitchFamily="34" charset="0"/>
              </a:rPr>
              <a:t>i</a:t>
            </a:r>
            <a:r>
              <a:rPr lang="en-US" altLang="zh-CN" sz="2200">
                <a:latin typeface="Arial" panose="020B0604020202020204" pitchFamily="34" charset="0"/>
                <a:cs typeface="Arial" panose="020B0604020202020204" pitchFamily="34" charset="0"/>
              </a:rPr>
              <a:t> ≠ E</a:t>
            </a:r>
            <a:r>
              <a:rPr lang="en-US" altLang="zh-CN" sz="2200" baseline="-25000">
                <a:latin typeface="Arial" panose="020B0604020202020204" pitchFamily="34" charset="0"/>
                <a:cs typeface="Arial" panose="020B0604020202020204" pitchFamily="34" charset="0"/>
              </a:rPr>
              <a:t>cb</a:t>
            </a:r>
            <a:r>
              <a:rPr lang="en-US" altLang="zh-CN" sz="2200">
                <a:latin typeface="Arial" panose="020B0604020202020204" pitchFamily="34" charset="0"/>
                <a:cs typeface="Arial" panose="020B0604020202020204" pitchFamily="34" charset="0"/>
              </a:rPr>
              <a:t>: điện cực bị phân cực</a:t>
            </a:r>
          </a:p>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Sự phân cực của điện cực: E = E</a:t>
            </a:r>
            <a:r>
              <a:rPr lang="en-US" altLang="zh-CN" sz="2200" baseline="-25000">
                <a:latin typeface="Arial" panose="020B0604020202020204" pitchFamily="34" charset="0"/>
                <a:cs typeface="Arial" panose="020B0604020202020204" pitchFamily="34" charset="0"/>
              </a:rPr>
              <a:t>i</a:t>
            </a:r>
            <a:r>
              <a:rPr lang="en-US" altLang="zh-CN" sz="2200">
                <a:latin typeface="Arial" panose="020B0604020202020204" pitchFamily="34" charset="0"/>
                <a:cs typeface="Arial" panose="020B0604020202020204" pitchFamily="34" charset="0"/>
              </a:rPr>
              <a:t> – E</a:t>
            </a:r>
            <a:r>
              <a:rPr lang="en-US" altLang="zh-CN" sz="2200" baseline="-25000">
                <a:latin typeface="Arial" panose="020B0604020202020204" pitchFamily="34" charset="0"/>
                <a:cs typeface="Arial" panose="020B0604020202020204" pitchFamily="34" charset="0"/>
              </a:rPr>
              <a:t>cb</a:t>
            </a:r>
            <a:endParaRPr lang="en-US" altLang="zh-CN" sz="2200">
              <a:latin typeface="Arial" panose="020B0604020202020204" pitchFamily="34" charset="0"/>
              <a:cs typeface="Arial" panose="020B0604020202020204" pitchFamily="34" charset="0"/>
            </a:endParaRPr>
          </a:p>
        </p:txBody>
      </p:sp>
      <p:graphicFrame>
        <p:nvGraphicFramePr>
          <p:cNvPr id="34821" name="Object 88"/>
          <p:cNvGraphicFramePr>
            <a:graphicFrameLocks noChangeAspect="1"/>
          </p:cNvGraphicFramePr>
          <p:nvPr/>
        </p:nvGraphicFramePr>
        <p:xfrm>
          <a:off x="1619250" y="1916113"/>
          <a:ext cx="6832600" cy="1033462"/>
        </p:xfrm>
        <a:graphic>
          <a:graphicData uri="http://schemas.openxmlformats.org/presentationml/2006/ole">
            <mc:AlternateContent xmlns:mc="http://schemas.openxmlformats.org/markup-compatibility/2006">
              <mc:Choice xmlns:v="urn:schemas-microsoft-com:vml" Requires="v">
                <p:oleObj spid="_x0000_s34822" name="Equation" r:id="rId3" imgW="3200400" imgH="419100" progId="">
                  <p:embed/>
                </p:oleObj>
              </mc:Choice>
              <mc:Fallback>
                <p:oleObj name="Equation" r:id="rId3" imgW="3200400" imgH="419100" progId="">
                  <p:embed/>
                  <p:pic>
                    <p:nvPicPr>
                      <p:cNvPr id="0" name="Object 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916113"/>
                        <a:ext cx="683260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Номер слайда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B0CFA39-765E-4FEA-84DC-DAED2A639889}" type="slidenum">
              <a:rPr lang="en-US" altLang="ru-RU">
                <a:solidFill>
                  <a:srgbClr val="FFFFFF"/>
                </a:solidFill>
                <a:latin typeface="Arial" panose="020B0604020202020204" pitchFamily="34" charset="0"/>
                <a:cs typeface="Arial" panose="020B0604020202020204" pitchFamily="34" charset="0"/>
              </a:rPr>
              <a:pPr/>
              <a:t>24</a:t>
            </a:fld>
            <a:endParaRPr lang="en-US" altLang="ru-RU">
              <a:solidFill>
                <a:srgbClr val="FFFFFF"/>
              </a:solidFill>
              <a:latin typeface="Arial" panose="020B0604020202020204" pitchFamily="34" charset="0"/>
              <a:cs typeface="Arial" panose="020B0604020202020204" pitchFamily="34" charset="0"/>
            </a:endParaRPr>
          </a:p>
        </p:txBody>
      </p:sp>
      <p:pic>
        <p:nvPicPr>
          <p:cNvPr id="3584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3" y="476250"/>
            <a:ext cx="9174163"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4292600"/>
            <a:ext cx="821055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Номер слайда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03B5255-6704-4AD3-AAEE-754B9F01003C}" type="slidenum">
              <a:rPr lang="en-US" altLang="ru-RU">
                <a:solidFill>
                  <a:srgbClr val="FFFFFF"/>
                </a:solidFill>
                <a:latin typeface="Arial" panose="020B0604020202020204" pitchFamily="34" charset="0"/>
                <a:cs typeface="Arial" panose="020B0604020202020204" pitchFamily="34" charset="0"/>
              </a:rPr>
              <a:pPr/>
              <a:t>25</a:t>
            </a:fld>
            <a:endParaRPr lang="en-US" altLang="ru-RU">
              <a:solidFill>
                <a:srgbClr val="FFFFFF"/>
              </a:solidFill>
              <a:latin typeface="Arial" panose="020B0604020202020204" pitchFamily="34" charset="0"/>
              <a:cs typeface="Arial" panose="020B0604020202020204" pitchFamily="34" charset="0"/>
            </a:endParaRPr>
          </a:p>
        </p:txBody>
      </p:sp>
      <p:pic>
        <p:nvPicPr>
          <p:cNvPr id="368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333375"/>
            <a:ext cx="8064500" cy="488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547813" y="188913"/>
            <a:ext cx="3344862" cy="492125"/>
          </a:xfrm>
          <a:prstGeom prst="rect">
            <a:avLst/>
          </a:prstGeom>
          <a:solidFill>
            <a:schemeClr val="accent1">
              <a:lumMod val="40000"/>
              <a:lumOff val="60000"/>
            </a:schemeClr>
          </a:solidFill>
          <a:ln>
            <a:solidFill>
              <a:schemeClr val="tx1"/>
            </a:solidFill>
          </a:ln>
        </p:spPr>
        <p:txBody>
          <a:bodyPr wrap="none">
            <a:spAutoFit/>
          </a:bodyPr>
          <a:lstStyle/>
          <a:p>
            <a:pPr marL="508000" indent="-449263" algn="just" eaLnBrk="1" fontAlgn="auto" hangingPunct="1">
              <a:spcBef>
                <a:spcPts val="600"/>
              </a:spcBef>
              <a:spcAft>
                <a:spcPts val="600"/>
              </a:spcAft>
              <a:defRPr/>
            </a:pPr>
            <a:r>
              <a:rPr lang="en-US" sz="2600" b="1" dirty="0">
                <a:solidFill>
                  <a:srgbClr val="002060"/>
                </a:solidFill>
                <a:latin typeface="+mn-lt"/>
              </a:rPr>
              <a:t>1.1.6. </a:t>
            </a:r>
            <a:r>
              <a:rPr lang="en-US" sz="2600" b="1" dirty="0" err="1">
                <a:solidFill>
                  <a:srgbClr val="002060"/>
                </a:solidFill>
                <a:latin typeface="+mn-lt"/>
              </a:rPr>
              <a:t>Thế</a:t>
            </a:r>
            <a:r>
              <a:rPr lang="en-US" sz="2600" b="1" dirty="0">
                <a:solidFill>
                  <a:srgbClr val="002060"/>
                </a:solidFill>
                <a:latin typeface="+mn-lt"/>
              </a:rPr>
              <a:t> </a:t>
            </a:r>
            <a:r>
              <a:rPr lang="en-US" sz="2600" b="1" dirty="0" err="1">
                <a:solidFill>
                  <a:srgbClr val="002060"/>
                </a:solidFill>
                <a:latin typeface="+mn-lt"/>
              </a:rPr>
              <a:t>đ</a:t>
            </a:r>
            <a:r>
              <a:rPr lang="en-US" altLang="zh-CN" sz="2600" b="1" dirty="0" err="1">
                <a:solidFill>
                  <a:srgbClr val="002060"/>
                </a:solidFill>
                <a:latin typeface="+mn-lt"/>
              </a:rPr>
              <a:t>iện</a:t>
            </a:r>
            <a:r>
              <a:rPr lang="en-US" altLang="zh-CN" sz="2600" b="1" dirty="0">
                <a:solidFill>
                  <a:srgbClr val="002060"/>
                </a:solidFill>
                <a:latin typeface="+mn-lt"/>
              </a:rPr>
              <a:t> </a:t>
            </a:r>
            <a:r>
              <a:rPr lang="en-US" altLang="zh-CN" sz="2600" b="1" dirty="0" err="1">
                <a:solidFill>
                  <a:srgbClr val="002060"/>
                </a:solidFill>
                <a:latin typeface="+mn-lt"/>
              </a:rPr>
              <a:t>cực</a:t>
            </a:r>
            <a:r>
              <a:rPr lang="en-US" altLang="zh-CN" sz="2600" b="1" dirty="0">
                <a:solidFill>
                  <a:srgbClr val="002060"/>
                </a:solidFill>
                <a:latin typeface="+mn-lt"/>
              </a:rPr>
              <a:t> </a:t>
            </a:r>
          </a:p>
        </p:txBody>
      </p:sp>
      <p:sp>
        <p:nvSpPr>
          <p:cNvPr id="37891" name="Rectangle 8"/>
          <p:cNvSpPr>
            <a:spLocks noChangeArrowheads="1"/>
          </p:cNvSpPr>
          <p:nvPr/>
        </p:nvSpPr>
        <p:spPr bwMode="auto">
          <a:xfrm>
            <a:off x="827088" y="1125538"/>
            <a:ext cx="7499350" cy="161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Tại mặt tiếp xúc giữa điện cực và dung dịch có một hiệu điện thế gọi là thế điện cực. Thế điện cực phụ thuộc vào bản chất của điện cực và nồng độ ion dung dịch.</a:t>
            </a:r>
          </a:p>
        </p:txBody>
      </p:sp>
      <p:graphicFrame>
        <p:nvGraphicFramePr>
          <p:cNvPr id="37892" name="Object 343"/>
          <p:cNvGraphicFramePr>
            <a:graphicFrameLocks noChangeAspect="1"/>
          </p:cNvGraphicFramePr>
          <p:nvPr/>
        </p:nvGraphicFramePr>
        <p:xfrm>
          <a:off x="2124075" y="3227388"/>
          <a:ext cx="1787525" cy="2125662"/>
        </p:xfrm>
        <a:graphic>
          <a:graphicData uri="http://schemas.openxmlformats.org/presentationml/2006/ole">
            <mc:AlternateContent xmlns:mc="http://schemas.openxmlformats.org/markup-compatibility/2006">
              <mc:Choice xmlns:v="urn:schemas-microsoft-com:vml" Requires="v">
                <p:oleObj spid="_x0000_s37896" name="Photo Editor Photo" r:id="rId3" imgW="5714286" imgH="8078328" progId="">
                  <p:embed/>
                </p:oleObj>
              </mc:Choice>
              <mc:Fallback>
                <p:oleObj name="Photo Editor Photo" r:id="rId3" imgW="5714286" imgH="8078328" progId="">
                  <p:embed/>
                  <p:pic>
                    <p:nvPicPr>
                      <p:cNvPr id="0" name="Object 343"/>
                      <p:cNvPicPr>
                        <a:picLocks noChangeAspect="1" noChangeArrowheads="1"/>
                      </p:cNvPicPr>
                      <p:nvPr/>
                    </p:nvPicPr>
                    <p:blipFill>
                      <a:blip r:embed="rId4">
                        <a:extLst>
                          <a:ext uri="{28A0092B-C50C-407E-A947-70E740481C1C}">
                            <a14:useLocalDpi xmlns:a14="http://schemas.microsoft.com/office/drawing/2010/main" val="0"/>
                          </a:ext>
                        </a:extLst>
                      </a:blip>
                      <a:srcRect l="11111" t="39305" r="48889" b="30823"/>
                      <a:stretch>
                        <a:fillRect/>
                      </a:stretch>
                    </p:blipFill>
                    <p:spPr bwMode="auto">
                      <a:xfrm>
                        <a:off x="2124075" y="3227388"/>
                        <a:ext cx="1787525"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3" name="Object 344"/>
          <p:cNvGraphicFramePr>
            <a:graphicFrameLocks noChangeAspect="1"/>
          </p:cNvGraphicFramePr>
          <p:nvPr/>
        </p:nvGraphicFramePr>
        <p:xfrm>
          <a:off x="4932363" y="2925763"/>
          <a:ext cx="1785937" cy="2124075"/>
        </p:xfrm>
        <a:graphic>
          <a:graphicData uri="http://schemas.openxmlformats.org/presentationml/2006/ole">
            <mc:AlternateContent xmlns:mc="http://schemas.openxmlformats.org/markup-compatibility/2006">
              <mc:Choice xmlns:v="urn:schemas-microsoft-com:vml" Requires="v">
                <p:oleObj spid="_x0000_s37897" name="Photo Editor Photo" r:id="rId5" imgW="5714286" imgH="8078328" progId="">
                  <p:embed/>
                </p:oleObj>
              </mc:Choice>
              <mc:Fallback>
                <p:oleObj name="Photo Editor Photo" r:id="rId5" imgW="5714286" imgH="8078328" progId="">
                  <p:embed/>
                  <p:pic>
                    <p:nvPicPr>
                      <p:cNvPr id="0" name="Object 344"/>
                      <p:cNvPicPr>
                        <a:picLocks noChangeAspect="1" noChangeArrowheads="1"/>
                      </p:cNvPicPr>
                      <p:nvPr/>
                    </p:nvPicPr>
                    <p:blipFill>
                      <a:blip r:embed="rId4">
                        <a:extLst>
                          <a:ext uri="{28A0092B-C50C-407E-A947-70E740481C1C}">
                            <a14:useLocalDpi xmlns:a14="http://schemas.microsoft.com/office/drawing/2010/main" val="0"/>
                          </a:ext>
                        </a:extLst>
                      </a:blip>
                      <a:srcRect l="48889" t="39305" r="8888" b="30823"/>
                      <a:stretch>
                        <a:fillRect/>
                      </a:stretch>
                    </p:blipFill>
                    <p:spPr bwMode="auto">
                      <a:xfrm>
                        <a:off x="4932363" y="2925763"/>
                        <a:ext cx="1785937"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4" name="Text Box 4"/>
          <p:cNvSpPr txBox="1">
            <a:spLocks noChangeArrowheads="1"/>
          </p:cNvSpPr>
          <p:nvPr/>
        </p:nvSpPr>
        <p:spPr bwMode="auto">
          <a:xfrm>
            <a:off x="1547813" y="5445125"/>
            <a:ext cx="68405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zh-CN" sz="2200">
                <a:latin typeface="Arial" panose="020B0604020202020204" pitchFamily="34" charset="0"/>
                <a:cs typeface="Arial" panose="020B0604020202020204" pitchFamily="34" charset="0"/>
              </a:rPr>
              <a:t>Điện cực kim loại – ion kim loại Me / Me</a:t>
            </a:r>
            <a:r>
              <a:rPr lang="en-US" altLang="zh-CN" sz="2200" baseline="30000">
                <a:latin typeface="Arial" panose="020B0604020202020204" pitchFamily="34" charset="0"/>
                <a:cs typeface="Arial" panose="020B0604020202020204" pitchFamily="34" charset="0"/>
              </a:rPr>
              <a:t>n+</a:t>
            </a:r>
            <a:r>
              <a:rPr lang="en-US" altLang="zh-CN" sz="2200">
                <a:latin typeface="Arial" panose="020B0604020202020204" pitchFamily="34" charset="0"/>
                <a:cs typeface="Arial" panose="020B0604020202020204" pitchFamily="34" charset="0"/>
              </a:rPr>
              <a:t>//</a:t>
            </a:r>
          </a:p>
        </p:txBody>
      </p:sp>
      <p:sp>
        <p:nvSpPr>
          <p:cNvPr id="3789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99EAD83-EDCC-4936-BFA4-7E77A75587AA}" type="slidenum">
              <a:rPr lang="en-US" altLang="ru-RU">
                <a:solidFill>
                  <a:srgbClr val="FFFFFF"/>
                </a:solidFill>
                <a:latin typeface="Arial" panose="020B0604020202020204" pitchFamily="34" charset="0"/>
                <a:cs typeface="Arial" panose="020B0604020202020204" pitchFamily="34" charset="0"/>
              </a:rPr>
              <a:pPr/>
              <a:t>26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8"/>
          <p:cNvSpPr>
            <a:spLocks noChangeArrowheads="1"/>
          </p:cNvSpPr>
          <p:nvPr/>
        </p:nvSpPr>
        <p:spPr bwMode="auto">
          <a:xfrm>
            <a:off x="611188" y="1287463"/>
            <a:ext cx="8026400"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Thế điện cực phụ thuộc vào bản chất của kim loại mà bề mặt của nó tích điện âm hay dương.</a:t>
            </a:r>
          </a:p>
          <a:p>
            <a:pPr algn="just" eaLnBrk="1" hangingPunct="1">
              <a:lnSpc>
                <a:spcPct val="150000"/>
              </a:lnSpc>
              <a:spcBef>
                <a:spcPts val="6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Kim loại hoạt động hóa học mạnh: Zn, Al, Fe… tích điện âm.</a:t>
            </a:r>
          </a:p>
          <a:p>
            <a:pPr algn="just" eaLnBrk="1" hangingPunct="1">
              <a:lnSpc>
                <a:spcPct val="150000"/>
              </a:lnSpc>
              <a:spcBef>
                <a:spcPts val="6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Kim loại hoạt động hóa học yếu: Cu, Ag, Hg… tích điện dương.</a:t>
            </a:r>
          </a:p>
        </p:txBody>
      </p:sp>
      <p:sp>
        <p:nvSpPr>
          <p:cNvPr id="3891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9CE31B6-F086-4C58-9C4A-8789F4F7C95E}" type="slidenum">
              <a:rPr lang="en-US" altLang="ru-RU">
                <a:solidFill>
                  <a:srgbClr val="FFFFFF"/>
                </a:solidFill>
                <a:latin typeface="Arial" panose="020B0604020202020204" pitchFamily="34" charset="0"/>
                <a:cs typeface="Arial" panose="020B0604020202020204" pitchFamily="34" charset="0"/>
              </a:rPr>
              <a:pPr/>
              <a:t>27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8"/>
          <p:cNvSpPr>
            <a:spLocks noChangeArrowheads="1"/>
          </p:cNvSpPr>
          <p:nvPr/>
        </p:nvSpPr>
        <p:spPr bwMode="auto">
          <a:xfrm>
            <a:off x="700088" y="333375"/>
            <a:ext cx="783272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Để xác định thế cân bằng của một điện cực người ta phải chọn một điện cực chuẩn có thế quy định là 0.</a:t>
            </a:r>
          </a:p>
        </p:txBody>
      </p:sp>
      <p:sp>
        <p:nvSpPr>
          <p:cNvPr id="3993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0A95A82-B3D0-41F0-8EC4-CE59B5B65E4D}" type="slidenum">
              <a:rPr lang="en-US" altLang="ru-RU">
                <a:solidFill>
                  <a:srgbClr val="FFFFFF"/>
                </a:solidFill>
                <a:latin typeface="Arial" panose="020B0604020202020204" pitchFamily="34" charset="0"/>
                <a:cs typeface="Arial" panose="020B0604020202020204" pitchFamily="34" charset="0"/>
              </a:rPr>
              <a:pPr/>
              <a:t>28</a:t>
            </a:fld>
            <a:endParaRPr lang="en-US" altLang="ru-RU">
              <a:solidFill>
                <a:srgbClr val="FFFFFF"/>
              </a:solidFill>
              <a:latin typeface="Arial" panose="020B0604020202020204" pitchFamily="34" charset="0"/>
              <a:cs typeface="Arial" panose="020B0604020202020204" pitchFamily="34" charset="0"/>
            </a:endParaRPr>
          </a:p>
        </p:txBody>
      </p:sp>
      <p:sp>
        <p:nvSpPr>
          <p:cNvPr id="39940" name="Rectangle 9"/>
          <p:cNvSpPr>
            <a:spLocks noChangeArrowheads="1"/>
          </p:cNvSpPr>
          <p:nvPr/>
        </p:nvSpPr>
        <p:spPr bwMode="auto">
          <a:xfrm>
            <a:off x="6588125" y="1874838"/>
            <a:ext cx="2286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800" b="1">
                <a:latin typeface="Times New Roman" panose="02020603050405020304" pitchFamily="18" charset="0"/>
                <a:cs typeface="Times New Roman" panose="02020603050405020304" pitchFamily="18" charset="0"/>
              </a:rPr>
              <a:t>E</a:t>
            </a:r>
            <a:r>
              <a:rPr lang="en-US" altLang="zh-CN" sz="2800" b="1" baseline="30000">
                <a:latin typeface="Times New Roman" panose="02020603050405020304" pitchFamily="18" charset="0"/>
                <a:cs typeface="Times New Roman" panose="02020603050405020304" pitchFamily="18" charset="0"/>
              </a:rPr>
              <a:t>0</a:t>
            </a:r>
            <a:r>
              <a:rPr lang="en-US" altLang="zh-CN" sz="2800" b="1" baseline="-25000">
                <a:latin typeface="Times New Roman" panose="02020603050405020304" pitchFamily="18" charset="0"/>
                <a:cs typeface="Times New Roman" panose="02020603050405020304" pitchFamily="18" charset="0"/>
              </a:rPr>
              <a:t>2H</a:t>
            </a:r>
            <a:r>
              <a:rPr lang="en-US" altLang="zh-CN" sz="2800" b="1" baseline="30000">
                <a:latin typeface="Times New Roman" panose="02020603050405020304" pitchFamily="18" charset="0"/>
                <a:cs typeface="Times New Roman" panose="02020603050405020304" pitchFamily="18" charset="0"/>
              </a:rPr>
              <a:t>+</a:t>
            </a:r>
            <a:r>
              <a:rPr lang="en-US" altLang="zh-CN" sz="2800" b="1" baseline="-25000">
                <a:latin typeface="Times New Roman" panose="02020603050405020304" pitchFamily="18" charset="0"/>
                <a:cs typeface="Times New Roman" panose="02020603050405020304" pitchFamily="18" charset="0"/>
              </a:rPr>
              <a:t>/H2</a:t>
            </a:r>
            <a:r>
              <a:rPr lang="en-US" altLang="zh-CN" sz="2800" b="1">
                <a:latin typeface="Times New Roman" panose="02020603050405020304" pitchFamily="18" charset="0"/>
                <a:cs typeface="Times New Roman" panose="02020603050405020304" pitchFamily="18" charset="0"/>
              </a:rPr>
              <a:t>= 0 V</a:t>
            </a:r>
          </a:p>
        </p:txBody>
      </p:sp>
      <p:pic>
        <p:nvPicPr>
          <p:cNvPr id="39941" name="Picture 2" descr="http://chemwiki.ucdavis.edu/@api/deki/files/16635/19.6.jpg?revisio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412875"/>
            <a:ext cx="6032500" cy="504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3"/>
          <p:cNvSpPr txBox="1">
            <a:spLocks noChangeArrowheads="1"/>
          </p:cNvSpPr>
          <p:nvPr/>
        </p:nvSpPr>
        <p:spPr bwMode="gray">
          <a:xfrm>
            <a:off x="755650" y="188913"/>
            <a:ext cx="770413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US" altLang="zh-CN" sz="2200">
                <a:latin typeface="Arial" panose="020B0604020202020204" pitchFamily="34" charset="0"/>
                <a:cs typeface="Arial" panose="020B0604020202020204" pitchFamily="34" charset="0"/>
              </a:rPr>
              <a:t>Theo qui ước quốc tế, ta thường so sánh điện thế của điện cực này với điện cực so sánh hidro tiêu chuẩn.</a:t>
            </a:r>
          </a:p>
        </p:txBody>
      </p:sp>
      <p:sp>
        <p:nvSpPr>
          <p:cNvPr id="4096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D6C9045-2A4C-4D68-8BB5-A542801645DF}" type="slidenum">
              <a:rPr lang="en-US" altLang="ru-RU">
                <a:solidFill>
                  <a:srgbClr val="FFFFFF"/>
                </a:solidFill>
                <a:latin typeface="Arial" panose="020B0604020202020204" pitchFamily="34" charset="0"/>
                <a:cs typeface="Arial" panose="020B0604020202020204" pitchFamily="34" charset="0"/>
              </a:rPr>
              <a:pPr/>
              <a:t>29</a:t>
            </a:fld>
            <a:endParaRPr lang="en-US" altLang="ru-RU">
              <a:solidFill>
                <a:srgbClr val="FFFFFF"/>
              </a:solidFill>
              <a:latin typeface="Arial" panose="020B0604020202020204" pitchFamily="34" charset="0"/>
              <a:cs typeface="Arial" panose="020B0604020202020204" pitchFamily="34" charset="0"/>
            </a:endParaRPr>
          </a:p>
        </p:txBody>
      </p:sp>
      <p:pic>
        <p:nvPicPr>
          <p:cNvPr id="4096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1557338"/>
            <a:ext cx="5435600"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CF8FCFB-E2AD-4908-943F-491CC8E73B4A}" type="slidenum">
              <a:rPr lang="en-US" altLang="ru-RU">
                <a:solidFill>
                  <a:srgbClr val="FFFFFF"/>
                </a:solidFill>
                <a:latin typeface="Arial" panose="020B0604020202020204" pitchFamily="34" charset="0"/>
                <a:cs typeface="Arial" panose="020B0604020202020204" pitchFamily="34" charset="0"/>
              </a:rPr>
              <a:pPr/>
              <a:t>30</a:t>
            </a:fld>
            <a:endParaRPr lang="en-US" altLang="ru-RU">
              <a:solidFill>
                <a:srgbClr val="FFFFFF"/>
              </a:solidFill>
              <a:latin typeface="Arial" panose="020B0604020202020204" pitchFamily="34" charset="0"/>
              <a:cs typeface="Arial" panose="020B0604020202020204" pitchFamily="34" charset="0"/>
            </a:endParaRPr>
          </a:p>
        </p:txBody>
      </p:sp>
      <p:pic>
        <p:nvPicPr>
          <p:cNvPr id="4198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63" y="1412875"/>
            <a:ext cx="5761037"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Box 2"/>
          <p:cNvSpPr txBox="1">
            <a:spLocks noChangeArrowheads="1"/>
          </p:cNvSpPr>
          <p:nvPr/>
        </p:nvSpPr>
        <p:spPr bwMode="auto">
          <a:xfrm>
            <a:off x="5724525" y="2293938"/>
            <a:ext cx="43211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200">
                <a:latin typeface="Arial" panose="020B0604020202020204" pitchFamily="34" charset="0"/>
                <a:cs typeface="Arial" panose="020B0604020202020204" pitchFamily="34" charset="0"/>
              </a:rPr>
              <a:t>E</a:t>
            </a:r>
            <a:r>
              <a:rPr lang="en-US" altLang="en-US" sz="2200" baseline="-25000">
                <a:latin typeface="Arial" panose="020B0604020202020204" pitchFamily="34" charset="0"/>
                <a:cs typeface="Arial" panose="020B0604020202020204" pitchFamily="34" charset="0"/>
              </a:rPr>
              <a:t>sđđ</a:t>
            </a:r>
            <a:r>
              <a:rPr lang="en-US" altLang="en-US" sz="2200">
                <a:latin typeface="Arial" panose="020B0604020202020204" pitchFamily="34" charset="0"/>
                <a:cs typeface="Arial" panose="020B0604020202020204" pitchFamily="34" charset="0"/>
              </a:rPr>
              <a:t> = E</a:t>
            </a:r>
            <a:r>
              <a:rPr lang="en-US" altLang="en-US" sz="2200" baseline="-25000">
                <a:latin typeface="Arial" panose="020B0604020202020204" pitchFamily="34" charset="0"/>
                <a:cs typeface="Arial" panose="020B0604020202020204" pitchFamily="34" charset="0"/>
              </a:rPr>
              <a:t>Zn2+/Zn</a:t>
            </a:r>
            <a:r>
              <a:rPr lang="en-US" altLang="en-US" sz="2200">
                <a:latin typeface="Arial" panose="020B0604020202020204" pitchFamily="34" charset="0"/>
                <a:cs typeface="Arial" panose="020B0604020202020204" pitchFamily="34" charset="0"/>
              </a:rPr>
              <a:t> -  E</a:t>
            </a:r>
            <a:r>
              <a:rPr lang="en-US" altLang="en-US" sz="2200" baseline="-25000">
                <a:latin typeface="Arial" panose="020B0604020202020204" pitchFamily="34" charset="0"/>
                <a:cs typeface="Arial" panose="020B0604020202020204" pitchFamily="34" charset="0"/>
              </a:rPr>
              <a:t>H+/H2</a:t>
            </a:r>
            <a:r>
              <a:rPr lang="en-US" altLang="en-US" sz="2200">
                <a:latin typeface="Arial" panose="020B0604020202020204" pitchFamily="34" charset="0"/>
                <a:cs typeface="Arial" panose="020B0604020202020204" pitchFamily="34" charset="0"/>
              </a:rPr>
              <a:t> </a:t>
            </a:r>
          </a:p>
        </p:txBody>
      </p:sp>
      <p:sp>
        <p:nvSpPr>
          <p:cNvPr id="41989" name="Rectangle 5"/>
          <p:cNvSpPr>
            <a:spLocks noChangeArrowheads="1"/>
          </p:cNvSpPr>
          <p:nvPr/>
        </p:nvSpPr>
        <p:spPr bwMode="auto">
          <a:xfrm>
            <a:off x="6434138" y="2924175"/>
            <a:ext cx="2720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400">
                <a:solidFill>
                  <a:srgbClr val="FF0000"/>
                </a:solidFill>
                <a:latin typeface="Arial" panose="020B0604020202020204" pitchFamily="34" charset="0"/>
                <a:cs typeface="Arial" panose="020B0604020202020204" pitchFamily="34" charset="0"/>
              </a:rPr>
              <a:t>E</a:t>
            </a:r>
            <a:r>
              <a:rPr lang="en-US" altLang="zh-CN" sz="2400" baseline="30000">
                <a:solidFill>
                  <a:srgbClr val="FF0000"/>
                </a:solidFill>
                <a:latin typeface="Arial" panose="020B0604020202020204" pitchFamily="34" charset="0"/>
                <a:cs typeface="Arial" panose="020B0604020202020204" pitchFamily="34" charset="0"/>
              </a:rPr>
              <a:t>0</a:t>
            </a:r>
            <a:r>
              <a:rPr lang="en-US" altLang="zh-CN" sz="2400" baseline="-25000">
                <a:solidFill>
                  <a:srgbClr val="FF0000"/>
                </a:solidFill>
                <a:latin typeface="Arial" panose="020B0604020202020204" pitchFamily="34" charset="0"/>
                <a:cs typeface="Arial" panose="020B0604020202020204" pitchFamily="34" charset="0"/>
              </a:rPr>
              <a:t>Zn2+/Zn</a:t>
            </a:r>
            <a:r>
              <a:rPr lang="en-US" altLang="zh-CN" sz="2400">
                <a:solidFill>
                  <a:srgbClr val="FF0000"/>
                </a:solidFill>
                <a:latin typeface="Arial" panose="020B0604020202020204" pitchFamily="34" charset="0"/>
                <a:cs typeface="Arial" panose="020B0604020202020204" pitchFamily="34" charset="0"/>
              </a:rPr>
              <a:t>= -0.763 V</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179388" y="620713"/>
            <a:ext cx="8640762" cy="5256212"/>
            <a:chOff x="521" y="799"/>
            <a:chExt cx="4717" cy="3266"/>
          </a:xfrm>
        </p:grpSpPr>
        <p:pic>
          <p:nvPicPr>
            <p:cNvPr id="4301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 y="799"/>
              <a:ext cx="2033" cy="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 y="806"/>
              <a:ext cx="1953" cy="3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9" y="808"/>
              <a:ext cx="749" cy="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01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D4E743D-A74D-4970-88E5-4D11DC2D6CEF}" type="slidenum">
              <a:rPr lang="en-US" altLang="ru-RU">
                <a:solidFill>
                  <a:srgbClr val="FFFFFF"/>
                </a:solidFill>
                <a:latin typeface="Arial" panose="020B0604020202020204" pitchFamily="34" charset="0"/>
                <a:cs typeface="Arial" panose="020B0604020202020204" pitchFamily="34" charset="0"/>
              </a:rPr>
              <a:pPr/>
              <a:t>31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8"/>
          <p:cNvSpPr>
            <a:spLocks noChangeArrowheads="1"/>
          </p:cNvSpPr>
          <p:nvPr/>
        </p:nvSpPr>
        <p:spPr bwMode="auto">
          <a:xfrm>
            <a:off x="539750" y="1268413"/>
            <a:ext cx="8269288"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5200650" algn="l"/>
              </a:tabLst>
              <a:defRPr>
                <a:solidFill>
                  <a:schemeClr val="tx1"/>
                </a:solidFill>
                <a:latin typeface="Calibri" panose="020F0502020204030204" pitchFamily="34" charset="0"/>
              </a:defRPr>
            </a:lvl1pPr>
            <a:lvl2pPr marL="742950" indent="-285750">
              <a:tabLst>
                <a:tab pos="5200650" algn="l"/>
              </a:tabLst>
              <a:defRPr>
                <a:solidFill>
                  <a:schemeClr val="tx1"/>
                </a:solidFill>
                <a:latin typeface="Calibri" panose="020F0502020204030204" pitchFamily="34" charset="0"/>
              </a:defRPr>
            </a:lvl2pPr>
            <a:lvl3pPr marL="1143000" indent="-228600">
              <a:tabLst>
                <a:tab pos="5200650" algn="l"/>
              </a:tabLst>
              <a:defRPr>
                <a:solidFill>
                  <a:schemeClr val="tx1"/>
                </a:solidFill>
                <a:latin typeface="Calibri" panose="020F0502020204030204" pitchFamily="34" charset="0"/>
              </a:defRPr>
            </a:lvl3pPr>
            <a:lvl4pPr marL="1600200" indent="-228600">
              <a:tabLst>
                <a:tab pos="5200650" algn="l"/>
              </a:tabLst>
              <a:defRPr>
                <a:solidFill>
                  <a:schemeClr val="tx1"/>
                </a:solidFill>
                <a:latin typeface="Calibri" panose="020F0502020204030204" pitchFamily="34" charset="0"/>
              </a:defRPr>
            </a:lvl4pPr>
            <a:lvl5pPr marL="2057400" indent="-228600">
              <a:tabLst>
                <a:tab pos="520065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520065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520065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520065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5200650" algn="l"/>
              </a:tabLst>
              <a:defRPr>
                <a:solidFill>
                  <a:schemeClr val="tx1"/>
                </a:solidFill>
                <a:latin typeface="Calibri" panose="020F0502020204030204" pitchFamily="34" charset="0"/>
              </a:defRPr>
            </a:lvl9pPr>
          </a:lstStyle>
          <a:p>
            <a:pPr algn="just" eaLnBrk="1" hangingPunct="1">
              <a:lnSpc>
                <a:spcPct val="170000"/>
              </a:lnSpc>
              <a:spcBef>
                <a:spcPct val="30000"/>
              </a:spcBef>
            </a:pPr>
            <a:r>
              <a:rPr lang="en-US" altLang="zh-CN" sz="2200"/>
              <a:t>Khi ta nhúng một điện cực vào dung dịch Ox/Kh, ta có cùng một lúc hai phản ứng ngược chiều</a:t>
            </a:r>
          </a:p>
          <a:p>
            <a:pPr algn="ctr" eaLnBrk="1" hangingPunct="1">
              <a:spcBef>
                <a:spcPct val="30000"/>
              </a:spcBef>
            </a:pPr>
            <a:r>
              <a:rPr lang="en-US" altLang="zh-CN" sz="2200"/>
              <a:t>Ox  + ne</a:t>
            </a:r>
            <a:r>
              <a:rPr lang="en-US" altLang="zh-CN" sz="2200" baseline="30000"/>
              <a:t>-</a:t>
            </a:r>
            <a:r>
              <a:rPr lang="en-US" altLang="zh-CN" sz="2200"/>
              <a:t> </a:t>
            </a:r>
            <a:r>
              <a:rPr lang="en-US" altLang="zh-CN" sz="2200">
                <a:sym typeface="Symbol" panose="05050102010706020507" pitchFamily="18" charset="2"/>
              </a:rPr>
              <a:t></a:t>
            </a:r>
            <a:r>
              <a:rPr lang="en-US" altLang="zh-CN" sz="2200"/>
              <a:t>   Kh</a:t>
            </a:r>
          </a:p>
          <a:p>
            <a:pPr algn="ctr" eaLnBrk="1" hangingPunct="1">
              <a:spcBef>
                <a:spcPct val="30000"/>
              </a:spcBef>
            </a:pPr>
            <a:r>
              <a:rPr lang="en-US" altLang="zh-CN" sz="2200"/>
              <a:t>Kh - ne</a:t>
            </a:r>
            <a:r>
              <a:rPr lang="en-US" altLang="zh-CN" sz="2200" baseline="30000"/>
              <a:t>-</a:t>
            </a:r>
            <a:r>
              <a:rPr lang="en-US" altLang="zh-CN" sz="2200"/>
              <a:t>   </a:t>
            </a:r>
            <a:r>
              <a:rPr lang="en-US" altLang="zh-CN" sz="2200">
                <a:sym typeface="Symbol" panose="05050102010706020507" pitchFamily="18" charset="2"/>
              </a:rPr>
              <a:t></a:t>
            </a:r>
            <a:r>
              <a:rPr lang="en-US" altLang="zh-CN" sz="2200"/>
              <a:t>  Ox</a:t>
            </a:r>
          </a:p>
          <a:p>
            <a:pPr eaLnBrk="1" hangingPunct="1">
              <a:lnSpc>
                <a:spcPct val="150000"/>
              </a:lnSpc>
            </a:pPr>
            <a:r>
              <a:rPr lang="vi-VN" altLang="zh-CN" sz="2200">
                <a:latin typeface="Arial" panose="020B0604020202020204" pitchFamily="34" charset="0"/>
              </a:rPr>
              <a:t>Thế</a:t>
            </a:r>
            <a:r>
              <a:rPr lang="en-US" altLang="zh-CN" sz="2200"/>
              <a:t> </a:t>
            </a:r>
            <a:r>
              <a:rPr lang="vi-VN" altLang="zh-CN" sz="2200">
                <a:latin typeface="Arial" panose="020B0604020202020204" pitchFamily="34" charset="0"/>
              </a:rPr>
              <a:t>điện</a:t>
            </a:r>
            <a:r>
              <a:rPr lang="en-US" altLang="zh-CN" sz="2200"/>
              <a:t> </a:t>
            </a:r>
            <a:r>
              <a:rPr lang="vi-VN" altLang="zh-CN" sz="2200">
                <a:latin typeface="Arial" panose="020B0604020202020204" pitchFamily="34" charset="0"/>
              </a:rPr>
              <a:t>cực</a:t>
            </a:r>
            <a:r>
              <a:rPr lang="en-US" altLang="zh-CN" sz="2200"/>
              <a:t> cân bằng</a:t>
            </a:r>
            <a:r>
              <a:rPr lang="vi-VN" altLang="zh-CN" sz="2200">
                <a:latin typeface="Arial" panose="020B0604020202020204" pitchFamily="34" charset="0"/>
              </a:rPr>
              <a:t> được</a:t>
            </a:r>
            <a:r>
              <a:rPr lang="en-US" altLang="zh-CN" sz="2200"/>
              <a:t> </a:t>
            </a:r>
            <a:r>
              <a:rPr lang="vi-VN" altLang="zh-CN" sz="2200">
                <a:latin typeface="Arial" panose="020B0604020202020204" pitchFamily="34" charset="0"/>
              </a:rPr>
              <a:t>tính</a:t>
            </a:r>
            <a:r>
              <a:rPr lang="en-US" altLang="zh-CN" sz="2200"/>
              <a:t> </a:t>
            </a:r>
            <a:r>
              <a:rPr lang="vi-VN" altLang="zh-CN" sz="2200">
                <a:latin typeface="Arial" panose="020B0604020202020204" pitchFamily="34" charset="0"/>
              </a:rPr>
              <a:t>theo</a:t>
            </a:r>
            <a:r>
              <a:rPr lang="en-US" altLang="zh-CN" sz="2200"/>
              <a:t> ph</a:t>
            </a:r>
            <a:r>
              <a:rPr lang="vi-VN" altLang="zh-CN" sz="2200">
                <a:latin typeface="Arial" panose="020B0604020202020204" pitchFamily="34" charset="0"/>
              </a:rPr>
              <a:t>ươ</a:t>
            </a:r>
            <a:r>
              <a:rPr lang="en-US" altLang="zh-CN" sz="2200"/>
              <a:t>ng trình</a:t>
            </a:r>
            <a:r>
              <a:rPr lang="vi-VN" altLang="zh-CN" sz="2200">
                <a:latin typeface="Arial" panose="020B0604020202020204" pitchFamily="34" charset="0"/>
              </a:rPr>
              <a:t> Nernst: </a:t>
            </a:r>
          </a:p>
        </p:txBody>
      </p:sp>
      <p:graphicFrame>
        <p:nvGraphicFramePr>
          <p:cNvPr id="44035" name="Object 175"/>
          <p:cNvGraphicFramePr>
            <a:graphicFrameLocks noChangeAspect="1"/>
          </p:cNvGraphicFramePr>
          <p:nvPr/>
        </p:nvGraphicFramePr>
        <p:xfrm>
          <a:off x="900113" y="4508500"/>
          <a:ext cx="6832600" cy="1033463"/>
        </p:xfrm>
        <a:graphic>
          <a:graphicData uri="http://schemas.openxmlformats.org/presentationml/2006/ole">
            <mc:AlternateContent xmlns:mc="http://schemas.openxmlformats.org/markup-compatibility/2006">
              <mc:Choice xmlns:v="urn:schemas-microsoft-com:vml" Requires="v">
                <p:oleObj spid="_x0000_s44038" name="Equation" r:id="rId3" imgW="3200400" imgH="419100" progId="">
                  <p:embed/>
                </p:oleObj>
              </mc:Choice>
              <mc:Fallback>
                <p:oleObj name="Equation" r:id="rId3" imgW="3200400" imgH="419100" progId="">
                  <p:embed/>
                  <p:pic>
                    <p:nvPicPr>
                      <p:cNvPr id="0" name="Object 1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4508500"/>
                        <a:ext cx="68326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D484761-1EC8-4389-8015-0F9702B96EAA}" type="slidenum">
              <a:rPr lang="en-US" altLang="ru-RU">
                <a:solidFill>
                  <a:srgbClr val="FFFFFF"/>
                </a:solidFill>
                <a:latin typeface="Arial" panose="020B0604020202020204" pitchFamily="34" charset="0"/>
                <a:cs typeface="Arial" panose="020B0604020202020204" pitchFamily="34" charset="0"/>
              </a:rPr>
              <a:pPr/>
              <a:t>32</a:t>
            </a:fld>
            <a:endParaRPr lang="en-US" altLang="ru-RU">
              <a:solidFill>
                <a:srgbClr val="FFFFFF"/>
              </a:solidFill>
              <a:latin typeface="Arial" panose="020B0604020202020204" pitchFamily="34" charset="0"/>
              <a:cs typeface="Arial" panose="020B0604020202020204" pitchFamily="34" charset="0"/>
            </a:endParaRPr>
          </a:p>
        </p:txBody>
      </p:sp>
      <p:sp>
        <p:nvSpPr>
          <p:cNvPr id="5" name="Rectangle 4"/>
          <p:cNvSpPr/>
          <p:nvPr/>
        </p:nvSpPr>
        <p:spPr>
          <a:xfrm>
            <a:off x="1116013" y="188913"/>
            <a:ext cx="6875462" cy="9302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300"/>
              </a:spcBef>
            </a:pPr>
            <a:r>
              <a:rPr lang="vi-VN" sz="2600" b="1">
                <a:solidFill>
                  <a:srgbClr val="000000"/>
                </a:solidFill>
                <a:latin typeface="Arial" panose="020B0604020202020204" pitchFamily="34" charset="0"/>
                <a:ea typeface="SimSun" panose="02010600030101010101" pitchFamily="2" charset="-122"/>
              </a:rPr>
              <a:t>Sự liên hệ giữa thế và hoạt độ</a:t>
            </a:r>
            <a:r>
              <a:rPr lang="en-US" sz="2600" b="1">
                <a:solidFill>
                  <a:srgbClr val="000000"/>
                </a:solidFill>
                <a:ea typeface="SimSun" panose="02010600030101010101" pitchFamily="2" charset="-122"/>
              </a:rPr>
              <a:t>. </a:t>
            </a:r>
          </a:p>
          <a:p>
            <a:pPr eaLnBrk="1" hangingPunct="1">
              <a:spcBef>
                <a:spcPts val="300"/>
              </a:spcBef>
            </a:pPr>
            <a:r>
              <a:rPr lang="en-US" sz="2600" b="1">
                <a:solidFill>
                  <a:srgbClr val="000000"/>
                </a:solidFill>
                <a:ea typeface="SimSun" panose="02010600030101010101" pitchFamily="2" charset="-122"/>
              </a:rPr>
              <a:t>                         </a:t>
            </a:r>
            <a:r>
              <a:rPr lang="vi-VN" sz="2600" b="1">
                <a:solidFill>
                  <a:srgbClr val="000000"/>
                </a:solidFill>
                <a:latin typeface="Arial" panose="020B0604020202020204" pitchFamily="34" charset="0"/>
                <a:ea typeface="SimSun" panose="02010600030101010101" pitchFamily="2" charset="-122"/>
              </a:rPr>
              <a:t>Phương trình Nernst</a:t>
            </a:r>
            <a:endParaRPr lang="en-US" sz="2600" b="1">
              <a:ea typeface="SimSun" panose="0201060003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B34FA63-021C-41DD-9B41-0DCFE2A83654}" type="slidenum">
              <a:rPr lang="en-US" altLang="ru-RU">
                <a:solidFill>
                  <a:srgbClr val="FFFFFF"/>
                </a:solidFill>
                <a:latin typeface="Arial" panose="020B0604020202020204" pitchFamily="34" charset="0"/>
                <a:cs typeface="Arial" panose="020B0604020202020204" pitchFamily="34" charset="0"/>
              </a:rPr>
              <a:pPr/>
              <a:t>33</a:t>
            </a:fld>
            <a:endParaRPr lang="en-US" altLang="ru-RU">
              <a:solidFill>
                <a:srgbClr val="FFFFFF"/>
              </a:solidFill>
              <a:latin typeface="Arial" panose="020B0604020202020204" pitchFamily="34" charset="0"/>
              <a:cs typeface="Arial" panose="020B0604020202020204" pitchFamily="34" charset="0"/>
            </a:endParaRPr>
          </a:p>
        </p:txBody>
      </p:sp>
      <p:sp>
        <p:nvSpPr>
          <p:cNvPr id="7" name="Rectangle 6"/>
          <p:cNvSpPr/>
          <p:nvPr/>
        </p:nvSpPr>
        <p:spPr>
          <a:xfrm>
            <a:off x="1547813" y="260350"/>
            <a:ext cx="4143375" cy="492125"/>
          </a:xfrm>
          <a:prstGeom prst="rect">
            <a:avLst/>
          </a:prstGeom>
          <a:solidFill>
            <a:schemeClr val="accent1">
              <a:lumMod val="40000"/>
              <a:lumOff val="60000"/>
            </a:schemeClr>
          </a:solidFill>
          <a:ln>
            <a:solidFill>
              <a:schemeClr val="tx1"/>
            </a:solidFill>
          </a:ln>
        </p:spPr>
        <p:txBody>
          <a:bodyPr wrap="none">
            <a:spAutoFit/>
          </a:bodyPr>
          <a:lstStyle>
            <a:lvl1pPr marL="508000" indent="-4492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600" b="1">
                <a:solidFill>
                  <a:srgbClr val="072B39"/>
                </a:solidFill>
              </a:rPr>
              <a:t>1.1.7. Phân loại điện cực</a:t>
            </a:r>
            <a:endParaRPr lang="en-US" altLang="zh-CN" sz="2600" b="1">
              <a:solidFill>
                <a:srgbClr val="072B39"/>
              </a:solidFill>
            </a:endParaRPr>
          </a:p>
        </p:txBody>
      </p:sp>
      <p:sp>
        <p:nvSpPr>
          <p:cNvPr id="45060" name="Rectangle 2"/>
          <p:cNvSpPr>
            <a:spLocks noChangeArrowheads="1"/>
          </p:cNvSpPr>
          <p:nvPr/>
        </p:nvSpPr>
        <p:spPr bwMode="auto">
          <a:xfrm>
            <a:off x="539750" y="765175"/>
            <a:ext cx="853122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30000"/>
              </a:lnSpc>
              <a:spcBef>
                <a:spcPts val="300"/>
              </a:spcBef>
            </a:pPr>
            <a:r>
              <a:rPr lang="en-US" altLang="en-US" sz="2400">
                <a:solidFill>
                  <a:srgbClr val="000000"/>
                </a:solidFill>
                <a:latin typeface="Arial" panose="020B0604020202020204" pitchFamily="34" charset="0"/>
                <a:ea typeface="SimSun" panose="02010600030101010101" pitchFamily="2" charset="-122"/>
                <a:cs typeface="Arial" panose="020B0604020202020204" pitchFamily="34" charset="0"/>
              </a:rPr>
              <a:t>Điện cực: điện cực so sánh, điện cực chỉ thị, điện cực bổ trợ</a:t>
            </a:r>
          </a:p>
        </p:txBody>
      </p:sp>
      <p:sp>
        <p:nvSpPr>
          <p:cNvPr id="45061" name="Rectangle 3"/>
          <p:cNvSpPr>
            <a:spLocks noChangeArrowheads="1"/>
          </p:cNvSpPr>
          <p:nvPr/>
        </p:nvSpPr>
        <p:spPr bwMode="auto">
          <a:xfrm>
            <a:off x="942975" y="1622425"/>
            <a:ext cx="74930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300"/>
              </a:spcBef>
            </a:pPr>
            <a:r>
              <a:rPr lang="vi-VN" altLang="en-US" sz="2200">
                <a:solidFill>
                  <a:srgbClr val="000000"/>
                </a:solidFill>
                <a:latin typeface="Arial" panose="020B0604020202020204" pitchFamily="34" charset="0"/>
                <a:ea typeface="SimSun" panose="02010600030101010101" pitchFamily="2" charset="-122"/>
                <a:cs typeface="Arial" panose="020B0604020202020204" pitchFamily="34" charset="0"/>
              </a:rPr>
              <a:t>1.1.</a:t>
            </a:r>
            <a:r>
              <a:rPr lang="en-US" altLang="en-US" sz="2200">
                <a:solidFill>
                  <a:srgbClr val="000000"/>
                </a:solidFill>
                <a:latin typeface="Arial" panose="020B0604020202020204" pitchFamily="34" charset="0"/>
                <a:ea typeface="SimSun" panose="02010600030101010101" pitchFamily="2" charset="-122"/>
                <a:cs typeface="Arial" panose="020B0604020202020204" pitchFamily="34" charset="0"/>
              </a:rPr>
              <a:t>7</a:t>
            </a:r>
            <a:r>
              <a:rPr lang="vi-VN" altLang="en-US" sz="2200">
                <a:solidFill>
                  <a:srgbClr val="000000"/>
                </a:solidFill>
                <a:latin typeface="Arial" panose="020B0604020202020204" pitchFamily="34" charset="0"/>
                <a:ea typeface="SimSun" panose="02010600030101010101" pitchFamily="2" charset="-122"/>
                <a:cs typeface="Arial" panose="020B0604020202020204" pitchFamily="34" charset="0"/>
              </a:rPr>
              <a:t>.1. Điện cực so sánh (định nghĩa, cấu tạo và phân loại (ưu, khuyết điểm của điện cực))</a:t>
            </a:r>
            <a:endParaRPr lang="en-US" altLang="en-US" sz="2200">
              <a:latin typeface="Arial" panose="020B0604020202020204" pitchFamily="34" charset="0"/>
              <a:ea typeface="SimSun" panose="02010600030101010101" pitchFamily="2" charset="-122"/>
              <a:cs typeface="Arial" panose="020B0604020202020204" pitchFamily="34" charset="0"/>
            </a:endParaRPr>
          </a:p>
        </p:txBody>
      </p:sp>
      <p:sp>
        <p:nvSpPr>
          <p:cNvPr id="45062" name="Rectangle 9"/>
          <p:cNvSpPr>
            <a:spLocks noChangeArrowheads="1"/>
          </p:cNvSpPr>
          <p:nvPr/>
        </p:nvSpPr>
        <p:spPr bwMode="auto">
          <a:xfrm>
            <a:off x="857250" y="3141663"/>
            <a:ext cx="755491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300"/>
              </a:spcBef>
            </a:pPr>
            <a:r>
              <a:rPr lang="vi-VN" altLang="en-US" sz="2200">
                <a:solidFill>
                  <a:srgbClr val="000000"/>
                </a:solidFill>
                <a:latin typeface="Arial" panose="020B0604020202020204" pitchFamily="34" charset="0"/>
                <a:ea typeface="SimSun" panose="02010600030101010101" pitchFamily="2" charset="-122"/>
                <a:cs typeface="Arial" panose="020B0604020202020204" pitchFamily="34" charset="0"/>
              </a:rPr>
              <a:t>1.1.</a:t>
            </a:r>
            <a:r>
              <a:rPr lang="en-US" altLang="en-US" sz="2200">
                <a:solidFill>
                  <a:srgbClr val="000000"/>
                </a:solidFill>
                <a:latin typeface="Arial" panose="020B0604020202020204" pitchFamily="34" charset="0"/>
                <a:ea typeface="SimSun" panose="02010600030101010101" pitchFamily="2" charset="-122"/>
                <a:cs typeface="Arial" panose="020B0604020202020204" pitchFamily="34" charset="0"/>
              </a:rPr>
              <a:t>7</a:t>
            </a:r>
            <a:r>
              <a:rPr lang="vi-VN" altLang="en-US" sz="2200">
                <a:solidFill>
                  <a:srgbClr val="000000"/>
                </a:solidFill>
                <a:latin typeface="Arial" panose="020B0604020202020204" pitchFamily="34" charset="0"/>
                <a:ea typeface="SimSun" panose="02010600030101010101" pitchFamily="2" charset="-122"/>
                <a:cs typeface="Arial" panose="020B0604020202020204" pitchFamily="34" charset="0"/>
              </a:rPr>
              <a:t>.</a:t>
            </a:r>
            <a:r>
              <a:rPr lang="en-US" altLang="en-US" sz="2200">
                <a:solidFill>
                  <a:srgbClr val="000000"/>
                </a:solidFill>
                <a:latin typeface="Arial" panose="020B0604020202020204" pitchFamily="34" charset="0"/>
                <a:ea typeface="SimSun" panose="02010600030101010101" pitchFamily="2" charset="-122"/>
                <a:cs typeface="Arial" panose="020B0604020202020204" pitchFamily="34" charset="0"/>
              </a:rPr>
              <a:t>2</a:t>
            </a:r>
            <a:r>
              <a:rPr lang="vi-VN" altLang="en-US" sz="2200">
                <a:solidFill>
                  <a:srgbClr val="000000"/>
                </a:solidFill>
                <a:latin typeface="Arial" panose="020B0604020202020204" pitchFamily="34" charset="0"/>
                <a:ea typeface="SimSun" panose="02010600030101010101" pitchFamily="2" charset="-122"/>
                <a:cs typeface="Arial" panose="020B0604020202020204" pitchFamily="34" charset="0"/>
              </a:rPr>
              <a:t>. Điện cực </a:t>
            </a:r>
            <a:r>
              <a:rPr lang="en-US" altLang="en-US" sz="2200">
                <a:solidFill>
                  <a:srgbClr val="000000"/>
                </a:solidFill>
                <a:latin typeface="Arial" panose="020B0604020202020204" pitchFamily="34" charset="0"/>
                <a:ea typeface="SimSun" panose="02010600030101010101" pitchFamily="2" charset="-122"/>
                <a:cs typeface="Arial" panose="020B0604020202020204" pitchFamily="34" charset="0"/>
              </a:rPr>
              <a:t>chỉ thị </a:t>
            </a:r>
            <a:r>
              <a:rPr lang="vi-VN" altLang="en-US" sz="2200">
                <a:solidFill>
                  <a:srgbClr val="000000"/>
                </a:solidFill>
                <a:latin typeface="Arial" panose="020B0604020202020204" pitchFamily="34" charset="0"/>
                <a:ea typeface="SimSun" panose="02010600030101010101" pitchFamily="2" charset="-122"/>
                <a:cs typeface="Arial" panose="020B0604020202020204" pitchFamily="34" charset="0"/>
              </a:rPr>
              <a:t>(định nghĩa, cấu tạo và phân loại (ưu, khuyết điểm của điện cực))</a:t>
            </a:r>
            <a:endParaRPr lang="en-US" altLang="en-US" sz="2200">
              <a:latin typeface="Arial" panose="020B0604020202020204" pitchFamily="34" charset="0"/>
              <a:ea typeface="SimSun" panose="0201060003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1ECD06D-24B8-4FA5-8377-141714834D9B}" type="slidenum">
              <a:rPr lang="en-US" altLang="ru-RU">
                <a:solidFill>
                  <a:srgbClr val="FFFFFF"/>
                </a:solidFill>
                <a:latin typeface="Arial" panose="020B0604020202020204" pitchFamily="34" charset="0"/>
                <a:cs typeface="Arial" panose="020B0604020202020204" pitchFamily="34" charset="0"/>
              </a:rPr>
              <a:pPr/>
              <a:t>34</a:t>
            </a:fld>
            <a:endParaRPr lang="en-US" altLang="ru-RU">
              <a:solidFill>
                <a:srgbClr val="FFFFFF"/>
              </a:solidFill>
              <a:latin typeface="Arial" panose="020B0604020202020204" pitchFamily="34" charset="0"/>
              <a:cs typeface="Arial" panose="020B0604020202020204" pitchFamily="34" charset="0"/>
            </a:endParaRPr>
          </a:p>
        </p:txBody>
      </p:sp>
      <p:sp>
        <p:nvSpPr>
          <p:cNvPr id="61443" name="Rectangle 3"/>
          <p:cNvSpPr>
            <a:spLocks noChangeArrowheads="1"/>
          </p:cNvSpPr>
          <p:nvPr/>
        </p:nvSpPr>
        <p:spPr bwMode="auto">
          <a:xfrm>
            <a:off x="1120775" y="76200"/>
            <a:ext cx="3956050" cy="652463"/>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300"/>
              </a:spcBef>
            </a:pPr>
            <a:r>
              <a:rPr lang="vi-VN"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1.1.</a:t>
            </a:r>
            <a:r>
              <a:rPr lang="en-US"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7</a:t>
            </a:r>
            <a:r>
              <a:rPr lang="vi-VN"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.1. Điện cực so sánh</a:t>
            </a:r>
            <a:endParaRPr lang="en-US" altLang="en-US" sz="2800" b="1">
              <a:latin typeface="Times New Roman" panose="02020603050405020304" pitchFamily="18" charset="0"/>
              <a:ea typeface="SimSun" panose="02010600030101010101" pitchFamily="2" charset="-122"/>
              <a:cs typeface="Arial" panose="020B0604020202020204" pitchFamily="34" charset="0"/>
            </a:endParaRPr>
          </a:p>
        </p:txBody>
      </p:sp>
      <p:sp>
        <p:nvSpPr>
          <p:cNvPr id="8" name="Rectangular Callout 7"/>
          <p:cNvSpPr/>
          <p:nvPr/>
        </p:nvSpPr>
        <p:spPr>
          <a:xfrm>
            <a:off x="539750" y="981075"/>
            <a:ext cx="4679950" cy="4679950"/>
          </a:xfrm>
          <a:prstGeom prst="wedgeRectCallout">
            <a:avLst/>
          </a:prstGeom>
          <a:solidFill>
            <a:schemeClr val="bg1"/>
          </a:solidFill>
          <a:ln>
            <a:solidFill>
              <a:schemeClr val="bg1"/>
            </a:solidFill>
          </a:ln>
        </p:spPr>
        <p:style>
          <a:lnRef idx="1">
            <a:schemeClr val="accent3"/>
          </a:lnRef>
          <a:fillRef idx="2">
            <a:schemeClr val="accent3"/>
          </a:fillRef>
          <a:effectRef idx="1">
            <a:schemeClr val="accent3"/>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Font typeface="Wingdings" panose="05000000000000000000" pitchFamily="2" charset="2"/>
              <a:buChar char="Ø"/>
              <a:defRPr/>
            </a:pPr>
            <a:r>
              <a:rPr lang="en-US" sz="2200" smtClean="0">
                <a:solidFill>
                  <a:srgbClr val="000000"/>
                </a:solidFill>
                <a:latin typeface="Arial" panose="020B0604020202020204" pitchFamily="34" charset="0"/>
                <a:cs typeface="Arial" panose="020B0604020202020204" pitchFamily="34" charset="0"/>
              </a:rPr>
              <a:t> Là loại điện cực có thế không thay đổi trong suốt quá trình đo và không phụ thuộc vào thành phần của dung dịch đo.</a:t>
            </a:r>
          </a:p>
          <a:p>
            <a:pPr algn="just" eaLnBrk="1" hangingPunct="1">
              <a:lnSpc>
                <a:spcPct val="150000"/>
              </a:lnSpc>
              <a:spcBef>
                <a:spcPts val="600"/>
              </a:spcBef>
              <a:buFont typeface="Wingdings" panose="05000000000000000000" pitchFamily="2" charset="2"/>
              <a:buChar char="Ø"/>
              <a:defRPr/>
            </a:pPr>
            <a:r>
              <a:rPr lang="en-US" sz="2200" smtClean="0">
                <a:solidFill>
                  <a:srgbClr val="000000"/>
                </a:solidFill>
                <a:latin typeface="Arial" panose="020B0604020202020204" pitchFamily="34" charset="0"/>
                <a:cs typeface="Arial" panose="020B0604020202020204" pitchFamily="34" charset="0"/>
              </a:rPr>
              <a:t> Thế của điện cực được chuẩn hóa chính xác theo điện cực hydro tiêu chuẩn.</a:t>
            </a:r>
          </a:p>
        </p:txBody>
      </p:sp>
      <p:sp>
        <p:nvSpPr>
          <p:cNvPr id="46085" name="AutoShape 2" descr="Related image"/>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Arial" panose="020B0604020202020204" pitchFamily="34" charset="0"/>
              <a:cs typeface="Arial" panose="020B0604020202020204" pitchFamily="34" charset="0"/>
            </a:endParaRPr>
          </a:p>
        </p:txBody>
      </p:sp>
      <p:sp>
        <p:nvSpPr>
          <p:cNvPr id="46086" name="AutoShape 4" descr="Related image"/>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Arial" panose="020B0604020202020204" pitchFamily="34" charset="0"/>
              <a:cs typeface="Arial" panose="020B0604020202020204" pitchFamily="34" charset="0"/>
            </a:endParaRPr>
          </a:p>
        </p:txBody>
      </p:sp>
      <p:pic>
        <p:nvPicPr>
          <p:cNvPr id="4608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638" y="1484313"/>
            <a:ext cx="3671887"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1F9D791-8778-4DD1-8E71-2C8B360ECA5A}" type="slidenum">
              <a:rPr lang="en-US" altLang="ru-RU">
                <a:solidFill>
                  <a:srgbClr val="FFFFFF"/>
                </a:solidFill>
                <a:latin typeface="Arial" panose="020B0604020202020204" pitchFamily="34" charset="0"/>
                <a:cs typeface="Arial" panose="020B0604020202020204" pitchFamily="34" charset="0"/>
              </a:rPr>
              <a:pPr/>
              <a:t>35</a:t>
            </a:fld>
            <a:endParaRPr lang="en-US" altLang="ru-RU">
              <a:solidFill>
                <a:srgbClr val="FFFFFF"/>
              </a:solidFill>
              <a:latin typeface="Arial" panose="020B0604020202020204" pitchFamily="34" charset="0"/>
              <a:cs typeface="Arial" panose="020B0604020202020204" pitchFamily="34" charset="0"/>
            </a:endParaRPr>
          </a:p>
        </p:txBody>
      </p:sp>
      <p:sp>
        <p:nvSpPr>
          <p:cNvPr id="62467" name="Rectangle 3"/>
          <p:cNvSpPr>
            <a:spLocks noChangeArrowheads="1"/>
          </p:cNvSpPr>
          <p:nvPr/>
        </p:nvSpPr>
        <p:spPr bwMode="auto">
          <a:xfrm>
            <a:off x="2252663" y="327025"/>
            <a:ext cx="5272087" cy="522288"/>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 typeface="Wingdings 2" panose="05020102010507070707" pitchFamily="18" charset="2"/>
              <a:buNone/>
              <a:defRPr/>
            </a:pPr>
            <a:r>
              <a:rPr lang="en-US" altLang="en-US" sz="2800" b="1" smtClean="0">
                <a:latin typeface="Times New Roman" panose="02020603050405020304" pitchFamily="18" charset="0"/>
                <a:cs typeface="Times New Roman" panose="02020603050405020304" pitchFamily="18" charset="0"/>
              </a:rPr>
              <a:t>Yêu cầu đối với điện cực so sánh</a:t>
            </a:r>
          </a:p>
        </p:txBody>
      </p:sp>
      <p:sp>
        <p:nvSpPr>
          <p:cNvPr id="10" name="Content Placeholder 2"/>
          <p:cNvSpPr txBox="1">
            <a:spLocks/>
          </p:cNvSpPr>
          <p:nvPr/>
        </p:nvSpPr>
        <p:spPr bwMode="auto">
          <a:xfrm>
            <a:off x="1120775" y="842963"/>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grpSp>
        <p:nvGrpSpPr>
          <p:cNvPr id="3" name="Group 12"/>
          <p:cNvGrpSpPr/>
          <p:nvPr/>
        </p:nvGrpSpPr>
        <p:grpSpPr>
          <a:xfrm>
            <a:off x="1511660" y="1700808"/>
            <a:ext cx="903089" cy="1639166"/>
            <a:chOff x="1" y="3058"/>
            <a:chExt cx="1147416" cy="1639166"/>
          </a:xfrm>
          <a:solidFill>
            <a:schemeClr val="bg2"/>
          </a:solidFill>
        </p:grpSpPr>
        <p:sp>
          <p:nvSpPr>
            <p:cNvPr id="29" name="Chevron 28"/>
            <p:cNvSpPr/>
            <p:nvPr/>
          </p:nvSpPr>
          <p:spPr>
            <a:xfrm rot="5400000">
              <a:off x="-245874" y="248933"/>
              <a:ext cx="1639166" cy="1147416"/>
            </a:xfrm>
            <a:prstGeom prst="chevron">
              <a:avLst/>
            </a:prstGeom>
            <a:grpFill/>
            <a:ln>
              <a:solidFill>
                <a:schemeClr val="tx2">
                  <a:lumMod val="20000"/>
                  <a:lumOff val="8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Chevron 4"/>
            <p:cNvSpPr/>
            <p:nvPr/>
          </p:nvSpPr>
          <p:spPr>
            <a:xfrm>
              <a:off x="1" y="576766"/>
              <a:ext cx="1147416" cy="491750"/>
            </a:xfrm>
            <a:prstGeom prst="rect">
              <a:avLst/>
            </a:prstGeom>
            <a:grpFill/>
            <a:ln>
              <a:solidFill>
                <a:schemeClr val="tx2">
                  <a:lumMod val="20000"/>
                  <a:lumOff val="80000"/>
                </a:schemeClr>
              </a:solidFill>
            </a:ln>
          </p:spPr>
          <p:style>
            <a:lnRef idx="0">
              <a:scrgbClr r="0" g="0" b="0"/>
            </a:lnRef>
            <a:fillRef idx="0">
              <a:scrgbClr r="0" g="0" b="0"/>
            </a:fillRef>
            <a:effectRef idx="0">
              <a:scrgbClr r="0" g="0" b="0"/>
            </a:effectRef>
            <a:fontRef idx="minor">
              <a:schemeClr val="lt1"/>
            </a:fontRef>
          </p:style>
          <p:txBody>
            <a:bodyPr lIns="21590" tIns="21590" rIns="21590" bIns="21590" spcCol="1270" anchor="ctr"/>
            <a:lstStyle/>
            <a:p>
              <a:pPr algn="ctr" defTabSz="1511300" eaLnBrk="1" fontAlgn="auto" hangingPunct="1">
                <a:lnSpc>
                  <a:spcPct val="90000"/>
                </a:lnSpc>
                <a:spcBef>
                  <a:spcPts val="0"/>
                </a:spcBef>
                <a:spcAft>
                  <a:spcPct val="35000"/>
                </a:spcAft>
                <a:defRPr/>
              </a:pPr>
              <a:r>
                <a:rPr lang="en-US" sz="2800" dirty="0">
                  <a:solidFill>
                    <a:schemeClr val="tx1"/>
                  </a:solidFill>
                  <a:latin typeface="Times New Roman" panose="02020603050405020304" pitchFamily="18" charset="0"/>
                  <a:cs typeface="Times New Roman" panose="02020603050405020304" pitchFamily="18" charset="0"/>
                </a:rPr>
                <a:t>1</a:t>
              </a:r>
            </a:p>
          </p:txBody>
        </p:sp>
      </p:grpSp>
      <p:grpSp>
        <p:nvGrpSpPr>
          <p:cNvPr id="47110" name="Group 13"/>
          <p:cNvGrpSpPr>
            <a:grpSpLocks/>
          </p:cNvGrpSpPr>
          <p:nvPr/>
        </p:nvGrpSpPr>
        <p:grpSpPr bwMode="auto">
          <a:xfrm>
            <a:off x="2659063" y="1851025"/>
            <a:ext cx="5954712" cy="1065213"/>
            <a:chOff x="1147416" y="3059"/>
            <a:chExt cx="7565551" cy="1065458"/>
          </a:xfrm>
        </p:grpSpPr>
        <p:sp>
          <p:nvSpPr>
            <p:cNvPr id="27" name="Round Same Side Corner Rectangle 26"/>
            <p:cNvSpPr/>
            <p:nvPr/>
          </p:nvSpPr>
          <p:spPr>
            <a:xfrm rot="5400000">
              <a:off x="4397462" y="-3246987"/>
              <a:ext cx="1065458" cy="7565551"/>
            </a:xfrm>
            <a:prstGeom prst="round2SameRect">
              <a:avLst/>
            </a:prstGeom>
            <a:ln>
              <a:solidFill>
                <a:schemeClr val="tx2">
                  <a:lumMod val="20000"/>
                  <a:lumOff val="8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8" name="Round Same Side Corner Rectangle 6"/>
            <p:cNvSpPr/>
            <p:nvPr/>
          </p:nvSpPr>
          <p:spPr>
            <a:xfrm>
              <a:off x="1147416" y="55459"/>
              <a:ext cx="7513110" cy="960658"/>
            </a:xfrm>
            <a:prstGeom prst="rect">
              <a:avLst/>
            </a:prstGeom>
            <a:ln>
              <a:solidFill>
                <a:schemeClr val="tx2">
                  <a:lumMod val="20000"/>
                  <a:lumOff val="80000"/>
                </a:schemeClr>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213360" tIns="19050" rIns="19050" bIns="19050" spcCol="1270" anchor="ctr"/>
            <a:lstStyle/>
            <a:p>
              <a:pPr marL="0" lvl="1" algn="just" defTabSz="1333500" eaLnBrk="1" fontAlgn="auto" hangingPunct="1">
                <a:lnSpc>
                  <a:spcPct val="90000"/>
                </a:lnSpc>
                <a:spcBef>
                  <a:spcPts val="0"/>
                </a:spcBef>
                <a:spcAft>
                  <a:spcPct val="15000"/>
                </a:spcAft>
                <a:defRPr/>
              </a:pPr>
              <a:r>
                <a:rPr lang="en-US" sz="2200" dirty="0" err="1">
                  <a:latin typeface="Arial" panose="020B0604020202020204" pitchFamily="34" charset="0"/>
                  <a:cs typeface="Arial" panose="020B0604020202020204" pitchFamily="34" charset="0"/>
                </a:rPr>
                <a:t>Phản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ứng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điện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cực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phải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hoàn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toàn</a:t>
              </a:r>
              <a:r>
                <a:rPr lang="en-US" sz="2200" dirty="0">
                  <a:latin typeface="Arial" panose="020B0604020202020204" pitchFamily="34" charset="0"/>
                  <a:cs typeface="Arial" panose="020B0604020202020204" pitchFamily="34" charset="0"/>
                </a:rPr>
                <a:t> </a:t>
              </a:r>
              <a:br>
                <a:rPr lang="en-US" sz="2200" dirty="0">
                  <a:latin typeface="Arial" panose="020B0604020202020204" pitchFamily="34" charset="0"/>
                  <a:cs typeface="Arial" panose="020B0604020202020204" pitchFamily="34" charset="0"/>
                </a:rPr>
              </a:br>
              <a:r>
                <a:rPr lang="en-US" sz="2200" dirty="0" err="1">
                  <a:latin typeface="Arial" panose="020B0604020202020204" pitchFamily="34" charset="0"/>
                  <a:cs typeface="Arial" panose="020B0604020202020204" pitchFamily="34" charset="0"/>
                </a:rPr>
                <a:t>thuận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nghịch</a:t>
              </a:r>
              <a:endParaRPr lang="en-US" sz="2200" dirty="0">
                <a:latin typeface="Arial" panose="020B0604020202020204" pitchFamily="34" charset="0"/>
                <a:cs typeface="Arial" panose="020B0604020202020204" pitchFamily="34" charset="0"/>
              </a:endParaRPr>
            </a:p>
          </p:txBody>
        </p:sp>
      </p:grpSp>
      <p:grpSp>
        <p:nvGrpSpPr>
          <p:cNvPr id="5" name="Group 14"/>
          <p:cNvGrpSpPr/>
          <p:nvPr/>
        </p:nvGrpSpPr>
        <p:grpSpPr>
          <a:xfrm>
            <a:off x="1511660" y="3146418"/>
            <a:ext cx="903089" cy="1639166"/>
            <a:chOff x="1" y="1448668"/>
            <a:chExt cx="1147416" cy="1639166"/>
          </a:xfrm>
          <a:solidFill>
            <a:schemeClr val="bg2"/>
          </a:solidFill>
        </p:grpSpPr>
        <p:sp>
          <p:nvSpPr>
            <p:cNvPr id="25" name="Chevron 24"/>
            <p:cNvSpPr/>
            <p:nvPr/>
          </p:nvSpPr>
          <p:spPr>
            <a:xfrm rot="5400000">
              <a:off x="-245874" y="1694543"/>
              <a:ext cx="1639166" cy="1147416"/>
            </a:xfrm>
            <a:prstGeom prst="chevron">
              <a:avLst/>
            </a:prstGeom>
            <a:grpFill/>
            <a:ln>
              <a:solidFill>
                <a:schemeClr val="tx2">
                  <a:lumMod val="20000"/>
                  <a:lumOff val="8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Chevron 8"/>
            <p:cNvSpPr/>
            <p:nvPr/>
          </p:nvSpPr>
          <p:spPr>
            <a:xfrm>
              <a:off x="1" y="2022376"/>
              <a:ext cx="1147416" cy="491750"/>
            </a:xfrm>
            <a:prstGeom prst="rect">
              <a:avLst/>
            </a:prstGeom>
            <a:grpFill/>
            <a:ln>
              <a:solidFill>
                <a:schemeClr val="tx2">
                  <a:lumMod val="20000"/>
                  <a:lumOff val="80000"/>
                </a:schemeClr>
              </a:solidFill>
            </a:ln>
          </p:spPr>
          <p:style>
            <a:lnRef idx="0">
              <a:scrgbClr r="0" g="0" b="0"/>
            </a:lnRef>
            <a:fillRef idx="0">
              <a:scrgbClr r="0" g="0" b="0"/>
            </a:fillRef>
            <a:effectRef idx="0">
              <a:scrgbClr r="0" g="0" b="0"/>
            </a:effectRef>
            <a:fontRef idx="minor">
              <a:schemeClr val="lt1"/>
            </a:fontRef>
          </p:style>
          <p:txBody>
            <a:bodyPr lIns="21590" tIns="21590" rIns="21590" bIns="21590" spcCol="1270" anchor="ctr"/>
            <a:lstStyle/>
            <a:p>
              <a:pPr algn="ctr" defTabSz="1511300" eaLnBrk="1" fontAlgn="auto" hangingPunct="1">
                <a:lnSpc>
                  <a:spcPct val="90000"/>
                </a:lnSpc>
                <a:spcBef>
                  <a:spcPts val="0"/>
                </a:spcBef>
                <a:spcAft>
                  <a:spcPct val="35000"/>
                </a:spcAft>
                <a:defRPr/>
              </a:pPr>
              <a:r>
                <a:rPr lang="en-US" sz="2800" dirty="0">
                  <a:solidFill>
                    <a:schemeClr val="tx1"/>
                  </a:solidFill>
                  <a:latin typeface="Times New Roman" panose="02020603050405020304" pitchFamily="18" charset="0"/>
                  <a:cs typeface="Times New Roman" panose="02020603050405020304" pitchFamily="18" charset="0"/>
                </a:rPr>
                <a:t>2</a:t>
              </a:r>
            </a:p>
          </p:txBody>
        </p:sp>
      </p:grpSp>
      <p:grpSp>
        <p:nvGrpSpPr>
          <p:cNvPr id="47112" name="Group 15"/>
          <p:cNvGrpSpPr>
            <a:grpSpLocks/>
          </p:cNvGrpSpPr>
          <p:nvPr/>
        </p:nvGrpSpPr>
        <p:grpSpPr bwMode="auto">
          <a:xfrm>
            <a:off x="2659063" y="3297238"/>
            <a:ext cx="5954712" cy="1065212"/>
            <a:chOff x="1147416" y="1448670"/>
            <a:chExt cx="7565551" cy="1065458"/>
          </a:xfrm>
        </p:grpSpPr>
        <p:sp>
          <p:nvSpPr>
            <p:cNvPr id="23" name="Round Same Side Corner Rectangle 22"/>
            <p:cNvSpPr/>
            <p:nvPr/>
          </p:nvSpPr>
          <p:spPr>
            <a:xfrm rot="5400000">
              <a:off x="4397463" y="-1801377"/>
              <a:ext cx="1065458" cy="7565551"/>
            </a:xfrm>
            <a:prstGeom prst="round2SameRect">
              <a:avLst/>
            </a:prstGeom>
            <a:ln>
              <a:solidFill>
                <a:schemeClr val="tx2">
                  <a:lumMod val="20000"/>
                  <a:lumOff val="8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4" name="Round Same Side Corner Rectangle 10"/>
            <p:cNvSpPr/>
            <p:nvPr/>
          </p:nvSpPr>
          <p:spPr>
            <a:xfrm>
              <a:off x="1147416" y="1501069"/>
              <a:ext cx="7513110" cy="960660"/>
            </a:xfrm>
            <a:prstGeom prst="rect">
              <a:avLst/>
            </a:prstGeom>
            <a:ln>
              <a:solidFill>
                <a:schemeClr val="tx2">
                  <a:lumMod val="20000"/>
                  <a:lumOff val="80000"/>
                </a:schemeClr>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213360" tIns="19050" rIns="19050" bIns="19050" anchor="ctr"/>
            <a:lstStyle>
              <a:lvl1pPr marL="342900" indent="-342900" defTabSz="1333500">
                <a:defRPr>
                  <a:solidFill>
                    <a:schemeClr val="tx1"/>
                  </a:solidFill>
                  <a:latin typeface="Calibri" panose="020F0502020204030204" pitchFamily="34" charset="0"/>
                </a:defRPr>
              </a:lvl1pPr>
              <a:lvl2pPr defTabSz="1333500">
                <a:defRPr>
                  <a:solidFill>
                    <a:schemeClr val="tx1"/>
                  </a:solidFill>
                  <a:latin typeface="Calibri" panose="020F0502020204030204" pitchFamily="34" charset="0"/>
                </a:defRPr>
              </a:lvl2pPr>
              <a:lvl3pPr marL="1143000" indent="-228600" defTabSz="1333500">
                <a:defRPr>
                  <a:solidFill>
                    <a:schemeClr val="tx1"/>
                  </a:solidFill>
                  <a:latin typeface="Calibri" panose="020F0502020204030204" pitchFamily="34" charset="0"/>
                </a:defRPr>
              </a:lvl3pPr>
              <a:lvl4pPr marL="1600200" indent="-228600" defTabSz="1333500">
                <a:defRPr>
                  <a:solidFill>
                    <a:schemeClr val="tx1"/>
                  </a:solidFill>
                  <a:latin typeface="Calibri" panose="020F0502020204030204" pitchFamily="34" charset="0"/>
                </a:defRPr>
              </a:lvl4pPr>
              <a:lvl5pPr marL="2057400" indent="-228600" defTabSz="1333500">
                <a:defRPr>
                  <a:solidFill>
                    <a:schemeClr val="tx1"/>
                  </a:solidFill>
                  <a:latin typeface="Calibri" panose="020F0502020204030204" pitchFamily="34" charset="0"/>
                </a:defRPr>
              </a:lvl5pPr>
              <a:lvl6pPr marL="2514600" indent="-228600" defTabSz="1333500" eaLnBrk="0" fontAlgn="base" hangingPunct="0">
                <a:spcBef>
                  <a:spcPct val="0"/>
                </a:spcBef>
                <a:spcAft>
                  <a:spcPct val="0"/>
                </a:spcAft>
                <a:defRPr>
                  <a:solidFill>
                    <a:schemeClr val="tx1"/>
                  </a:solidFill>
                  <a:latin typeface="Calibri" panose="020F0502020204030204" pitchFamily="34" charset="0"/>
                </a:defRPr>
              </a:lvl6pPr>
              <a:lvl7pPr marL="2971800" indent="-228600" defTabSz="1333500" eaLnBrk="0" fontAlgn="base" hangingPunct="0">
                <a:spcBef>
                  <a:spcPct val="0"/>
                </a:spcBef>
                <a:spcAft>
                  <a:spcPct val="0"/>
                </a:spcAft>
                <a:defRPr>
                  <a:solidFill>
                    <a:schemeClr val="tx1"/>
                  </a:solidFill>
                  <a:latin typeface="Calibri" panose="020F0502020204030204" pitchFamily="34" charset="0"/>
                </a:defRPr>
              </a:lvl7pPr>
              <a:lvl8pPr marL="3429000" indent="-228600" defTabSz="1333500" eaLnBrk="0" fontAlgn="base" hangingPunct="0">
                <a:spcBef>
                  <a:spcPct val="0"/>
                </a:spcBef>
                <a:spcAft>
                  <a:spcPct val="0"/>
                </a:spcAft>
                <a:defRPr>
                  <a:solidFill>
                    <a:schemeClr val="tx1"/>
                  </a:solidFill>
                  <a:latin typeface="Calibri" panose="020F0502020204030204" pitchFamily="34" charset="0"/>
                </a:defRPr>
              </a:lvl8pPr>
              <a:lvl9pPr marL="3886200" indent="-228600" defTabSz="1333500" eaLnBrk="0" fontAlgn="base" hangingPunct="0">
                <a:spcBef>
                  <a:spcPct val="0"/>
                </a:spcBef>
                <a:spcAft>
                  <a:spcPct val="0"/>
                </a:spcAft>
                <a:defRPr>
                  <a:solidFill>
                    <a:schemeClr val="tx1"/>
                  </a:solidFill>
                  <a:latin typeface="Calibri" panose="020F0502020204030204" pitchFamily="34" charset="0"/>
                </a:defRPr>
              </a:lvl9pPr>
            </a:lstStyle>
            <a:p>
              <a:pPr marL="0" lvl="1" eaLnBrk="1" hangingPunct="1">
                <a:lnSpc>
                  <a:spcPct val="90000"/>
                </a:lnSpc>
                <a:spcAft>
                  <a:spcPct val="15000"/>
                </a:spcAft>
              </a:pPr>
              <a:r>
                <a:rPr lang="en-US" sz="2200">
                  <a:solidFill>
                    <a:srgbClr val="000000"/>
                  </a:solidFill>
                  <a:latin typeface="Arial" panose="020B0604020202020204" pitchFamily="34" charset="0"/>
                  <a:cs typeface="Arial" panose="020B0604020202020204" pitchFamily="34" charset="0"/>
                </a:rPr>
                <a:t>Điện cực ít bị phân cực</a:t>
              </a:r>
            </a:p>
          </p:txBody>
        </p:sp>
      </p:grpSp>
      <p:grpSp>
        <p:nvGrpSpPr>
          <p:cNvPr id="7" name="Group 16"/>
          <p:cNvGrpSpPr/>
          <p:nvPr/>
        </p:nvGrpSpPr>
        <p:grpSpPr>
          <a:xfrm>
            <a:off x="1511660" y="4592028"/>
            <a:ext cx="903089" cy="1639166"/>
            <a:chOff x="1" y="2894278"/>
            <a:chExt cx="1147416" cy="1639166"/>
          </a:xfrm>
          <a:solidFill>
            <a:schemeClr val="bg2"/>
          </a:solidFill>
        </p:grpSpPr>
        <p:sp>
          <p:nvSpPr>
            <p:cNvPr id="21" name="Chevron 20"/>
            <p:cNvSpPr/>
            <p:nvPr/>
          </p:nvSpPr>
          <p:spPr>
            <a:xfrm rot="5400000">
              <a:off x="-245874" y="3140153"/>
              <a:ext cx="1639166" cy="1147416"/>
            </a:xfrm>
            <a:prstGeom prst="chevron">
              <a:avLst/>
            </a:prstGeom>
            <a:grpFill/>
            <a:ln>
              <a:solidFill>
                <a:schemeClr val="tx2">
                  <a:lumMod val="20000"/>
                  <a:lumOff val="8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2" name="Chevron 12"/>
            <p:cNvSpPr/>
            <p:nvPr/>
          </p:nvSpPr>
          <p:spPr>
            <a:xfrm>
              <a:off x="1" y="3467986"/>
              <a:ext cx="1147416" cy="491750"/>
            </a:xfrm>
            <a:prstGeom prst="rect">
              <a:avLst/>
            </a:prstGeom>
            <a:grpFill/>
            <a:ln>
              <a:solidFill>
                <a:schemeClr val="tx2">
                  <a:lumMod val="20000"/>
                  <a:lumOff val="80000"/>
                </a:schemeClr>
              </a:solidFill>
            </a:ln>
          </p:spPr>
          <p:style>
            <a:lnRef idx="0">
              <a:scrgbClr r="0" g="0" b="0"/>
            </a:lnRef>
            <a:fillRef idx="0">
              <a:scrgbClr r="0" g="0" b="0"/>
            </a:fillRef>
            <a:effectRef idx="0">
              <a:scrgbClr r="0" g="0" b="0"/>
            </a:effectRef>
            <a:fontRef idx="minor">
              <a:schemeClr val="lt1"/>
            </a:fontRef>
          </p:style>
          <p:txBody>
            <a:bodyPr lIns="21590" tIns="21590" rIns="21590" bIns="21590" spcCol="1270" anchor="ctr"/>
            <a:lstStyle/>
            <a:p>
              <a:pPr algn="ctr" defTabSz="1511300" eaLnBrk="1" fontAlgn="auto" hangingPunct="1">
                <a:lnSpc>
                  <a:spcPct val="90000"/>
                </a:lnSpc>
                <a:spcBef>
                  <a:spcPts val="0"/>
                </a:spcBef>
                <a:spcAft>
                  <a:spcPct val="35000"/>
                </a:spcAft>
                <a:defRPr/>
              </a:pPr>
              <a:r>
                <a:rPr lang="en-US" sz="2800" dirty="0">
                  <a:solidFill>
                    <a:schemeClr val="tx1"/>
                  </a:solidFill>
                  <a:latin typeface="Times New Roman" panose="02020603050405020304" pitchFamily="18" charset="0"/>
                  <a:cs typeface="Times New Roman" panose="02020603050405020304" pitchFamily="18" charset="0"/>
                </a:rPr>
                <a:t>3</a:t>
              </a:r>
            </a:p>
          </p:txBody>
        </p:sp>
      </p:grpSp>
      <p:grpSp>
        <p:nvGrpSpPr>
          <p:cNvPr id="47114" name="Group 17"/>
          <p:cNvGrpSpPr>
            <a:grpSpLocks/>
          </p:cNvGrpSpPr>
          <p:nvPr/>
        </p:nvGrpSpPr>
        <p:grpSpPr bwMode="auto">
          <a:xfrm>
            <a:off x="2659063" y="4741863"/>
            <a:ext cx="5954712" cy="1065212"/>
            <a:chOff x="1147416" y="2894280"/>
            <a:chExt cx="7565551" cy="1065458"/>
          </a:xfrm>
        </p:grpSpPr>
        <p:sp>
          <p:nvSpPr>
            <p:cNvPr id="19" name="Round Same Side Corner Rectangle 18"/>
            <p:cNvSpPr/>
            <p:nvPr/>
          </p:nvSpPr>
          <p:spPr>
            <a:xfrm rot="5400000">
              <a:off x="4397463" y="-355766"/>
              <a:ext cx="1065458" cy="7565551"/>
            </a:xfrm>
            <a:prstGeom prst="round2SameRect">
              <a:avLst/>
            </a:prstGeom>
            <a:ln>
              <a:solidFill>
                <a:schemeClr val="tx2">
                  <a:lumMod val="20000"/>
                  <a:lumOff val="8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Round Same Side Corner Rectangle 14"/>
            <p:cNvSpPr/>
            <p:nvPr/>
          </p:nvSpPr>
          <p:spPr>
            <a:xfrm>
              <a:off x="1147416" y="2946679"/>
              <a:ext cx="7513110" cy="960660"/>
            </a:xfrm>
            <a:prstGeom prst="rect">
              <a:avLst/>
            </a:prstGeom>
            <a:ln>
              <a:solidFill>
                <a:schemeClr val="tx2">
                  <a:lumMod val="20000"/>
                  <a:lumOff val="80000"/>
                </a:schemeClr>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213360" tIns="19050" rIns="19050" bIns="19050" anchor="ctr"/>
            <a:lstStyle>
              <a:lvl1pPr marL="342900" indent="-342900" defTabSz="1333500">
                <a:defRPr>
                  <a:solidFill>
                    <a:schemeClr val="tx1"/>
                  </a:solidFill>
                  <a:latin typeface="Calibri" panose="020F0502020204030204" pitchFamily="34" charset="0"/>
                </a:defRPr>
              </a:lvl1pPr>
              <a:lvl2pPr defTabSz="1333500">
                <a:defRPr>
                  <a:solidFill>
                    <a:schemeClr val="tx1"/>
                  </a:solidFill>
                  <a:latin typeface="Calibri" panose="020F0502020204030204" pitchFamily="34" charset="0"/>
                </a:defRPr>
              </a:lvl2pPr>
              <a:lvl3pPr marL="1143000" indent="-228600" defTabSz="1333500">
                <a:defRPr>
                  <a:solidFill>
                    <a:schemeClr val="tx1"/>
                  </a:solidFill>
                  <a:latin typeface="Calibri" panose="020F0502020204030204" pitchFamily="34" charset="0"/>
                </a:defRPr>
              </a:lvl3pPr>
              <a:lvl4pPr marL="1600200" indent="-228600" defTabSz="1333500">
                <a:defRPr>
                  <a:solidFill>
                    <a:schemeClr val="tx1"/>
                  </a:solidFill>
                  <a:latin typeface="Calibri" panose="020F0502020204030204" pitchFamily="34" charset="0"/>
                </a:defRPr>
              </a:lvl4pPr>
              <a:lvl5pPr marL="2057400" indent="-228600" defTabSz="1333500">
                <a:defRPr>
                  <a:solidFill>
                    <a:schemeClr val="tx1"/>
                  </a:solidFill>
                  <a:latin typeface="Calibri" panose="020F0502020204030204" pitchFamily="34" charset="0"/>
                </a:defRPr>
              </a:lvl5pPr>
              <a:lvl6pPr marL="2514600" indent="-228600" defTabSz="1333500" eaLnBrk="0" fontAlgn="base" hangingPunct="0">
                <a:spcBef>
                  <a:spcPct val="0"/>
                </a:spcBef>
                <a:spcAft>
                  <a:spcPct val="0"/>
                </a:spcAft>
                <a:defRPr>
                  <a:solidFill>
                    <a:schemeClr val="tx1"/>
                  </a:solidFill>
                  <a:latin typeface="Calibri" panose="020F0502020204030204" pitchFamily="34" charset="0"/>
                </a:defRPr>
              </a:lvl6pPr>
              <a:lvl7pPr marL="2971800" indent="-228600" defTabSz="1333500" eaLnBrk="0" fontAlgn="base" hangingPunct="0">
                <a:spcBef>
                  <a:spcPct val="0"/>
                </a:spcBef>
                <a:spcAft>
                  <a:spcPct val="0"/>
                </a:spcAft>
                <a:defRPr>
                  <a:solidFill>
                    <a:schemeClr val="tx1"/>
                  </a:solidFill>
                  <a:latin typeface="Calibri" panose="020F0502020204030204" pitchFamily="34" charset="0"/>
                </a:defRPr>
              </a:lvl7pPr>
              <a:lvl8pPr marL="3429000" indent="-228600" defTabSz="1333500" eaLnBrk="0" fontAlgn="base" hangingPunct="0">
                <a:spcBef>
                  <a:spcPct val="0"/>
                </a:spcBef>
                <a:spcAft>
                  <a:spcPct val="0"/>
                </a:spcAft>
                <a:defRPr>
                  <a:solidFill>
                    <a:schemeClr val="tx1"/>
                  </a:solidFill>
                  <a:latin typeface="Calibri" panose="020F0502020204030204" pitchFamily="34" charset="0"/>
                </a:defRPr>
              </a:lvl8pPr>
              <a:lvl9pPr marL="3886200" indent="-228600" defTabSz="1333500" eaLnBrk="0" fontAlgn="base" hangingPunct="0">
                <a:spcBef>
                  <a:spcPct val="0"/>
                </a:spcBef>
                <a:spcAft>
                  <a:spcPct val="0"/>
                </a:spcAft>
                <a:defRPr>
                  <a:solidFill>
                    <a:schemeClr val="tx1"/>
                  </a:solidFill>
                  <a:latin typeface="Calibri" panose="020F0502020204030204" pitchFamily="34" charset="0"/>
                </a:defRPr>
              </a:lvl9pPr>
            </a:lstStyle>
            <a:p>
              <a:pPr marL="0" lvl="1" eaLnBrk="1" hangingPunct="1">
                <a:lnSpc>
                  <a:spcPct val="90000"/>
                </a:lnSpc>
                <a:spcAft>
                  <a:spcPct val="15000"/>
                </a:spcAft>
              </a:pPr>
              <a:r>
                <a:rPr lang="en-US" sz="2200">
                  <a:solidFill>
                    <a:srgbClr val="000000"/>
                  </a:solidFill>
                  <a:latin typeface="Arial" panose="020B0604020202020204" pitchFamily="34" charset="0"/>
                  <a:cs typeface="Arial" panose="020B0604020202020204" pitchFamily="34" charset="0"/>
                </a:rPr>
                <a:t>Phải có độ lặp lại cao và dễ bảo quản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ChangeArrowheads="1"/>
          </p:cNvSpPr>
          <p:nvPr/>
        </p:nvSpPr>
        <p:spPr bwMode="auto">
          <a:xfrm>
            <a:off x="2252663" y="327025"/>
            <a:ext cx="3975100" cy="461963"/>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Font typeface="Wingdings 2" panose="05020102010507070707" pitchFamily="18" charset="2"/>
              <a:buNone/>
              <a:defRPr/>
            </a:pPr>
            <a:r>
              <a:rPr lang="en-US" altLang="en-US" sz="2400" b="1" dirty="0" err="1"/>
              <a:t>Các</a:t>
            </a:r>
            <a:r>
              <a:rPr lang="en-US" altLang="en-US" sz="2400" b="1" dirty="0"/>
              <a:t> </a:t>
            </a:r>
            <a:r>
              <a:rPr lang="en-US" altLang="en-US" sz="2400" b="1" dirty="0" err="1"/>
              <a:t>loại</a:t>
            </a:r>
            <a:r>
              <a:rPr lang="en-US" altLang="en-US" sz="2400" b="1" dirty="0"/>
              <a:t> </a:t>
            </a:r>
            <a:r>
              <a:rPr lang="en-US" altLang="en-US" sz="2400" b="1" dirty="0" err="1"/>
              <a:t>điện</a:t>
            </a:r>
            <a:r>
              <a:rPr lang="en-US" altLang="en-US" sz="2400" b="1" dirty="0"/>
              <a:t> </a:t>
            </a:r>
            <a:r>
              <a:rPr lang="en-US" altLang="en-US" sz="2400" b="1" dirty="0" err="1"/>
              <a:t>cực</a:t>
            </a:r>
            <a:r>
              <a:rPr lang="en-US" altLang="en-US" sz="2400" b="1" dirty="0"/>
              <a:t> so </a:t>
            </a:r>
            <a:r>
              <a:rPr lang="en-US" altLang="en-US" sz="2400" b="1" dirty="0" err="1"/>
              <a:t>sánh</a:t>
            </a:r>
            <a:endParaRPr lang="en-US" altLang="en-US" sz="2400" b="1" dirty="0"/>
          </a:p>
        </p:txBody>
      </p:sp>
      <p:graphicFrame>
        <p:nvGraphicFramePr>
          <p:cNvPr id="32" name="Content Placeholder 4"/>
          <p:cNvGraphicFramePr>
            <a:graphicFrameLocks/>
          </p:cNvGraphicFramePr>
          <p:nvPr/>
        </p:nvGraphicFramePr>
        <p:xfrm>
          <a:off x="1115616" y="1556792"/>
          <a:ext cx="7272808" cy="484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8132" name="Rectangle 32"/>
          <p:cNvSpPr>
            <a:spLocks noChangeArrowheads="1"/>
          </p:cNvSpPr>
          <p:nvPr/>
        </p:nvSpPr>
        <p:spPr bwMode="auto">
          <a:xfrm>
            <a:off x="1403350" y="1903413"/>
            <a:ext cx="5048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a</a:t>
            </a:r>
          </a:p>
        </p:txBody>
      </p:sp>
      <p:sp>
        <p:nvSpPr>
          <p:cNvPr id="48133" name="Rectangle 33"/>
          <p:cNvSpPr>
            <a:spLocks noChangeArrowheads="1"/>
          </p:cNvSpPr>
          <p:nvPr/>
        </p:nvSpPr>
        <p:spPr bwMode="auto">
          <a:xfrm>
            <a:off x="1816100" y="2781300"/>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b</a:t>
            </a:r>
          </a:p>
        </p:txBody>
      </p:sp>
      <p:sp>
        <p:nvSpPr>
          <p:cNvPr id="48134" name="Rectangle 34"/>
          <p:cNvSpPr>
            <a:spLocks noChangeArrowheads="1"/>
          </p:cNvSpPr>
          <p:nvPr/>
        </p:nvSpPr>
        <p:spPr bwMode="auto">
          <a:xfrm>
            <a:off x="1979613" y="3644900"/>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c</a:t>
            </a:r>
          </a:p>
        </p:txBody>
      </p:sp>
      <p:sp>
        <p:nvSpPr>
          <p:cNvPr id="48135" name="Rectangle 36"/>
          <p:cNvSpPr>
            <a:spLocks noChangeArrowheads="1"/>
          </p:cNvSpPr>
          <p:nvPr/>
        </p:nvSpPr>
        <p:spPr bwMode="auto">
          <a:xfrm>
            <a:off x="1835150" y="458152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d</a:t>
            </a:r>
          </a:p>
        </p:txBody>
      </p:sp>
      <p:sp>
        <p:nvSpPr>
          <p:cNvPr id="48136" name="Rectangle 37"/>
          <p:cNvSpPr>
            <a:spLocks noChangeArrowheads="1"/>
          </p:cNvSpPr>
          <p:nvPr/>
        </p:nvSpPr>
        <p:spPr bwMode="auto">
          <a:xfrm>
            <a:off x="1343025" y="5516563"/>
            <a:ext cx="431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2"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1621FF7-6D9A-484E-83C4-4653FC0E60D2}" type="slidenum">
              <a:rPr lang="en-US" altLang="ru-RU">
                <a:solidFill>
                  <a:srgbClr val="FFFFFF"/>
                </a:solidFill>
                <a:latin typeface="Arial" panose="020B0604020202020204" pitchFamily="34" charset="0"/>
                <a:cs typeface="Arial" panose="020B0604020202020204" pitchFamily="34" charset="0"/>
              </a:rPr>
              <a:pPr/>
              <a:t>37</a:t>
            </a:fld>
            <a:endParaRPr lang="en-US" altLang="ru-RU">
              <a:solidFill>
                <a:srgbClr val="FFFFFF"/>
              </a:solidFill>
              <a:latin typeface="Arial" panose="020B0604020202020204" pitchFamily="34" charset="0"/>
              <a:cs typeface="Arial" panose="020B0604020202020204" pitchFamily="34" charset="0"/>
            </a:endParaRPr>
          </a:p>
        </p:txBody>
      </p:sp>
      <p:sp>
        <p:nvSpPr>
          <p:cNvPr id="10" name="Content Placeholder 2"/>
          <p:cNvSpPr txBox="1">
            <a:spLocks/>
          </p:cNvSpPr>
          <p:nvPr/>
        </p:nvSpPr>
        <p:spPr bwMode="auto">
          <a:xfrm>
            <a:off x="1120775" y="842963"/>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grpSp>
        <p:nvGrpSpPr>
          <p:cNvPr id="49156" name="Group 30"/>
          <p:cNvGrpSpPr>
            <a:grpSpLocks/>
          </p:cNvGrpSpPr>
          <p:nvPr/>
        </p:nvGrpSpPr>
        <p:grpSpPr bwMode="auto">
          <a:xfrm>
            <a:off x="1120775" y="96838"/>
            <a:ext cx="4819650" cy="746125"/>
            <a:chOff x="546653" y="372365"/>
            <a:chExt cx="6658657" cy="745118"/>
          </a:xfrm>
        </p:grpSpPr>
        <p:sp>
          <p:nvSpPr>
            <p:cNvPr id="32" name="Rectangle 31"/>
            <p:cNvSpPr/>
            <p:nvPr/>
          </p:nvSpPr>
          <p:spPr>
            <a:xfrm>
              <a:off x="546653" y="372365"/>
              <a:ext cx="6658657"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3" name="Rectangle 32"/>
            <p:cNvSpPr/>
            <p:nvPr/>
          </p:nvSpPr>
          <p:spPr>
            <a:xfrm>
              <a:off x="546653" y="372365"/>
              <a:ext cx="6658657"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spcCol="1270" anchor="ctr"/>
            <a:lstStyle/>
            <a:p>
              <a:pPr eaLnBrk="1" fontAlgn="auto" hangingPunct="1">
                <a:spcBef>
                  <a:spcPts val="0"/>
                </a:spcBef>
                <a:spcAft>
                  <a:spcPts val="0"/>
                </a:spcAft>
                <a:defRPr/>
              </a:pPr>
              <a:r>
                <a:rPr lang="en-US" sz="2400" dirty="0">
                  <a:solidFill>
                    <a:schemeClr val="tx1"/>
                  </a:solidFill>
                  <a:latin typeface="Arial" panose="020B0604020202020204" pitchFamily="34" charset="0"/>
                  <a:cs typeface="Arial" panose="020B0604020202020204" pitchFamily="34" charset="0"/>
                </a:rPr>
                <a:t>a. </a:t>
              </a:r>
              <a:r>
                <a:rPr lang="en-US" sz="2400" dirty="0" err="1">
                  <a:solidFill>
                    <a:schemeClr val="tx1"/>
                  </a:solidFill>
                  <a:latin typeface="Arial" panose="020B0604020202020204" pitchFamily="34" charset="0"/>
                  <a:cs typeface="Arial" panose="020B0604020202020204" pitchFamily="34" charset="0"/>
                </a:rPr>
                <a:t>Điện</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cực</a:t>
              </a:r>
              <a:r>
                <a:rPr lang="en-US" sz="2400" dirty="0">
                  <a:solidFill>
                    <a:schemeClr val="tx1"/>
                  </a:solidFill>
                  <a:latin typeface="Arial" panose="020B0604020202020204" pitchFamily="34" charset="0"/>
                  <a:cs typeface="Arial" panose="020B0604020202020204" pitchFamily="34" charset="0"/>
                </a:rPr>
                <a:t> Ag/</a:t>
              </a:r>
              <a:r>
                <a:rPr lang="en-US" sz="2400" dirty="0" err="1">
                  <a:solidFill>
                    <a:schemeClr val="tx1"/>
                  </a:solidFill>
                  <a:latin typeface="Arial" panose="020B0604020202020204" pitchFamily="34" charset="0"/>
                  <a:cs typeface="Arial" panose="020B0604020202020204" pitchFamily="34" charset="0"/>
                </a:rPr>
                <a:t>AgCl</a:t>
              </a:r>
              <a:endParaRPr lang="en-US" sz="2400" dirty="0">
                <a:solidFill>
                  <a:schemeClr val="tx1"/>
                </a:solidFill>
                <a:latin typeface="Arial" panose="020B0604020202020204" pitchFamily="34" charset="0"/>
                <a:cs typeface="Arial" panose="020B0604020202020204" pitchFamily="34" charset="0"/>
              </a:endParaRPr>
            </a:p>
          </p:txBody>
        </p:sp>
      </p:grpSp>
      <p:sp>
        <p:nvSpPr>
          <p:cNvPr id="34" name="Content Placeholder 2"/>
          <p:cNvSpPr txBox="1">
            <a:spLocks/>
          </p:cNvSpPr>
          <p:nvPr/>
        </p:nvSpPr>
        <p:spPr bwMode="auto">
          <a:xfrm>
            <a:off x="827088" y="981075"/>
            <a:ext cx="7402512"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Gồm một dây bạc được phủ một lớp AgCl mỏng nhúng trong dung dịch KCl. </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Sơ đồ điện cực: Ag/AgCl/KCl</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VD:</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Ag/AgCl/KCl 3,5M, E = 0,232V</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Ag/AgCl/KCl bão hòa, E = 0,197V</a:t>
            </a:r>
          </a:p>
          <a:p>
            <a:pPr algn="just"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endParaRPr lang="en-US" sz="2200" b="1" i="1" u="sng">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endParaRPr lang="en-US" sz="2200" b="1">
              <a:solidFill>
                <a:schemeClr val="tx1"/>
              </a:solidFill>
              <a:latin typeface="Arial" panose="020B0604020202020204" pitchFamily="34" charset="0"/>
              <a:cs typeface="Arial" panose="020B0604020202020204" pitchFamily="34" charset="0"/>
            </a:endParaRPr>
          </a:p>
        </p:txBody>
      </p:sp>
      <p:pic>
        <p:nvPicPr>
          <p:cNvPr id="36"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725" y="1700213"/>
            <a:ext cx="2795588" cy="371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
                                            <p:txEl>
                                              <p:pRg st="0" end="0"/>
                                            </p:txEl>
                                          </p:spTgt>
                                        </p:tgtEl>
                                        <p:attrNameLst>
                                          <p:attrName>style.visibility</p:attrName>
                                        </p:attrNameLst>
                                      </p:cBhvr>
                                      <p:to>
                                        <p:strVal val="visible"/>
                                      </p:to>
                                    </p:set>
                                    <p:animEffect transition="in" filter="barn(inVertical)">
                                      <p:cBhvr>
                                        <p:cTn id="12" dur="500"/>
                                        <p:tgtEl>
                                          <p:spTgt spid="3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4">
                                            <p:txEl>
                                              <p:pRg st="1" end="1"/>
                                            </p:txEl>
                                          </p:spTgt>
                                        </p:tgtEl>
                                        <p:attrNameLst>
                                          <p:attrName>style.visibility</p:attrName>
                                        </p:attrNameLst>
                                      </p:cBhvr>
                                      <p:to>
                                        <p:strVal val="visible"/>
                                      </p:to>
                                    </p:set>
                                    <p:animEffect transition="in" filter="barn(inVertical)">
                                      <p:cBhvr>
                                        <p:cTn id="17" dur="500"/>
                                        <p:tgtEl>
                                          <p:spTgt spid="3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4">
                                            <p:txEl>
                                              <p:pRg st="2" end="2"/>
                                            </p:txEl>
                                          </p:spTgt>
                                        </p:tgtEl>
                                        <p:attrNameLst>
                                          <p:attrName>style.visibility</p:attrName>
                                        </p:attrNameLst>
                                      </p:cBhvr>
                                      <p:to>
                                        <p:strVal val="visible"/>
                                      </p:to>
                                    </p:set>
                                    <p:animEffect transition="in" filter="barn(inVertical)">
                                      <p:cBhvr>
                                        <p:cTn id="22" dur="500"/>
                                        <p:tgtEl>
                                          <p:spTgt spid="3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4">
                                            <p:txEl>
                                              <p:pRg st="3" end="3"/>
                                            </p:txEl>
                                          </p:spTgt>
                                        </p:tgtEl>
                                        <p:attrNameLst>
                                          <p:attrName>style.visibility</p:attrName>
                                        </p:attrNameLst>
                                      </p:cBhvr>
                                      <p:to>
                                        <p:strVal val="visible"/>
                                      </p:to>
                                    </p:set>
                                    <p:animEffect transition="in" filter="barn(inVertical)">
                                      <p:cBhvr>
                                        <p:cTn id="27" dur="500"/>
                                        <p:tgtEl>
                                          <p:spTgt spid="34">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4">
                                            <p:txEl>
                                              <p:pRg st="4" end="4"/>
                                            </p:txEl>
                                          </p:spTgt>
                                        </p:tgtEl>
                                        <p:attrNameLst>
                                          <p:attrName>style.visibility</p:attrName>
                                        </p:attrNameLst>
                                      </p:cBhvr>
                                      <p:to>
                                        <p:strVal val="visible"/>
                                      </p:to>
                                    </p:set>
                                    <p:animEffect transition="in" filter="barn(inVertical)">
                                      <p:cBhvr>
                                        <p:cTn id="32" dur="500"/>
                                        <p:tgtEl>
                                          <p:spTgt spid="34">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3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3AE80DC-284C-412E-A52D-1D00ABEDF679}" type="slidenum">
              <a:rPr lang="en-US" altLang="ru-RU">
                <a:solidFill>
                  <a:srgbClr val="FFFFFF"/>
                </a:solidFill>
                <a:latin typeface="Arial" panose="020B0604020202020204" pitchFamily="34" charset="0"/>
                <a:cs typeface="Arial" panose="020B0604020202020204" pitchFamily="34" charset="0"/>
              </a:rPr>
              <a:pPr/>
              <a:t>38</a:t>
            </a:fld>
            <a:endParaRPr lang="en-US" altLang="ru-RU">
              <a:solidFill>
                <a:srgbClr val="FFFFFF"/>
              </a:solidFill>
              <a:latin typeface="Arial" panose="020B0604020202020204" pitchFamily="34" charset="0"/>
              <a:cs typeface="Arial" panose="020B0604020202020204" pitchFamily="34" charset="0"/>
            </a:endParaRPr>
          </a:p>
        </p:txBody>
      </p:sp>
      <p:sp>
        <p:nvSpPr>
          <p:cNvPr id="10" name="Content Placeholder 2"/>
          <p:cNvSpPr txBox="1">
            <a:spLocks/>
          </p:cNvSpPr>
          <p:nvPr/>
        </p:nvSpPr>
        <p:spPr bwMode="auto">
          <a:xfrm>
            <a:off x="1120775" y="842963"/>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grpSp>
        <p:nvGrpSpPr>
          <p:cNvPr id="50180" name="Group 30"/>
          <p:cNvGrpSpPr>
            <a:grpSpLocks/>
          </p:cNvGrpSpPr>
          <p:nvPr/>
        </p:nvGrpSpPr>
        <p:grpSpPr bwMode="auto">
          <a:xfrm>
            <a:off x="611188" y="161925"/>
            <a:ext cx="4897437" cy="746125"/>
            <a:chOff x="546653" y="372365"/>
            <a:chExt cx="6658657" cy="745118"/>
          </a:xfrm>
        </p:grpSpPr>
        <p:sp>
          <p:nvSpPr>
            <p:cNvPr id="32" name="Rectangle 31"/>
            <p:cNvSpPr/>
            <p:nvPr/>
          </p:nvSpPr>
          <p:spPr>
            <a:xfrm>
              <a:off x="546653" y="372365"/>
              <a:ext cx="6658657"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3" name="Rectangle 32"/>
            <p:cNvSpPr/>
            <p:nvPr/>
          </p:nvSpPr>
          <p:spPr>
            <a:xfrm>
              <a:off x="546653" y="372365"/>
              <a:ext cx="6658657"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spcCol="1270" anchor="ctr"/>
            <a:lstStyle/>
            <a:p>
              <a:pPr eaLnBrk="1" fontAlgn="auto" hangingPunct="1">
                <a:spcBef>
                  <a:spcPts val="0"/>
                </a:spcBef>
                <a:spcAft>
                  <a:spcPts val="0"/>
                </a:spcAft>
                <a:defRPr/>
              </a:pPr>
              <a:r>
                <a:rPr lang="en-US" sz="2400" dirty="0">
                  <a:solidFill>
                    <a:schemeClr val="tx1"/>
                  </a:solidFill>
                  <a:latin typeface="Arial" panose="020B0604020202020204" pitchFamily="34" charset="0"/>
                  <a:cs typeface="Arial" panose="020B0604020202020204" pitchFamily="34" charset="0"/>
                </a:rPr>
                <a:t>a. </a:t>
              </a:r>
              <a:r>
                <a:rPr lang="en-US" sz="2400" dirty="0" err="1">
                  <a:solidFill>
                    <a:schemeClr val="tx1"/>
                  </a:solidFill>
                  <a:latin typeface="Arial" panose="020B0604020202020204" pitchFamily="34" charset="0"/>
                  <a:cs typeface="Arial" panose="020B0604020202020204" pitchFamily="34" charset="0"/>
                </a:rPr>
                <a:t>Điện</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cực</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bạc</a:t>
              </a:r>
              <a:r>
                <a:rPr lang="en-US" sz="2400" dirty="0">
                  <a:solidFill>
                    <a:schemeClr val="tx1"/>
                  </a:solidFill>
                  <a:latin typeface="Arial" panose="020B0604020202020204" pitchFamily="34" charset="0"/>
                  <a:cs typeface="Arial" panose="020B0604020202020204" pitchFamily="34" charset="0"/>
                </a:rPr>
                <a:t> – </a:t>
              </a:r>
              <a:r>
                <a:rPr lang="en-US" sz="2400" dirty="0" err="1">
                  <a:solidFill>
                    <a:schemeClr val="tx1"/>
                  </a:solidFill>
                  <a:latin typeface="Arial" panose="020B0604020202020204" pitchFamily="34" charset="0"/>
                  <a:cs typeface="Arial" panose="020B0604020202020204" pitchFamily="34" charset="0"/>
                </a:rPr>
                <a:t>bạc</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clorua</a:t>
              </a:r>
              <a:endParaRPr lang="en-US" sz="2400" dirty="0">
                <a:solidFill>
                  <a:schemeClr val="tx1"/>
                </a:solidFill>
                <a:latin typeface="Arial" panose="020B0604020202020204" pitchFamily="34" charset="0"/>
                <a:cs typeface="Arial" panose="020B0604020202020204" pitchFamily="34" charset="0"/>
              </a:endParaRPr>
            </a:p>
          </p:txBody>
        </p:sp>
      </p:grpSp>
      <p:sp>
        <p:nvSpPr>
          <p:cNvPr id="11" name="Content Placeholder 2"/>
          <p:cNvSpPr txBox="1">
            <a:spLocks/>
          </p:cNvSpPr>
          <p:nvPr/>
        </p:nvSpPr>
        <p:spPr bwMode="auto">
          <a:xfrm>
            <a:off x="755650" y="1330325"/>
            <a:ext cx="7920038" cy="523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ts val="600"/>
              </a:spcBef>
              <a:spcAft>
                <a:spcPct val="0"/>
              </a:spcAft>
              <a:buSzPct val="80000"/>
              <a:buFont typeface="Wingdings" panose="05000000000000000000" pitchFamily="2" charset="2"/>
              <a:buChar char="Ø"/>
            </a:pPr>
            <a:r>
              <a:rPr lang="en-US" sz="2200">
                <a:solidFill>
                  <a:schemeClr val="tx1"/>
                </a:solidFill>
                <a:latin typeface="Arial" panose="020B0604020202020204" pitchFamily="34" charset="0"/>
                <a:cs typeface="Arial" panose="020B0604020202020204" pitchFamily="34" charset="0"/>
              </a:rPr>
              <a:t> Phản ứng điện cực: AgCl + e </a:t>
            </a:r>
            <a:r>
              <a:rPr lang="en-US" sz="2200">
                <a:solidFill>
                  <a:schemeClr val="tx1"/>
                </a:solidFill>
                <a:latin typeface="Arial" panose="020B0604020202020204" pitchFamily="34" charset="0"/>
                <a:cs typeface="Arial" panose="020B0604020202020204" pitchFamily="34" charset="0"/>
                <a:sym typeface="Symbol" panose="05050102010706020507" pitchFamily="18" charset="2"/>
              </a:rPr>
              <a:t> Ag + Cl</a:t>
            </a:r>
            <a:r>
              <a:rPr lang="en-US" sz="2200" baseline="30000">
                <a:solidFill>
                  <a:schemeClr val="tx1"/>
                </a:solidFill>
                <a:latin typeface="Arial" panose="020B0604020202020204" pitchFamily="34" charset="0"/>
                <a:cs typeface="Arial" panose="020B0604020202020204" pitchFamily="34" charset="0"/>
                <a:sym typeface="Symbol" panose="05050102010706020507" pitchFamily="18" charset="2"/>
              </a:rPr>
              <a:t>-</a:t>
            </a:r>
            <a:endParaRPr lang="en-US" sz="2200" baseline="30000">
              <a:solidFill>
                <a:schemeClr val="tx1"/>
              </a:solidFill>
              <a:latin typeface="Arial" panose="020B0604020202020204" pitchFamily="34" charset="0"/>
              <a:cs typeface="Arial" panose="020B0604020202020204" pitchFamily="34"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eaLnBrk="1" hangingPunct="1">
              <a:lnSpc>
                <a:spcPct val="100000"/>
              </a:lnSpc>
              <a:spcBef>
                <a:spcPts val="600"/>
              </a:spcBef>
              <a:spcAft>
                <a:spcPct val="0"/>
              </a:spcAft>
              <a:buSzPct val="80000"/>
              <a:buFont typeface="Wingdings" panose="05000000000000000000" pitchFamily="2" charset="2"/>
              <a:buChar char="Ø"/>
            </a:pPr>
            <a:r>
              <a:rPr lang="en-US" sz="2200">
                <a:solidFill>
                  <a:schemeClr val="tx1"/>
                </a:solidFill>
                <a:latin typeface="Arial" panose="020B0604020202020204" pitchFamily="34" charset="0"/>
                <a:cs typeface="Arial" panose="020B0604020202020204" pitchFamily="34" charset="0"/>
              </a:rPr>
              <a:t> Thế điện cực:</a:t>
            </a:r>
          </a:p>
          <a:p>
            <a:pPr eaLnBrk="1" hangingPunct="1">
              <a:lnSpc>
                <a:spcPct val="100000"/>
              </a:lnSpc>
              <a:spcBef>
                <a:spcPts val="600"/>
              </a:spcBef>
              <a:spcAft>
                <a:spcPct val="0"/>
              </a:spcAft>
              <a:buSzPct val="80000"/>
              <a:buFont typeface="Wingdings" panose="05000000000000000000" pitchFamily="2" charset="2"/>
              <a:buChar char="Ø"/>
            </a:pPr>
            <a:endParaRPr lang="en-US" sz="2200" b="1" i="1">
              <a:solidFill>
                <a:schemeClr val="tx1"/>
              </a:solidFill>
              <a:latin typeface="Arial" panose="020B0604020202020204" pitchFamily="34" charset="0"/>
              <a:cs typeface="Arial" panose="020B0604020202020204" pitchFamily="34" charset="0"/>
            </a:endParaRPr>
          </a:p>
          <a:p>
            <a:pPr eaLnBrk="1" hangingPunct="1">
              <a:lnSpc>
                <a:spcPct val="100000"/>
              </a:lnSpc>
              <a:spcBef>
                <a:spcPts val="600"/>
              </a:spcBef>
              <a:spcAft>
                <a:spcPct val="0"/>
              </a:spcAft>
              <a:buSzPct val="80000"/>
              <a:buFont typeface="Wingdings" panose="05000000000000000000" pitchFamily="2" charset="2"/>
              <a:buChar char="Ø"/>
            </a:pPr>
            <a:endParaRPr lang="en-US" sz="2200" b="1" i="1">
              <a:solidFill>
                <a:schemeClr val="tx1"/>
              </a:solidFill>
              <a:latin typeface="Arial" panose="020B0604020202020204" pitchFamily="34" charset="0"/>
              <a:cs typeface="Arial" panose="020B0604020202020204" pitchFamily="34"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eaLnBrk="1" hangingPunct="1">
              <a:lnSpc>
                <a:spcPct val="10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     Ở 25</a:t>
            </a:r>
            <a:r>
              <a:rPr lang="en-US" sz="2200" baseline="30000">
                <a:solidFill>
                  <a:schemeClr val="tx1"/>
                </a:solidFill>
                <a:latin typeface="Arial" panose="020B0604020202020204" pitchFamily="34" charset="0"/>
                <a:cs typeface="Arial" panose="020B0604020202020204" pitchFamily="34" charset="0"/>
              </a:rPr>
              <a:t>o</a:t>
            </a:r>
            <a:r>
              <a:rPr lang="en-US" sz="2200">
                <a:solidFill>
                  <a:schemeClr val="tx1"/>
                </a:solidFill>
                <a:latin typeface="Arial" panose="020B0604020202020204" pitchFamily="34" charset="0"/>
                <a:cs typeface="Arial" panose="020B0604020202020204" pitchFamily="34" charset="0"/>
              </a:rPr>
              <a:t>C thì</a:t>
            </a:r>
            <a:endParaRPr lang="en-US" sz="2200" b="1" i="1">
              <a:solidFill>
                <a:schemeClr val="tx1"/>
              </a:solidFill>
              <a:latin typeface="Arial" panose="020B0604020202020204" pitchFamily="34" charset="0"/>
              <a:cs typeface="Arial" panose="020B0604020202020204" pitchFamily="34" charset="0"/>
            </a:endParaRPr>
          </a:p>
          <a:p>
            <a:pPr algn="just" eaLnBrk="1" hangingPunct="1">
              <a:lnSpc>
                <a:spcPct val="100000"/>
              </a:lnSpc>
              <a:spcBef>
                <a:spcPts val="600"/>
              </a:spcBef>
              <a:spcAft>
                <a:spcPct val="0"/>
              </a:spcAft>
              <a:buSzPct val="80000"/>
              <a:buFont typeface="Wingdings 2" panose="05020102010507070707" pitchFamily="18" charset="2"/>
              <a:buNone/>
            </a:pPr>
            <a:endParaRPr lang="en-US" sz="2200" b="1" i="1">
              <a:solidFill>
                <a:schemeClr val="tx1"/>
              </a:solidFill>
              <a:latin typeface="Arial" panose="020B0604020202020204" pitchFamily="34" charset="0"/>
              <a:cs typeface="Arial" panose="020B0604020202020204" pitchFamily="34" charset="0"/>
              <a:sym typeface="Wingdings" panose="05000000000000000000" pitchFamily="2" charset="2"/>
            </a:endParaRPr>
          </a:p>
          <a:p>
            <a:pPr algn="just" eaLnBrk="1" hangingPunct="1">
              <a:lnSpc>
                <a:spcPct val="10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sym typeface="Wingdings" panose="05000000000000000000" pitchFamily="2" charset="2"/>
            </a:endParaRPr>
          </a:p>
          <a:p>
            <a:pPr algn="just" eaLnBrk="1" hangingPunct="1">
              <a:lnSpc>
                <a:spcPct val="10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sym typeface="Wingdings" panose="05000000000000000000" pitchFamily="2" charset="2"/>
            </a:endParaRPr>
          </a:p>
          <a:p>
            <a:pPr algn="just" eaLnBrk="1" hangingPunct="1">
              <a:lnSpc>
                <a:spcPct val="10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sym typeface="Wingdings" panose="05000000000000000000" pitchFamily="2" charset="2"/>
              </a:rPr>
              <a:t>Sử dụng điện cực phải giữ nồng độ cân bằng và [Cl</a:t>
            </a:r>
            <a:r>
              <a:rPr lang="en-US" sz="2200" baseline="30000">
                <a:solidFill>
                  <a:schemeClr val="tx1"/>
                </a:solidFill>
                <a:latin typeface="Arial" panose="020B0604020202020204" pitchFamily="34" charset="0"/>
                <a:cs typeface="Arial" panose="020B0604020202020204" pitchFamily="34" charset="0"/>
                <a:sym typeface="Wingdings" panose="05000000000000000000" pitchFamily="2" charset="2"/>
              </a:rPr>
              <a:t>-</a:t>
            </a:r>
            <a:r>
              <a:rPr lang="en-US" sz="2200">
                <a:solidFill>
                  <a:schemeClr val="tx1"/>
                </a:solidFill>
                <a:latin typeface="Arial" panose="020B0604020202020204" pitchFamily="34" charset="0"/>
                <a:cs typeface="Arial" panose="020B0604020202020204" pitchFamily="34" charset="0"/>
                <a:sym typeface="Wingdings" panose="05000000000000000000" pitchFamily="2" charset="2"/>
              </a:rPr>
              <a:t>] ổn định.</a:t>
            </a:r>
            <a:endParaRPr lang="en-US" sz="2200">
              <a:solidFill>
                <a:schemeClr val="tx1"/>
              </a:solidFill>
              <a:latin typeface="Arial" panose="020B0604020202020204" pitchFamily="34" charset="0"/>
              <a:cs typeface="Arial" panose="020B0604020202020204" pitchFamily="34"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200" b="1" i="1">
              <a:solidFill>
                <a:schemeClr val="tx1"/>
              </a:solidFill>
              <a:latin typeface="Arial" panose="020B0604020202020204" pitchFamily="34" charset="0"/>
              <a:cs typeface="Arial" panose="020B0604020202020204" pitchFamily="34" charset="0"/>
            </a:endParaRPr>
          </a:p>
        </p:txBody>
      </p:sp>
      <p:pic>
        <p:nvPicPr>
          <p:cNvPr id="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088" y="3001963"/>
            <a:ext cx="5249862"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4313" y="4283075"/>
            <a:ext cx="3932237"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arn(inVertical)">
                                      <p:cBhvr>
                                        <p:cTn id="12" dur="500"/>
                                        <p:tgtEl>
                                          <p:spTgt spid="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arn(inVertical)">
                                      <p:cBhvr>
                                        <p:cTn id="17" dur="500"/>
                                        <p:tgtEl>
                                          <p:spTgt spid="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barn(inVertical)">
                                      <p:cBhvr>
                                        <p:cTn id="22" dur="500"/>
                                        <p:tgtEl>
                                          <p:spTgt spid="1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animEffect transition="in" filter="barn(inVertical)">
                                      <p:cBhvr>
                                        <p:cTn id="27" dur="500"/>
                                        <p:tgtEl>
                                          <p:spTgt spid="11">
                                            <p:txEl>
                                              <p:pRg st="10" end="1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inVertical)">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21"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18F0712-439E-481F-B961-591BB5CF853F}" type="slidenum">
              <a:rPr lang="en-US" altLang="ru-RU">
                <a:solidFill>
                  <a:srgbClr val="FFFFFF"/>
                </a:solidFill>
                <a:latin typeface="Arial" panose="020B0604020202020204" pitchFamily="34" charset="0"/>
                <a:cs typeface="Arial" panose="020B0604020202020204" pitchFamily="34" charset="0"/>
              </a:rPr>
              <a:pPr/>
              <a:t>39</a:t>
            </a:fld>
            <a:endParaRPr lang="en-US" altLang="ru-RU">
              <a:solidFill>
                <a:srgbClr val="FFFFFF"/>
              </a:solidFill>
              <a:latin typeface="Arial" panose="020B0604020202020204" pitchFamily="34" charset="0"/>
              <a:cs typeface="Arial" panose="020B0604020202020204" pitchFamily="34" charset="0"/>
            </a:endParaRPr>
          </a:p>
        </p:txBody>
      </p:sp>
      <p:sp>
        <p:nvSpPr>
          <p:cNvPr id="10" name="Content Placeholder 2"/>
          <p:cNvSpPr txBox="1">
            <a:spLocks/>
          </p:cNvSpPr>
          <p:nvPr/>
        </p:nvSpPr>
        <p:spPr bwMode="auto">
          <a:xfrm>
            <a:off x="1120775" y="842963"/>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grpSp>
        <p:nvGrpSpPr>
          <p:cNvPr id="3" name="Group 30"/>
          <p:cNvGrpSpPr>
            <a:grpSpLocks/>
          </p:cNvGrpSpPr>
          <p:nvPr/>
        </p:nvGrpSpPr>
        <p:grpSpPr bwMode="auto">
          <a:xfrm>
            <a:off x="1085851" y="96838"/>
            <a:ext cx="5862414" cy="746125"/>
            <a:chOff x="546653" y="372365"/>
            <a:chExt cx="6658657" cy="745118"/>
          </a:xfrm>
          <a:solidFill>
            <a:schemeClr val="accent1">
              <a:lumMod val="40000"/>
              <a:lumOff val="60000"/>
            </a:schemeClr>
          </a:solidFill>
        </p:grpSpPr>
        <p:sp>
          <p:nvSpPr>
            <p:cNvPr id="32" name="Rectangle 31"/>
            <p:cNvSpPr/>
            <p:nvPr/>
          </p:nvSpPr>
          <p:spPr>
            <a:xfrm>
              <a:off x="546653" y="372365"/>
              <a:ext cx="6658657" cy="745118"/>
            </a:xfrm>
            <a:prstGeom prst="rect">
              <a:avLst/>
            </a:prstGeom>
            <a:grp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3" name="Rectangle 32"/>
            <p:cNvSpPr/>
            <p:nvPr/>
          </p:nvSpPr>
          <p:spPr>
            <a:xfrm>
              <a:off x="546653" y="372365"/>
              <a:ext cx="6658657" cy="745118"/>
            </a:xfrm>
            <a:prstGeom prst="rect">
              <a:avLst/>
            </a:prstGeom>
            <a:grpFill/>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spcCol="1270" anchor="ctr"/>
            <a:lstStyle/>
            <a:p>
              <a:pPr eaLnBrk="1" fontAlgn="auto" hangingPunct="1">
                <a:spcBef>
                  <a:spcPts val="0"/>
                </a:spcBef>
                <a:spcAft>
                  <a:spcPts val="0"/>
                </a:spcAft>
                <a:defRPr/>
              </a:pPr>
              <a:r>
                <a:rPr lang="en-US" sz="2800" dirty="0">
                  <a:solidFill>
                    <a:schemeClr val="tx1"/>
                  </a:solidFill>
                  <a:latin typeface="Arial" pitchFamily="34" charset="0"/>
                  <a:cs typeface="Arial" pitchFamily="34" charset="0"/>
                </a:rPr>
                <a:t>a. </a:t>
              </a:r>
              <a:r>
                <a:rPr lang="en-US" sz="2800" dirty="0" err="1">
                  <a:solidFill>
                    <a:schemeClr val="tx1"/>
                  </a:solidFill>
                  <a:latin typeface="Arial" pitchFamily="34" charset="0"/>
                  <a:cs typeface="Arial" pitchFamily="34" charset="0"/>
                </a:rPr>
                <a:t>Điện</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cực</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bạc</a:t>
              </a:r>
              <a:r>
                <a:rPr lang="en-US" sz="2800" dirty="0">
                  <a:solidFill>
                    <a:schemeClr val="tx1"/>
                  </a:solidFill>
                  <a:latin typeface="Arial" pitchFamily="34" charset="0"/>
                  <a:cs typeface="Arial" pitchFamily="34" charset="0"/>
                </a:rPr>
                <a:t> – </a:t>
              </a:r>
              <a:r>
                <a:rPr lang="en-US" sz="2800" dirty="0" err="1">
                  <a:solidFill>
                    <a:schemeClr val="tx1"/>
                  </a:solidFill>
                  <a:latin typeface="Arial" pitchFamily="34" charset="0"/>
                  <a:cs typeface="Arial" pitchFamily="34" charset="0"/>
                </a:rPr>
                <a:t>bạc</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clorua</a:t>
              </a:r>
              <a:endParaRPr lang="en-US" sz="2800" dirty="0">
                <a:solidFill>
                  <a:schemeClr val="tx1"/>
                </a:solidFill>
                <a:latin typeface="Arial" pitchFamily="34" charset="0"/>
                <a:cs typeface="Arial" pitchFamily="34" charset="0"/>
              </a:endParaRPr>
            </a:p>
          </p:txBody>
        </p:sp>
      </p:grpSp>
      <p:sp>
        <p:nvSpPr>
          <p:cNvPr id="15" name="Content Placeholder 2"/>
          <p:cNvSpPr txBox="1">
            <a:spLocks/>
          </p:cNvSpPr>
          <p:nvPr/>
        </p:nvSpPr>
        <p:spPr bwMode="auto">
          <a:xfrm>
            <a:off x="900113" y="1298575"/>
            <a:ext cx="7493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2400"/>
              </a:spcBef>
              <a:buClr>
                <a:schemeClr val="accent1"/>
              </a:buClr>
              <a:buSzPct val="80000"/>
              <a:buFont typeface="Wingdings" panose="05000000000000000000" pitchFamily="2" charset="2"/>
              <a:buChar char="Ø"/>
            </a:pPr>
            <a:r>
              <a:rPr lang="en-US" altLang="ru-RU" sz="2400">
                <a:latin typeface="Times New Roman" panose="02020603050405020304" pitchFamily="18" charset="0"/>
                <a:cs typeface="Times New Roman" panose="02020603050405020304" pitchFamily="18" charset="0"/>
              </a:rPr>
              <a:t>Ưu điểm:</a:t>
            </a:r>
            <a:r>
              <a:rPr lang="en-US" altLang="ru-RU" sz="2400" i="1">
                <a:latin typeface="Times New Roman" panose="02020603050405020304" pitchFamily="18" charset="0"/>
                <a:cs typeface="Times New Roman" panose="02020603050405020304" pitchFamily="18" charset="0"/>
              </a:rPr>
              <a:t> </a:t>
            </a:r>
            <a:r>
              <a:rPr lang="en-US" altLang="ru-RU" sz="2400">
                <a:latin typeface="Times New Roman" panose="02020603050405020304" pitchFamily="18" charset="0"/>
                <a:cs typeface="Times New Roman" panose="02020603050405020304" pitchFamily="18" charset="0"/>
              </a:rPr>
              <a:t>Sử dụng được ở nhiệt độ 60</a:t>
            </a:r>
            <a:r>
              <a:rPr lang="en-US" altLang="ru-RU" sz="2400" baseline="30000">
                <a:latin typeface="Times New Roman" panose="02020603050405020304" pitchFamily="18" charset="0"/>
                <a:cs typeface="Times New Roman" panose="02020603050405020304" pitchFamily="18" charset="0"/>
              </a:rPr>
              <a:t>o</a:t>
            </a:r>
            <a:r>
              <a:rPr lang="en-US" altLang="ru-RU" sz="2400">
                <a:latin typeface="Times New Roman" panose="02020603050405020304" pitchFamily="18" charset="0"/>
                <a:cs typeface="Times New Roman" panose="02020603050405020304" pitchFamily="18" charset="0"/>
              </a:rPr>
              <a:t>C</a:t>
            </a:r>
            <a:r>
              <a:rPr lang="en-US" altLang="ru-RU" sz="2400" i="1">
                <a:latin typeface="Times New Roman" panose="02020603050405020304" pitchFamily="18" charset="0"/>
                <a:cs typeface="Times New Roman" panose="02020603050405020304" pitchFamily="18" charset="0"/>
              </a:rPr>
              <a:t>, </a:t>
            </a:r>
            <a:r>
              <a:rPr lang="en-US" altLang="ru-RU" sz="2400">
                <a:latin typeface="Times New Roman" panose="02020603050405020304" pitchFamily="18" charset="0"/>
                <a:cs typeface="Times New Roman" panose="02020603050405020304" pitchFamily="18" charset="0"/>
              </a:rPr>
              <a:t>có độ lặp lại của các lần đo cao, kích thước nhỏ, dễ chế tạo.</a:t>
            </a:r>
          </a:p>
          <a:p>
            <a:pPr algn="just" eaLnBrk="1" hangingPunct="1">
              <a:lnSpc>
                <a:spcPct val="150000"/>
              </a:lnSpc>
              <a:spcBef>
                <a:spcPts val="2400"/>
              </a:spcBef>
              <a:buClr>
                <a:schemeClr val="accent1"/>
              </a:buClr>
              <a:buSzPct val="80000"/>
              <a:buFont typeface="Wingdings" panose="05000000000000000000" pitchFamily="2" charset="2"/>
              <a:buChar char="Ø"/>
            </a:pPr>
            <a:r>
              <a:rPr lang="en-US" altLang="ru-RU" sz="2400">
                <a:latin typeface="Times New Roman" panose="02020603050405020304" pitchFamily="18" charset="0"/>
                <a:cs typeface="Times New Roman" panose="02020603050405020304" pitchFamily="18" charset="0"/>
              </a:rPr>
              <a:t>Nhược điểm: Phản ứng giữa Ag</a:t>
            </a:r>
            <a:r>
              <a:rPr lang="en-US" altLang="ru-RU" sz="2400" baseline="30000">
                <a:latin typeface="Times New Roman" panose="02020603050405020304" pitchFamily="18" charset="0"/>
                <a:cs typeface="Times New Roman" panose="02020603050405020304" pitchFamily="18" charset="0"/>
              </a:rPr>
              <a:t>+</a:t>
            </a:r>
            <a:r>
              <a:rPr lang="en-US" altLang="ru-RU" sz="2400">
                <a:latin typeface="Times New Roman" panose="02020603050405020304" pitchFamily="18" charset="0"/>
                <a:cs typeface="Times New Roman" panose="02020603050405020304" pitchFamily="18" charset="0"/>
              </a:rPr>
              <a:t> với một số ion tạo thành kết tủa ngăn cản sự tiếp xúc giữa điện cực và dung dịch phân tích.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arn(inVertic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barn(inVertical)">
                                      <p:cBhvr>
                                        <p:cTn id="17"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14823AB-9336-42EA-8E6B-1EA2583F28DC}" type="slidenum">
              <a:rPr lang="en-US" altLang="ru-RU">
                <a:solidFill>
                  <a:srgbClr val="FFFFFF"/>
                </a:solidFill>
                <a:latin typeface="Arial" panose="020B0604020202020204" pitchFamily="34" charset="0"/>
                <a:cs typeface="Arial" panose="020B0604020202020204" pitchFamily="34" charset="0"/>
              </a:rPr>
              <a:pPr/>
              <a:t>40</a:t>
            </a:fld>
            <a:endParaRPr lang="en-US" altLang="ru-RU">
              <a:solidFill>
                <a:srgbClr val="FFFFFF"/>
              </a:solidFill>
              <a:latin typeface="Arial" panose="020B0604020202020204" pitchFamily="34" charset="0"/>
              <a:cs typeface="Arial" panose="020B0604020202020204" pitchFamily="34" charset="0"/>
            </a:endParaRPr>
          </a:p>
        </p:txBody>
      </p:sp>
      <p:grpSp>
        <p:nvGrpSpPr>
          <p:cNvPr id="52227" name="Group 7"/>
          <p:cNvGrpSpPr>
            <a:grpSpLocks/>
          </p:cNvGrpSpPr>
          <p:nvPr/>
        </p:nvGrpSpPr>
        <p:grpSpPr bwMode="auto">
          <a:xfrm>
            <a:off x="1116013" y="115888"/>
            <a:ext cx="4679950" cy="746125"/>
            <a:chOff x="973846" y="1490236"/>
            <a:chExt cx="6231463" cy="745118"/>
          </a:xfrm>
        </p:grpSpPr>
        <p:sp>
          <p:nvSpPr>
            <p:cNvPr id="9" name="Rectangle 8"/>
            <p:cNvSpPr/>
            <p:nvPr/>
          </p:nvSpPr>
          <p:spPr>
            <a:xfrm>
              <a:off x="973846" y="1490236"/>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1" name="Rectangle 10"/>
            <p:cNvSpPr/>
            <p:nvPr/>
          </p:nvSpPr>
          <p:spPr>
            <a:xfrm>
              <a:off x="973846" y="1490236"/>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spcCol="1270" anchor="ctr"/>
            <a:lstStyle/>
            <a:p>
              <a:pPr eaLnBrk="1" fontAlgn="auto" hangingPunct="1">
                <a:spcBef>
                  <a:spcPts val="0"/>
                </a:spcBef>
                <a:spcAft>
                  <a:spcPts val="0"/>
                </a:spcAft>
                <a:defRPr/>
              </a:pPr>
              <a:r>
                <a:rPr lang="en-US" sz="2400" dirty="0">
                  <a:solidFill>
                    <a:schemeClr val="tx1"/>
                  </a:solidFill>
                  <a:latin typeface="Arial" panose="020B0604020202020204" pitchFamily="34" charset="0"/>
                  <a:cs typeface="Arial" panose="020B0604020202020204" pitchFamily="34" charset="0"/>
                </a:rPr>
                <a:t>b. </a:t>
              </a:r>
              <a:r>
                <a:rPr lang="en-US" sz="2400" dirty="0" err="1">
                  <a:solidFill>
                    <a:schemeClr val="tx1"/>
                  </a:solidFill>
                  <a:latin typeface="Arial" panose="020B0604020202020204" pitchFamily="34" charset="0"/>
                  <a:cs typeface="Arial" panose="020B0604020202020204" pitchFamily="34" charset="0"/>
                </a:rPr>
                <a:t>Điện</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cực</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calomen</a:t>
              </a:r>
              <a:endParaRPr lang="en-US" sz="2400" dirty="0">
                <a:solidFill>
                  <a:schemeClr val="tx1"/>
                </a:solidFill>
                <a:latin typeface="Arial" panose="020B0604020202020204" pitchFamily="34" charset="0"/>
                <a:cs typeface="Arial" panose="020B0604020202020204" pitchFamily="34" charset="0"/>
              </a:endParaRPr>
            </a:p>
          </p:txBody>
        </p:sp>
      </p:grpSp>
      <p:sp>
        <p:nvSpPr>
          <p:cNvPr id="12" name="Content Placeholder 2"/>
          <p:cNvSpPr txBox="1">
            <a:spLocks/>
          </p:cNvSpPr>
          <p:nvPr/>
        </p:nvSpPr>
        <p:spPr bwMode="auto">
          <a:xfrm>
            <a:off x="323850" y="1074738"/>
            <a:ext cx="8034338"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Times New Roman" panose="02020603050405020304" pitchFamily="18" charset="0"/>
                <a:cs typeface="Times New Roman" panose="02020603050405020304" pitchFamily="18" charset="0"/>
              </a:rPr>
              <a:t>Gồm một bầu thủy tinh chứa bột nhão Hg, Hg</a:t>
            </a:r>
            <a:r>
              <a:rPr lang="en-US" sz="2200" baseline="-25000">
                <a:solidFill>
                  <a:schemeClr val="tx1"/>
                </a:solidFill>
                <a:latin typeface="Times New Roman" panose="02020603050405020304" pitchFamily="18" charset="0"/>
                <a:cs typeface="Times New Roman" panose="02020603050405020304" pitchFamily="18" charset="0"/>
              </a:rPr>
              <a:t>2</a:t>
            </a:r>
            <a:r>
              <a:rPr lang="en-US" sz="2200">
                <a:solidFill>
                  <a:schemeClr val="tx1"/>
                </a:solidFill>
                <a:latin typeface="Times New Roman" panose="02020603050405020304" pitchFamily="18" charset="0"/>
                <a:cs typeface="Times New Roman" panose="02020603050405020304" pitchFamily="18" charset="0"/>
              </a:rPr>
              <a:t>Cl</a:t>
            </a:r>
            <a:r>
              <a:rPr lang="en-US" sz="2200" baseline="-25000">
                <a:solidFill>
                  <a:schemeClr val="tx1"/>
                </a:solidFill>
                <a:latin typeface="Times New Roman" panose="02020603050405020304" pitchFamily="18" charset="0"/>
                <a:cs typeface="Times New Roman" panose="02020603050405020304" pitchFamily="18" charset="0"/>
              </a:rPr>
              <a:t>2</a:t>
            </a:r>
            <a:r>
              <a:rPr lang="en-US" sz="2200">
                <a:solidFill>
                  <a:schemeClr val="tx1"/>
                </a:solidFill>
                <a:latin typeface="Times New Roman" panose="02020603050405020304" pitchFamily="18" charset="0"/>
                <a:cs typeface="Times New Roman" panose="02020603050405020304" pitchFamily="18" charset="0"/>
              </a:rPr>
              <a:t> và  một dây Pt trong dung dịch KCl có nồng độ xác định.</a:t>
            </a:r>
            <a:endParaRPr lang="en-US" sz="2200" b="1" i="1" u="sng">
              <a:solidFill>
                <a:schemeClr val="tx1"/>
              </a:solidFill>
              <a:latin typeface="Times New Roman" panose="02020603050405020304" pitchFamily="18" charset="0"/>
              <a:cs typeface="Times New Roman" panose="02020603050405020304" pitchFamily="18" charset="0"/>
            </a:endParaRPr>
          </a:p>
          <a:p>
            <a:pPr algn="just" eaLnBrk="1" hangingPunct="1">
              <a:lnSpc>
                <a:spcPct val="100000"/>
              </a:lnSpc>
              <a:spcBef>
                <a:spcPts val="1800"/>
              </a:spcBef>
              <a:spcAft>
                <a:spcPct val="0"/>
              </a:spcAft>
              <a:buSzPct val="80000"/>
              <a:buFont typeface="Wingdings 2" panose="05020102010507070707" pitchFamily="18" charset="2"/>
              <a:buNone/>
            </a:pPr>
            <a:r>
              <a:rPr lang="en-US" sz="2200">
                <a:solidFill>
                  <a:schemeClr val="tx1"/>
                </a:solidFill>
                <a:latin typeface="Times New Roman" panose="02020603050405020304" pitchFamily="18" charset="0"/>
                <a:cs typeface="Times New Roman" panose="02020603050405020304" pitchFamily="18" charset="0"/>
              </a:rPr>
              <a:t>Sơ đồ điện cực:</a:t>
            </a:r>
          </a:p>
          <a:p>
            <a:pPr algn="just" eaLnBrk="1" hangingPunct="1">
              <a:lnSpc>
                <a:spcPct val="100000"/>
              </a:lnSpc>
              <a:spcBef>
                <a:spcPts val="1800"/>
              </a:spcBef>
              <a:spcAft>
                <a:spcPct val="0"/>
              </a:spcAft>
              <a:buSzPct val="80000"/>
              <a:buFont typeface="Wingdings 2" panose="05020102010507070707" pitchFamily="18" charset="2"/>
              <a:buNone/>
            </a:pPr>
            <a:r>
              <a:rPr lang="en-US" sz="2200">
                <a:solidFill>
                  <a:schemeClr val="tx1"/>
                </a:solidFill>
                <a:latin typeface="Times New Roman" panose="02020603050405020304" pitchFamily="18" charset="0"/>
                <a:cs typeface="Times New Roman" panose="02020603050405020304" pitchFamily="18" charset="0"/>
              </a:rPr>
              <a:t>Hg/Hg</a:t>
            </a:r>
            <a:r>
              <a:rPr lang="en-US" sz="2200" baseline="-25000">
                <a:solidFill>
                  <a:schemeClr val="tx1"/>
                </a:solidFill>
                <a:latin typeface="Times New Roman" panose="02020603050405020304" pitchFamily="18" charset="0"/>
                <a:cs typeface="Times New Roman" panose="02020603050405020304" pitchFamily="18" charset="0"/>
              </a:rPr>
              <a:t>2</a:t>
            </a:r>
            <a:r>
              <a:rPr lang="en-US" sz="2200">
                <a:solidFill>
                  <a:schemeClr val="tx1"/>
                </a:solidFill>
                <a:latin typeface="Times New Roman" panose="02020603050405020304" pitchFamily="18" charset="0"/>
                <a:cs typeface="Times New Roman" panose="02020603050405020304" pitchFamily="18" charset="0"/>
              </a:rPr>
              <a:t>Cl</a:t>
            </a:r>
            <a:r>
              <a:rPr lang="en-US" sz="2200" baseline="-25000">
                <a:solidFill>
                  <a:schemeClr val="tx1"/>
                </a:solidFill>
                <a:latin typeface="Times New Roman" panose="02020603050405020304" pitchFamily="18" charset="0"/>
                <a:cs typeface="Times New Roman" panose="02020603050405020304" pitchFamily="18" charset="0"/>
              </a:rPr>
              <a:t>2</a:t>
            </a:r>
            <a:r>
              <a:rPr lang="en-US" sz="2200">
                <a:solidFill>
                  <a:schemeClr val="tx1"/>
                </a:solidFill>
                <a:latin typeface="Times New Roman" panose="02020603050405020304" pitchFamily="18" charset="0"/>
                <a:cs typeface="Times New Roman" panose="02020603050405020304" pitchFamily="18" charset="0"/>
              </a:rPr>
              <a:t>/KCl (xM)</a:t>
            </a:r>
          </a:p>
          <a:p>
            <a:pPr algn="just" eaLnBrk="1" hangingPunct="1">
              <a:lnSpc>
                <a:spcPct val="100000"/>
              </a:lnSpc>
              <a:spcBef>
                <a:spcPts val="1800"/>
              </a:spcBef>
              <a:spcAft>
                <a:spcPct val="0"/>
              </a:spcAft>
              <a:buSzPct val="80000"/>
              <a:buFont typeface="Wingdings 2" panose="05020102010507070707" pitchFamily="18" charset="2"/>
              <a:buNone/>
            </a:pPr>
            <a:r>
              <a:rPr lang="en-US" sz="2200">
                <a:solidFill>
                  <a:schemeClr val="tx1"/>
                </a:solidFill>
                <a:latin typeface="Times New Roman" panose="02020603050405020304" pitchFamily="18" charset="0"/>
                <a:cs typeface="Times New Roman" panose="02020603050405020304" pitchFamily="18" charset="0"/>
              </a:rPr>
              <a:t>VD: calomen/KCl 1M, E = 0.335V</a:t>
            </a:r>
          </a:p>
          <a:p>
            <a:pPr algn="just" eaLnBrk="1" hangingPunct="1">
              <a:lnSpc>
                <a:spcPct val="100000"/>
              </a:lnSpc>
              <a:spcBef>
                <a:spcPts val="1800"/>
              </a:spcBef>
              <a:spcAft>
                <a:spcPct val="0"/>
              </a:spcAft>
              <a:buSzPct val="80000"/>
              <a:buFont typeface="Wingdings 2" panose="05020102010507070707" pitchFamily="18" charset="2"/>
              <a:buNone/>
            </a:pPr>
            <a:r>
              <a:rPr lang="en-US" sz="2200">
                <a:solidFill>
                  <a:schemeClr val="tx1"/>
                </a:solidFill>
                <a:latin typeface="Times New Roman" panose="02020603050405020304" pitchFamily="18" charset="0"/>
                <a:cs typeface="Times New Roman" panose="02020603050405020304" pitchFamily="18" charset="0"/>
              </a:rPr>
              <a:t>calomen/KCl 3.5M, E = 0.250V</a:t>
            </a:r>
          </a:p>
          <a:p>
            <a:pPr algn="just" eaLnBrk="1" hangingPunct="1">
              <a:lnSpc>
                <a:spcPct val="100000"/>
              </a:lnSpc>
              <a:spcBef>
                <a:spcPts val="1800"/>
              </a:spcBef>
              <a:spcAft>
                <a:spcPct val="0"/>
              </a:spcAft>
              <a:buSzPct val="80000"/>
              <a:buFont typeface="Wingdings 2" panose="05020102010507070707" pitchFamily="18" charset="2"/>
              <a:buNone/>
            </a:pPr>
            <a:r>
              <a:rPr lang="en-US" sz="2200">
                <a:solidFill>
                  <a:schemeClr val="tx1"/>
                </a:solidFill>
                <a:latin typeface="Times New Roman" panose="02020603050405020304" pitchFamily="18" charset="0"/>
                <a:cs typeface="Times New Roman" panose="02020603050405020304" pitchFamily="18" charset="0"/>
              </a:rPr>
              <a:t>calomen/KCl bão hòa, E = 0.244V</a:t>
            </a:r>
          </a:p>
          <a:p>
            <a:pPr algn="just" eaLnBrk="1" hangingPunct="1">
              <a:lnSpc>
                <a:spcPct val="100000"/>
              </a:lnSpc>
              <a:spcBef>
                <a:spcPts val="600"/>
              </a:spcBef>
              <a:spcAft>
                <a:spcPct val="0"/>
              </a:spcAft>
              <a:buSzPct val="80000"/>
              <a:buFont typeface="Wingdings 2" panose="05020102010507070707" pitchFamily="18" charset="2"/>
              <a:buNone/>
            </a:pPr>
            <a:endParaRPr lang="en-US" sz="2200" b="1" i="1" u="sng">
              <a:solidFill>
                <a:schemeClr val="tx1"/>
              </a:solidFill>
              <a:latin typeface="Times New Roman" panose="02020603050405020304" pitchFamily="18" charset="0"/>
              <a:cs typeface="Times New Roman" panose="02020603050405020304" pitchFamily="18" charset="0"/>
            </a:endParaRPr>
          </a:p>
        </p:txBody>
      </p:sp>
      <p:pic>
        <p:nvPicPr>
          <p:cNvPr id="52229" name="Picture 4" descr="http://www.dlt.ncssm.edu/tiger/diagrams/electrochem/CalomelElectro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2060575"/>
            <a:ext cx="3587750"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arn(inVertical)">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arn(inVertical)">
                                      <p:cBhvr>
                                        <p:cTn id="12" dur="500"/>
                                        <p:tgtEl>
                                          <p:spTgt spid="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barn(inVertical)">
                                      <p:cBhvr>
                                        <p:cTn id="17" dur="500"/>
                                        <p:tgtEl>
                                          <p:spTgt spid="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barn(inVertical)">
                                      <p:cBhvr>
                                        <p:cTn id="22" dur="500"/>
                                        <p:tgtEl>
                                          <p:spTgt spid="1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barn(inVertical)">
                                      <p:cBhvr>
                                        <p:cTn id="27" dur="500"/>
                                        <p:tgtEl>
                                          <p:spTgt spid="1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barn(inVertical)">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p:cNvSpPr>
            <a:spLocks noGrp="1" noChangeArrowheads="1"/>
          </p:cNvSpPr>
          <p:nvPr>
            <p:ph type="sldNum" sz="quarter" idx="12"/>
          </p:nvPr>
        </p:nvSpPr>
        <p:spPr bwMode="auto">
          <a:xfrm>
            <a:off x="8561388" y="6200775"/>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7B361FD-67C1-4C1E-93AA-31506CF30921}" type="slidenum">
              <a:rPr lang="en-US" altLang="ru-RU">
                <a:solidFill>
                  <a:srgbClr val="FFFFFF"/>
                </a:solidFill>
                <a:latin typeface="Arial" panose="020B0604020202020204" pitchFamily="34" charset="0"/>
                <a:cs typeface="Arial" panose="020B0604020202020204" pitchFamily="34" charset="0"/>
              </a:rPr>
              <a:pPr/>
              <a:t>41</a:t>
            </a:fld>
            <a:endParaRPr lang="en-US" altLang="ru-RU">
              <a:solidFill>
                <a:srgbClr val="FFFFFF"/>
              </a:solidFill>
              <a:latin typeface="Arial" panose="020B0604020202020204" pitchFamily="34" charset="0"/>
              <a:cs typeface="Arial" panose="020B0604020202020204" pitchFamily="34" charset="0"/>
            </a:endParaRPr>
          </a:p>
        </p:txBody>
      </p:sp>
      <p:sp>
        <p:nvSpPr>
          <p:cNvPr id="10" name="Content Placeholder 2"/>
          <p:cNvSpPr txBox="1">
            <a:spLocks/>
          </p:cNvSpPr>
          <p:nvPr/>
        </p:nvSpPr>
        <p:spPr bwMode="auto">
          <a:xfrm>
            <a:off x="1120775" y="1162050"/>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sp>
        <p:nvSpPr>
          <p:cNvPr id="11" name="Content Placeholder 2"/>
          <p:cNvSpPr txBox="1">
            <a:spLocks/>
          </p:cNvSpPr>
          <p:nvPr/>
        </p:nvSpPr>
        <p:spPr>
          <a:xfrm>
            <a:off x="1085850" y="1438275"/>
            <a:ext cx="7704138" cy="5238750"/>
          </a:xfrm>
          <a:prstGeom prst="rect">
            <a:avLst/>
          </a:prstGeom>
        </p:spPr>
        <p:txBody>
          <a:bodyPr/>
          <a:lstStyle>
            <a:lvl1pPr marL="365125" indent="-28257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ts val="600"/>
              </a:spcBef>
              <a:spcAft>
                <a:spcPct val="0"/>
              </a:spcAft>
              <a:buSzPct val="80000"/>
              <a:buFont typeface="Wingdings" panose="05000000000000000000" pitchFamily="2" charset="2"/>
              <a:buChar char="Ø"/>
            </a:pPr>
            <a:r>
              <a:rPr lang="en-US" sz="2800">
                <a:solidFill>
                  <a:schemeClr val="tx1"/>
                </a:solidFill>
                <a:latin typeface="Times New Roman" panose="02020603050405020304" pitchFamily="18" charset="0"/>
                <a:cs typeface="Times New Roman" panose="02020603050405020304" pitchFamily="18" charset="0"/>
              </a:rPr>
              <a:t> Phản ứng điện cực:</a:t>
            </a: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panose="05000000000000000000" pitchFamily="2" charset="2"/>
              <a:buChar char="Ø"/>
            </a:pPr>
            <a:r>
              <a:rPr lang="en-US" sz="2800">
                <a:solidFill>
                  <a:schemeClr val="tx1"/>
                </a:solidFill>
                <a:latin typeface="Times New Roman" panose="02020603050405020304" pitchFamily="18" charset="0"/>
                <a:cs typeface="Times New Roman" panose="02020603050405020304" pitchFamily="18" charset="0"/>
              </a:rPr>
              <a:t> Thế điện cực:</a:t>
            </a:r>
          </a:p>
          <a:p>
            <a:pPr eaLnBrk="1" hangingPunct="1">
              <a:lnSpc>
                <a:spcPct val="100000"/>
              </a:lnSpc>
              <a:spcBef>
                <a:spcPts val="600"/>
              </a:spcBef>
              <a:spcAft>
                <a:spcPct val="0"/>
              </a:spcAft>
              <a:buSzPct val="80000"/>
              <a:buFont typeface="Wingdings" panose="05000000000000000000" pitchFamily="2" charset="2"/>
              <a:buChar char="Ø"/>
            </a:pPr>
            <a:endParaRPr lang="en-US" sz="2800" b="1" i="1">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panose="05000000000000000000" pitchFamily="2" charset="2"/>
              <a:buChar char="Ø"/>
            </a:pPr>
            <a:endParaRPr lang="en-US" sz="2800" b="1" i="1">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r>
              <a:rPr lang="en-US" sz="2800">
                <a:solidFill>
                  <a:schemeClr val="tx1"/>
                </a:solidFill>
                <a:latin typeface="Times New Roman" panose="02020603050405020304" pitchFamily="18" charset="0"/>
                <a:cs typeface="Times New Roman" panose="02020603050405020304" pitchFamily="18" charset="0"/>
              </a:rPr>
              <a:t>      Ở 25</a:t>
            </a:r>
            <a:r>
              <a:rPr lang="en-US" sz="2800" baseline="30000">
                <a:solidFill>
                  <a:schemeClr val="tx1"/>
                </a:solidFill>
                <a:latin typeface="Times New Roman" panose="02020603050405020304" pitchFamily="18" charset="0"/>
                <a:cs typeface="Times New Roman" panose="02020603050405020304" pitchFamily="18" charset="0"/>
              </a:rPr>
              <a:t>o</a:t>
            </a:r>
            <a:r>
              <a:rPr lang="en-US" sz="2800">
                <a:solidFill>
                  <a:schemeClr val="tx1"/>
                </a:solidFill>
                <a:latin typeface="Times New Roman" panose="02020603050405020304" pitchFamily="18" charset="0"/>
                <a:cs typeface="Times New Roman" panose="02020603050405020304" pitchFamily="18" charset="0"/>
              </a:rPr>
              <a:t>C: E = 0.2678 – 0.059lg(Cl</a:t>
            </a:r>
            <a:r>
              <a:rPr lang="en-US" sz="2800" baseline="30000">
                <a:solidFill>
                  <a:schemeClr val="tx1"/>
                </a:solidFill>
                <a:latin typeface="Times New Roman" panose="02020603050405020304" pitchFamily="18" charset="0"/>
                <a:cs typeface="Times New Roman" panose="02020603050405020304" pitchFamily="18" charset="0"/>
              </a:rPr>
              <a:t>-</a:t>
            </a:r>
            <a:r>
              <a:rPr lang="en-US" sz="2800">
                <a:solidFill>
                  <a:schemeClr val="tx1"/>
                </a:solidFill>
                <a:latin typeface="Times New Roman" panose="02020603050405020304" pitchFamily="18" charset="0"/>
                <a:cs typeface="Times New Roman" panose="02020603050405020304" pitchFamily="18" charset="0"/>
              </a:rPr>
              <a:t>) </a:t>
            </a:r>
            <a:endParaRPr lang="en-US" sz="2800" b="1" i="1">
              <a:solidFill>
                <a:schemeClr val="tx1"/>
              </a:solidFill>
              <a:latin typeface="Times New Roman" panose="02020603050405020304" pitchFamily="18" charset="0"/>
              <a:cs typeface="Times New Roman" panose="02020603050405020304" pitchFamily="18" charset="0"/>
            </a:endParaRPr>
          </a:p>
          <a:p>
            <a:pPr algn="just" eaLnBrk="1" hangingPunct="1">
              <a:lnSpc>
                <a:spcPct val="100000"/>
              </a:lnSpc>
              <a:spcBef>
                <a:spcPts val="600"/>
              </a:spcBef>
              <a:spcAft>
                <a:spcPct val="0"/>
              </a:spcAft>
              <a:buSzPct val="80000"/>
              <a:buFont typeface="Wingdings 2" panose="05020102010507070707" pitchFamily="18" charset="2"/>
              <a:buNone/>
            </a:pPr>
            <a:endParaRPr lang="en-US" sz="2800" b="1" i="1">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eaLnBrk="1" hangingPunct="1">
              <a:lnSpc>
                <a:spcPct val="100000"/>
              </a:lnSpc>
              <a:spcBef>
                <a:spcPts val="600"/>
              </a:spcBef>
              <a:spcAft>
                <a:spcPct val="0"/>
              </a:spcAft>
              <a:buSzPct val="80000"/>
              <a:buFont typeface="Wingdings 2" panose="05020102010507070707" pitchFamily="18" charset="2"/>
              <a:buNone/>
            </a:pPr>
            <a:endParaRPr lang="en-US" sz="2800" b="1" i="1">
              <a:solidFill>
                <a:schemeClr val="tx1"/>
              </a:solidFill>
              <a:latin typeface="Times New Roman" panose="02020603050405020304" pitchFamily="18" charset="0"/>
              <a:cs typeface="Times New Roman" panose="02020603050405020304" pitchFamily="18" charset="0"/>
            </a:endParaRPr>
          </a:p>
        </p:txBody>
      </p:sp>
      <p:grpSp>
        <p:nvGrpSpPr>
          <p:cNvPr id="3" name="Group 14"/>
          <p:cNvGrpSpPr>
            <a:grpSpLocks/>
          </p:cNvGrpSpPr>
          <p:nvPr/>
        </p:nvGrpSpPr>
        <p:grpSpPr bwMode="auto">
          <a:xfrm>
            <a:off x="1116013" y="260350"/>
            <a:ext cx="4176067" cy="746125"/>
            <a:chOff x="973846" y="1490236"/>
            <a:chExt cx="6231463" cy="745118"/>
          </a:xfrm>
          <a:solidFill>
            <a:schemeClr val="accent1">
              <a:lumMod val="40000"/>
              <a:lumOff val="60000"/>
            </a:schemeClr>
          </a:solidFill>
        </p:grpSpPr>
        <p:sp>
          <p:nvSpPr>
            <p:cNvPr id="16" name="Rectangle 15"/>
            <p:cNvSpPr/>
            <p:nvPr/>
          </p:nvSpPr>
          <p:spPr>
            <a:xfrm>
              <a:off x="973846" y="1490236"/>
              <a:ext cx="6231463" cy="745118"/>
            </a:xfrm>
            <a:prstGeom prst="rect">
              <a:avLst/>
            </a:prstGeom>
            <a:grp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7" name="Rectangle 16"/>
            <p:cNvSpPr/>
            <p:nvPr/>
          </p:nvSpPr>
          <p:spPr>
            <a:xfrm>
              <a:off x="973846" y="1490236"/>
              <a:ext cx="6231463" cy="745118"/>
            </a:xfrm>
            <a:prstGeom prst="rect">
              <a:avLst/>
            </a:prstGeom>
            <a:grpFill/>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spcCol="1270" anchor="ctr"/>
            <a:lstStyle/>
            <a:p>
              <a:pPr eaLnBrk="1" fontAlgn="auto" hangingPunct="1">
                <a:spcBef>
                  <a:spcPts val="0"/>
                </a:spcBef>
                <a:spcAft>
                  <a:spcPts val="0"/>
                </a:spcAft>
                <a:defRPr/>
              </a:pPr>
              <a:r>
                <a:rPr lang="en-US" sz="2800" dirty="0">
                  <a:solidFill>
                    <a:schemeClr val="tx1"/>
                  </a:solidFill>
                  <a:latin typeface="Arial" pitchFamily="34" charset="0"/>
                  <a:cs typeface="Arial" pitchFamily="34" charset="0"/>
                </a:rPr>
                <a:t>b. </a:t>
              </a:r>
              <a:r>
                <a:rPr lang="en-US" sz="2800" dirty="0" err="1">
                  <a:solidFill>
                    <a:schemeClr val="tx1"/>
                  </a:solidFill>
                  <a:latin typeface="Arial" pitchFamily="34" charset="0"/>
                  <a:cs typeface="Arial" pitchFamily="34" charset="0"/>
                </a:rPr>
                <a:t>Điện</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cực</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calomen</a:t>
              </a:r>
              <a:endParaRPr lang="en-US" sz="2800" dirty="0">
                <a:solidFill>
                  <a:schemeClr val="tx1"/>
                </a:solidFill>
                <a:latin typeface="Arial" pitchFamily="34" charset="0"/>
                <a:cs typeface="Arial" pitchFamily="34" charset="0"/>
              </a:endParaRPr>
            </a:p>
          </p:txBody>
        </p:sp>
      </p:grpSp>
      <p:pic>
        <p:nvPicPr>
          <p:cNvPr id="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0438" y="1490663"/>
            <a:ext cx="37369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100" y="3286125"/>
            <a:ext cx="68389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arn(inVertical)">
                                      <p:cBhvr>
                                        <p:cTn id="12" dur="500"/>
                                        <p:tgtEl>
                                          <p:spTgt spid="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arn(inVertical)">
                                      <p:cBhvr>
                                        <p:cTn id="17" dur="500"/>
                                        <p:tgtEl>
                                          <p:spTgt spid="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barn(inVertical)">
                                      <p:cBhvr>
                                        <p:cTn id="22" dur="500"/>
                                        <p:tgtEl>
                                          <p:spTgt spid="1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arn(inVertical)">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arn(inVertical)">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08E3A74-A30C-4310-BD9F-FDA62C9C4173}" type="slidenum">
              <a:rPr lang="en-US" altLang="ru-RU">
                <a:solidFill>
                  <a:srgbClr val="FFFFFF"/>
                </a:solidFill>
                <a:latin typeface="Arial" panose="020B0604020202020204" pitchFamily="34" charset="0"/>
                <a:cs typeface="Arial" panose="020B0604020202020204" pitchFamily="34" charset="0"/>
              </a:rPr>
              <a:pPr/>
              <a:t>42</a:t>
            </a:fld>
            <a:endParaRPr lang="en-US" altLang="ru-RU">
              <a:solidFill>
                <a:srgbClr val="FFFFFF"/>
              </a:solidFill>
              <a:latin typeface="Arial" panose="020B0604020202020204" pitchFamily="34" charset="0"/>
              <a:cs typeface="Arial" panose="020B0604020202020204" pitchFamily="34" charset="0"/>
            </a:endParaRPr>
          </a:p>
        </p:txBody>
      </p:sp>
      <p:sp>
        <p:nvSpPr>
          <p:cNvPr id="10" name="Content Placeholder 2"/>
          <p:cNvSpPr txBox="1">
            <a:spLocks/>
          </p:cNvSpPr>
          <p:nvPr/>
        </p:nvSpPr>
        <p:spPr bwMode="auto">
          <a:xfrm>
            <a:off x="1098550" y="1006475"/>
            <a:ext cx="80454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sp>
        <p:nvSpPr>
          <p:cNvPr id="15" name="Content Placeholder 2"/>
          <p:cNvSpPr txBox="1">
            <a:spLocks/>
          </p:cNvSpPr>
          <p:nvPr/>
        </p:nvSpPr>
        <p:spPr bwMode="auto">
          <a:xfrm>
            <a:off x="395288" y="1460500"/>
            <a:ext cx="4897437"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2400"/>
              </a:spcBef>
              <a:buClr>
                <a:schemeClr val="accent1"/>
              </a:buClr>
              <a:buSzPct val="80000"/>
              <a:buFont typeface="Wingdings" panose="05000000000000000000" pitchFamily="2" charset="2"/>
              <a:buChar char="Ø"/>
            </a:pPr>
            <a:r>
              <a:rPr lang="en-US" altLang="en-US" sz="2400">
                <a:latin typeface="Times New Roman" panose="02020603050405020304" pitchFamily="18" charset="0"/>
                <a:cs typeface="Times New Roman" panose="02020603050405020304" pitchFamily="18" charset="0"/>
              </a:rPr>
              <a:t>Ưu điểm:</a:t>
            </a:r>
            <a:r>
              <a:rPr lang="en-US" altLang="en-US" sz="2400" i="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Điện cực thông dụng nhất, thế có độ lặp cao, rất ổn định, dễ bảo quản.</a:t>
            </a:r>
          </a:p>
          <a:p>
            <a:pPr algn="just" eaLnBrk="1" hangingPunct="1">
              <a:lnSpc>
                <a:spcPct val="150000"/>
              </a:lnSpc>
              <a:spcBef>
                <a:spcPts val="2400"/>
              </a:spcBef>
              <a:buClr>
                <a:schemeClr val="accent1"/>
              </a:buClr>
              <a:buSzPct val="80000"/>
              <a:buFont typeface="Wingdings" panose="05000000000000000000" pitchFamily="2" charset="2"/>
              <a:buChar char="Ø"/>
            </a:pPr>
            <a:r>
              <a:rPr lang="en-US" altLang="en-US" sz="2400">
                <a:latin typeface="Times New Roman" panose="02020603050405020304" pitchFamily="18" charset="0"/>
                <a:cs typeface="Times New Roman" panose="02020603050405020304" pitchFamily="18" charset="0"/>
              </a:rPr>
              <a:t>Nhược điểm: Trong các phép đo có cầu nối làm xuất hiện thế khuếch tán.</a:t>
            </a:r>
          </a:p>
        </p:txBody>
      </p:sp>
      <p:grpSp>
        <p:nvGrpSpPr>
          <p:cNvPr id="55301" name="Group 7"/>
          <p:cNvGrpSpPr>
            <a:grpSpLocks/>
          </p:cNvGrpSpPr>
          <p:nvPr/>
        </p:nvGrpSpPr>
        <p:grpSpPr bwMode="auto">
          <a:xfrm>
            <a:off x="1116013" y="260350"/>
            <a:ext cx="4248150" cy="746125"/>
            <a:chOff x="973846" y="1490236"/>
            <a:chExt cx="6231463" cy="745118"/>
          </a:xfrm>
        </p:grpSpPr>
        <p:sp>
          <p:nvSpPr>
            <p:cNvPr id="9" name="Rectangle 8"/>
            <p:cNvSpPr/>
            <p:nvPr/>
          </p:nvSpPr>
          <p:spPr>
            <a:xfrm>
              <a:off x="973846" y="1490236"/>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1" name="Rectangle 10"/>
            <p:cNvSpPr/>
            <p:nvPr/>
          </p:nvSpPr>
          <p:spPr>
            <a:xfrm>
              <a:off x="973846" y="1490236"/>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spcCol="1270" anchor="ctr"/>
            <a:lstStyle/>
            <a:p>
              <a:pPr eaLnBrk="1" fontAlgn="auto" hangingPunct="1">
                <a:spcBef>
                  <a:spcPts val="0"/>
                </a:spcBef>
                <a:spcAft>
                  <a:spcPts val="0"/>
                </a:spcAft>
                <a:defRPr/>
              </a:pPr>
              <a:r>
                <a:rPr lang="en-US" sz="2800" dirty="0">
                  <a:solidFill>
                    <a:schemeClr val="tx1"/>
                  </a:solidFill>
                  <a:latin typeface="Arial" pitchFamily="34" charset="0"/>
                  <a:cs typeface="Arial" pitchFamily="34" charset="0"/>
                </a:rPr>
                <a:t>b. </a:t>
              </a:r>
              <a:r>
                <a:rPr lang="en-US" sz="2800" dirty="0" err="1">
                  <a:solidFill>
                    <a:schemeClr val="tx1"/>
                  </a:solidFill>
                  <a:latin typeface="Arial" pitchFamily="34" charset="0"/>
                  <a:cs typeface="Arial" pitchFamily="34" charset="0"/>
                </a:rPr>
                <a:t>Điện</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cực</a:t>
              </a:r>
              <a:r>
                <a:rPr lang="en-US" sz="2800" dirty="0">
                  <a:solidFill>
                    <a:schemeClr val="tx1"/>
                  </a:solidFill>
                  <a:latin typeface="Arial" pitchFamily="34" charset="0"/>
                  <a:cs typeface="Arial" pitchFamily="34" charset="0"/>
                </a:rPr>
                <a:t> </a:t>
              </a:r>
              <a:r>
                <a:rPr lang="en-US" sz="2800" dirty="0" err="1">
                  <a:solidFill>
                    <a:schemeClr val="tx1"/>
                  </a:solidFill>
                  <a:latin typeface="Arial" pitchFamily="34" charset="0"/>
                  <a:cs typeface="Arial" pitchFamily="34" charset="0"/>
                </a:rPr>
                <a:t>calomen</a:t>
              </a:r>
              <a:endParaRPr lang="en-US" sz="2800" dirty="0">
                <a:solidFill>
                  <a:schemeClr val="tx1"/>
                </a:solidFill>
                <a:latin typeface="Arial" pitchFamily="34" charset="0"/>
                <a:cs typeface="Arial" pitchFamily="34" charset="0"/>
              </a:endParaRPr>
            </a:p>
          </p:txBody>
        </p:sp>
      </p:grpSp>
      <p:pic>
        <p:nvPicPr>
          <p:cNvPr id="55302"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1475" y="1135063"/>
            <a:ext cx="36576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arn(inVertic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barn(inVertical)">
                                      <p:cBhvr>
                                        <p:cTn id="17"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4BF5ED7-4334-4858-9507-172B59896C0C}" type="slidenum">
              <a:rPr lang="en-US" altLang="ru-RU">
                <a:solidFill>
                  <a:srgbClr val="FFFFFF"/>
                </a:solidFill>
                <a:latin typeface="Arial" panose="020B0604020202020204" pitchFamily="34" charset="0"/>
                <a:cs typeface="Arial" panose="020B0604020202020204" pitchFamily="34" charset="0"/>
              </a:rPr>
              <a:pPr/>
              <a:t>43</a:t>
            </a:fld>
            <a:endParaRPr lang="en-US" altLang="ru-RU">
              <a:solidFill>
                <a:srgbClr val="FFFFFF"/>
              </a:solidFill>
              <a:latin typeface="Arial" panose="020B0604020202020204" pitchFamily="34" charset="0"/>
              <a:cs typeface="Arial" panose="020B0604020202020204" pitchFamily="34" charset="0"/>
            </a:endParaRPr>
          </a:p>
        </p:txBody>
      </p:sp>
      <p:grpSp>
        <p:nvGrpSpPr>
          <p:cNvPr id="56323" name="Group 9"/>
          <p:cNvGrpSpPr>
            <a:grpSpLocks/>
          </p:cNvGrpSpPr>
          <p:nvPr/>
        </p:nvGrpSpPr>
        <p:grpSpPr bwMode="auto">
          <a:xfrm>
            <a:off x="755650" y="188913"/>
            <a:ext cx="7715250" cy="744537"/>
            <a:chOff x="973846" y="2608107"/>
            <a:chExt cx="6231463" cy="745118"/>
          </a:xfrm>
        </p:grpSpPr>
        <p:sp>
          <p:nvSpPr>
            <p:cNvPr id="15" name="Rectangle 14"/>
            <p:cNvSpPr/>
            <p:nvPr/>
          </p:nvSpPr>
          <p:spPr>
            <a:xfrm>
              <a:off x="973846" y="2608107"/>
              <a:ext cx="6231463" cy="745118"/>
            </a:xfrm>
            <a:prstGeom prst="rect">
              <a:avLst/>
            </a:prstGeom>
            <a:solidFill>
              <a:schemeClr val="accent1">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ectangle 15"/>
            <p:cNvSpPr/>
            <p:nvPr/>
          </p:nvSpPr>
          <p:spPr>
            <a:xfrm>
              <a:off x="973846" y="2608107"/>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66040" rIns="66040" bIns="66040" anchor="ctr"/>
            <a:lstStyle>
              <a:lvl1pPr defTabSz="1155700">
                <a:defRPr>
                  <a:solidFill>
                    <a:schemeClr val="tx1"/>
                  </a:solidFill>
                  <a:latin typeface="Calibri" panose="020F0502020204030204" pitchFamily="34" charset="0"/>
                </a:defRPr>
              </a:lvl1pPr>
              <a:lvl2pPr marL="742950" indent="-285750" defTabSz="1155700">
                <a:defRPr>
                  <a:solidFill>
                    <a:schemeClr val="tx1"/>
                  </a:solidFill>
                  <a:latin typeface="Calibri" panose="020F0502020204030204" pitchFamily="34" charset="0"/>
                </a:defRPr>
              </a:lvl2pPr>
              <a:lvl3pPr marL="1143000" indent="-228600" defTabSz="1155700">
                <a:defRPr>
                  <a:solidFill>
                    <a:schemeClr val="tx1"/>
                  </a:solidFill>
                  <a:latin typeface="Calibri" panose="020F0502020204030204" pitchFamily="34" charset="0"/>
                </a:defRPr>
              </a:lvl3pPr>
              <a:lvl4pPr marL="1600200" indent="-228600" defTabSz="1155700">
                <a:defRPr>
                  <a:solidFill>
                    <a:schemeClr val="tx1"/>
                  </a:solidFill>
                  <a:latin typeface="Calibri" panose="020F0502020204030204" pitchFamily="34" charset="0"/>
                </a:defRPr>
              </a:lvl4pPr>
              <a:lvl5pPr marL="2057400" indent="-228600" defTabSz="1155700">
                <a:defRPr>
                  <a:solidFill>
                    <a:schemeClr val="tx1"/>
                  </a:solidFill>
                  <a:latin typeface="Calibri" panose="020F0502020204030204" pitchFamily="34" charset="0"/>
                </a:defRPr>
              </a:lvl5pPr>
              <a:lvl6pPr marL="2514600" indent="-228600" defTabSz="1155700" eaLnBrk="0" fontAlgn="base" hangingPunct="0">
                <a:spcBef>
                  <a:spcPct val="0"/>
                </a:spcBef>
                <a:spcAft>
                  <a:spcPct val="0"/>
                </a:spcAft>
                <a:defRPr>
                  <a:solidFill>
                    <a:schemeClr val="tx1"/>
                  </a:solidFill>
                  <a:latin typeface="Calibri" panose="020F0502020204030204" pitchFamily="34" charset="0"/>
                </a:defRPr>
              </a:lvl6pPr>
              <a:lvl7pPr marL="2971800" indent="-228600" defTabSz="1155700" eaLnBrk="0" fontAlgn="base" hangingPunct="0">
                <a:spcBef>
                  <a:spcPct val="0"/>
                </a:spcBef>
                <a:spcAft>
                  <a:spcPct val="0"/>
                </a:spcAft>
                <a:defRPr>
                  <a:solidFill>
                    <a:schemeClr val="tx1"/>
                  </a:solidFill>
                  <a:latin typeface="Calibri" panose="020F0502020204030204" pitchFamily="34" charset="0"/>
                </a:defRPr>
              </a:lvl7pPr>
              <a:lvl8pPr marL="3429000" indent="-228600" defTabSz="1155700" eaLnBrk="0" fontAlgn="base" hangingPunct="0">
                <a:spcBef>
                  <a:spcPct val="0"/>
                </a:spcBef>
                <a:spcAft>
                  <a:spcPct val="0"/>
                </a:spcAft>
                <a:defRPr>
                  <a:solidFill>
                    <a:schemeClr val="tx1"/>
                  </a:solidFill>
                  <a:latin typeface="Calibri" panose="020F0502020204030204" pitchFamily="34" charset="0"/>
                </a:defRPr>
              </a:lvl8pPr>
              <a:lvl9pPr marL="3886200" indent="-228600" defTabSz="11557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ct val="35000"/>
                </a:spcAft>
                <a:defRPr/>
              </a:pPr>
              <a:r>
                <a:rPr lang="en-US" sz="2600" smtClean="0">
                  <a:latin typeface="Arial" panose="020B0604020202020204" pitchFamily="34" charset="0"/>
                  <a:cs typeface="Arial" panose="020B0604020202020204" pitchFamily="34" charset="0"/>
                </a:rPr>
                <a:t>c. Điện cực thủy ngân – thủy ngân (I) sunfat</a:t>
              </a:r>
            </a:p>
          </p:txBody>
        </p:sp>
      </p:grpSp>
      <p:sp>
        <p:nvSpPr>
          <p:cNvPr id="17" name="Content Placeholder 2"/>
          <p:cNvSpPr txBox="1">
            <a:spLocks/>
          </p:cNvSpPr>
          <p:nvPr/>
        </p:nvSpPr>
        <p:spPr bwMode="auto">
          <a:xfrm>
            <a:off x="971550" y="933450"/>
            <a:ext cx="7839075"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50000"/>
              </a:lnSpc>
              <a:spcBef>
                <a:spcPts val="600"/>
              </a:spcBef>
              <a:spcAft>
                <a:spcPct val="0"/>
              </a:spcAft>
              <a:buClr>
                <a:srgbClr val="1482AC"/>
              </a:buClr>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Cấu tạo tương tự điện cực calomen nhưng thay bằng dung dịch Hg</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SO</a:t>
            </a:r>
            <a:r>
              <a:rPr lang="en-US" sz="2200" baseline="-25000">
                <a:solidFill>
                  <a:schemeClr val="tx1"/>
                </a:solidFill>
                <a:latin typeface="Arial" panose="020B0604020202020204" pitchFamily="34" charset="0"/>
                <a:cs typeface="Arial" panose="020B0604020202020204" pitchFamily="34" charset="0"/>
              </a:rPr>
              <a:t>4</a:t>
            </a:r>
            <a:r>
              <a:rPr lang="en-US" sz="2200">
                <a:solidFill>
                  <a:schemeClr val="tx1"/>
                </a:solidFill>
                <a:latin typeface="Arial" panose="020B0604020202020204" pitchFamily="34" charset="0"/>
                <a:cs typeface="Arial" panose="020B0604020202020204" pitchFamily="34" charset="0"/>
              </a:rPr>
              <a:t>, K</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SO</a:t>
            </a:r>
            <a:r>
              <a:rPr lang="en-US" sz="2200" baseline="-25000">
                <a:solidFill>
                  <a:schemeClr val="tx1"/>
                </a:solidFill>
                <a:latin typeface="Arial" panose="020B0604020202020204" pitchFamily="34" charset="0"/>
                <a:cs typeface="Arial" panose="020B0604020202020204" pitchFamily="34" charset="0"/>
              </a:rPr>
              <a:t>4</a:t>
            </a:r>
            <a:r>
              <a:rPr lang="en-US" sz="2200">
                <a:solidFill>
                  <a:schemeClr val="tx1"/>
                </a:solidFill>
                <a:latin typeface="Arial" panose="020B0604020202020204" pitchFamily="34" charset="0"/>
                <a:cs typeface="Arial" panose="020B0604020202020204" pitchFamily="34" charset="0"/>
              </a:rPr>
              <a:t> hoặc Na</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SO</a:t>
            </a:r>
            <a:r>
              <a:rPr lang="en-US" sz="2200" baseline="-25000">
                <a:solidFill>
                  <a:schemeClr val="tx1"/>
                </a:solidFill>
                <a:latin typeface="Arial" panose="020B0604020202020204" pitchFamily="34" charset="0"/>
                <a:cs typeface="Arial" panose="020B0604020202020204" pitchFamily="34" charset="0"/>
              </a:rPr>
              <a:t>4</a:t>
            </a:r>
            <a:r>
              <a:rPr lang="en-US" sz="2200">
                <a:solidFill>
                  <a:schemeClr val="tx1"/>
                </a:solidFill>
                <a:latin typeface="Arial" panose="020B0604020202020204" pitchFamily="34" charset="0"/>
                <a:cs typeface="Arial" panose="020B0604020202020204" pitchFamily="34" charset="0"/>
              </a:rPr>
              <a:t> có nồng độ xác định hoặc muối bão hòa.</a:t>
            </a:r>
          </a:p>
          <a:p>
            <a:pPr algn="just"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Sơ đồ điện cực</a:t>
            </a:r>
          </a:p>
          <a:p>
            <a:pPr algn="just" eaLnBrk="1" hangingPunct="1">
              <a:lnSpc>
                <a:spcPct val="150000"/>
              </a:lnSpc>
              <a:spcBef>
                <a:spcPts val="600"/>
              </a:spcBef>
              <a:spcAft>
                <a:spcPct val="0"/>
              </a:spcAft>
              <a:buSzPct val="80000"/>
              <a:buFont typeface="Wingdings 2" panose="05020102010507070707" pitchFamily="18" charset="2"/>
              <a:buNone/>
            </a:pPr>
            <a:endParaRPr lang="en-US" sz="2200" b="1" i="1" u="sng">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p:txBody>
      </p:sp>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563" y="4727575"/>
            <a:ext cx="27368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C:\Users\Bo Cap Con\Desktop\New folder\laymau\Phantichdienhoa\alsre02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2420938"/>
            <a:ext cx="356235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arn(inVertical)">
                                      <p:cBhvr>
                                        <p:cTn id="7" dur="500"/>
                                        <p:tgtEl>
                                          <p:spTgt spid="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7">
                                            <p:txEl>
                                              <p:pRg st="2" end="2"/>
                                            </p:txEl>
                                          </p:spTgt>
                                        </p:tgtEl>
                                        <p:attrNameLst>
                                          <p:attrName>style.visibility</p:attrName>
                                        </p:attrNameLst>
                                      </p:cBhvr>
                                      <p:to>
                                        <p:strVal val="visible"/>
                                      </p:to>
                                    </p:set>
                                    <p:animEffect transition="in" filter="barn(inVertical)">
                                      <p:cBhvr>
                                        <p:cTn id="12" dur="500"/>
                                        <p:tgtEl>
                                          <p:spTgt spid="1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A6B7CDD-4EA3-47F7-83BC-D4331BEEA5D4}" type="slidenum">
              <a:rPr lang="en-US" altLang="ru-RU">
                <a:solidFill>
                  <a:srgbClr val="FFFFFF"/>
                </a:solidFill>
                <a:latin typeface="Arial" panose="020B0604020202020204" pitchFamily="34" charset="0"/>
                <a:cs typeface="Arial" panose="020B0604020202020204" pitchFamily="34" charset="0"/>
              </a:rPr>
              <a:pPr/>
              <a:t>44</a:t>
            </a:fld>
            <a:endParaRPr lang="en-US" altLang="ru-RU">
              <a:solidFill>
                <a:srgbClr val="FFFFFF"/>
              </a:solidFill>
              <a:latin typeface="Arial" panose="020B0604020202020204" pitchFamily="34" charset="0"/>
              <a:cs typeface="Arial" panose="020B0604020202020204" pitchFamily="34" charset="0"/>
            </a:endParaRPr>
          </a:p>
        </p:txBody>
      </p:sp>
      <p:sp>
        <p:nvSpPr>
          <p:cNvPr id="11" name="Content Placeholder 2"/>
          <p:cNvSpPr txBox="1">
            <a:spLocks/>
          </p:cNvSpPr>
          <p:nvPr/>
        </p:nvSpPr>
        <p:spPr>
          <a:xfrm>
            <a:off x="611188" y="1271588"/>
            <a:ext cx="8002587" cy="5238750"/>
          </a:xfrm>
          <a:prstGeom prst="rect">
            <a:avLst/>
          </a:prstGeom>
        </p:spPr>
        <p:txBody>
          <a:bodyPr/>
          <a:lstStyle>
            <a:lvl1pPr marL="365125" indent="-28257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50000"/>
              </a:lnSpc>
              <a:spcBef>
                <a:spcPts val="600"/>
              </a:spcBef>
              <a:spcAft>
                <a:spcPct val="0"/>
              </a:spcAft>
              <a:buSzPct val="80000"/>
              <a:buFont typeface="Wingdings" panose="05000000000000000000" pitchFamily="2" charset="2"/>
              <a:buChar char="Ø"/>
            </a:pPr>
            <a:r>
              <a:rPr lang="en-US" sz="2200">
                <a:solidFill>
                  <a:schemeClr val="tx1"/>
                </a:solidFill>
                <a:latin typeface="Arial" panose="020B0604020202020204" pitchFamily="34" charset="0"/>
                <a:cs typeface="Arial" panose="020B0604020202020204" pitchFamily="34" charset="0"/>
              </a:rPr>
              <a:t> Phản ứng điện cực:</a:t>
            </a:r>
          </a:p>
          <a:p>
            <a:pPr eaLnBrk="1" hangingPunct="1">
              <a:lnSpc>
                <a:spcPct val="150000"/>
              </a:lnSpc>
              <a:spcBef>
                <a:spcPts val="600"/>
              </a:spcBef>
              <a:spcAft>
                <a:spcPct val="0"/>
              </a:spcAft>
              <a:buSzPct val="80000"/>
              <a:buFont typeface="Wingdings" panose="05000000000000000000" pitchFamily="2" charset="2"/>
              <a:buChar char="Ø"/>
            </a:pPr>
            <a:r>
              <a:rPr lang="en-US" sz="2200">
                <a:solidFill>
                  <a:schemeClr val="tx1"/>
                </a:solidFill>
                <a:latin typeface="Arial" panose="020B0604020202020204" pitchFamily="34" charset="0"/>
                <a:cs typeface="Arial" panose="020B0604020202020204" pitchFamily="34" charset="0"/>
              </a:rPr>
              <a:t> Thế điện cực:</a:t>
            </a:r>
          </a:p>
          <a:p>
            <a:pPr eaLnBrk="1" hangingPunct="1">
              <a:lnSpc>
                <a:spcPct val="150000"/>
              </a:lnSpc>
              <a:spcBef>
                <a:spcPts val="600"/>
              </a:spcBef>
              <a:spcAft>
                <a:spcPct val="0"/>
              </a:spcAft>
              <a:buSzPct val="80000"/>
              <a:buFont typeface="Wingdings" panose="05000000000000000000" pitchFamily="2" charset="2"/>
              <a:buChar char="Ø"/>
            </a:pPr>
            <a:endParaRPr lang="en-US" sz="2200" b="1" i="1">
              <a:solidFill>
                <a:schemeClr val="tx1"/>
              </a:solidFill>
              <a:latin typeface="Arial" panose="020B0604020202020204" pitchFamily="34" charset="0"/>
              <a:cs typeface="Arial" panose="020B0604020202020204" pitchFamily="34" charset="0"/>
            </a:endParaRPr>
          </a:p>
          <a:p>
            <a:pPr eaLnBrk="1" hangingPunct="1">
              <a:lnSpc>
                <a:spcPct val="150000"/>
              </a:lnSpc>
              <a:spcBef>
                <a:spcPts val="600"/>
              </a:spcBef>
              <a:spcAft>
                <a:spcPct val="0"/>
              </a:spcAft>
              <a:buSzPct val="80000"/>
              <a:buFont typeface="Wingdings" panose="05000000000000000000" pitchFamily="2" charset="2"/>
              <a:buChar char="Ø"/>
            </a:pPr>
            <a:endParaRPr lang="en-US" sz="2200" b="1" i="1">
              <a:solidFill>
                <a:schemeClr val="tx1"/>
              </a:solidFill>
              <a:latin typeface="Arial" panose="020B0604020202020204" pitchFamily="34" charset="0"/>
              <a:cs typeface="Arial" panose="020B0604020202020204" pitchFamily="34" charset="0"/>
            </a:endParaRPr>
          </a:p>
          <a:p>
            <a:pPr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sym typeface="Wingdings" panose="05000000000000000000" pitchFamily="2" charset="2"/>
              </a:rPr>
              <a:t>	</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sym typeface="Wingdings" panose="05000000000000000000" pitchFamily="2" charset="2"/>
              </a:rPr>
              <a:t>Sử dụng điện cực trong trường hợp đo tránh ion clorua</a:t>
            </a: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endParaRPr lang="en-US" sz="2200" b="1" i="1">
              <a:solidFill>
                <a:schemeClr val="tx1"/>
              </a:solidFill>
              <a:latin typeface="Arial" panose="020B0604020202020204" pitchFamily="34" charset="0"/>
              <a:cs typeface="Arial" panose="020B0604020202020204" pitchFamily="34" charset="0"/>
              <a:sym typeface="Wingdings" panose="05000000000000000000" pitchFamily="2" charset="2"/>
            </a:endParaRPr>
          </a:p>
          <a:p>
            <a:pPr eaLnBrk="1" hangingPunct="1">
              <a:lnSpc>
                <a:spcPct val="100000"/>
              </a:lnSpc>
              <a:spcBef>
                <a:spcPts val="600"/>
              </a:spcBef>
              <a:spcAft>
                <a:spcPct val="0"/>
              </a:spcAft>
              <a:buSzPct val="80000"/>
              <a:buFont typeface="Wingdings 2" panose="05020102010507070707" pitchFamily="18" charset="2"/>
              <a:buNone/>
            </a:pPr>
            <a:endParaRPr lang="en-US" sz="2200" b="1" i="1">
              <a:solidFill>
                <a:schemeClr val="tx1"/>
              </a:solidFill>
              <a:latin typeface="Arial" panose="020B0604020202020204" pitchFamily="34" charset="0"/>
              <a:cs typeface="Arial" panose="020B0604020202020204" pitchFamily="34" charset="0"/>
            </a:endParaRPr>
          </a:p>
        </p:txBody>
      </p:sp>
      <p:grpSp>
        <p:nvGrpSpPr>
          <p:cNvPr id="57348" name="Group 11"/>
          <p:cNvGrpSpPr>
            <a:grpSpLocks/>
          </p:cNvGrpSpPr>
          <p:nvPr/>
        </p:nvGrpSpPr>
        <p:grpSpPr bwMode="auto">
          <a:xfrm>
            <a:off x="1116013" y="188913"/>
            <a:ext cx="7354887" cy="744537"/>
            <a:chOff x="973846" y="2608107"/>
            <a:chExt cx="6231463" cy="745118"/>
          </a:xfrm>
        </p:grpSpPr>
        <p:sp>
          <p:nvSpPr>
            <p:cNvPr id="13" name="Rectangle 12"/>
            <p:cNvSpPr/>
            <p:nvPr/>
          </p:nvSpPr>
          <p:spPr>
            <a:xfrm>
              <a:off x="973846" y="2608107"/>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Rectangle 13"/>
            <p:cNvSpPr/>
            <p:nvPr/>
          </p:nvSpPr>
          <p:spPr>
            <a:xfrm>
              <a:off x="973846" y="2608107"/>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66040" rIns="66040" bIns="66040" anchor="ctr"/>
            <a:lstStyle>
              <a:lvl1pPr defTabSz="1155700">
                <a:defRPr>
                  <a:solidFill>
                    <a:schemeClr val="tx1"/>
                  </a:solidFill>
                  <a:latin typeface="Calibri" panose="020F0502020204030204" pitchFamily="34" charset="0"/>
                </a:defRPr>
              </a:lvl1pPr>
              <a:lvl2pPr marL="742950" indent="-285750" defTabSz="1155700">
                <a:defRPr>
                  <a:solidFill>
                    <a:schemeClr val="tx1"/>
                  </a:solidFill>
                  <a:latin typeface="Calibri" panose="020F0502020204030204" pitchFamily="34" charset="0"/>
                </a:defRPr>
              </a:lvl2pPr>
              <a:lvl3pPr marL="1143000" indent="-228600" defTabSz="1155700">
                <a:defRPr>
                  <a:solidFill>
                    <a:schemeClr val="tx1"/>
                  </a:solidFill>
                  <a:latin typeface="Calibri" panose="020F0502020204030204" pitchFamily="34" charset="0"/>
                </a:defRPr>
              </a:lvl3pPr>
              <a:lvl4pPr marL="1600200" indent="-228600" defTabSz="1155700">
                <a:defRPr>
                  <a:solidFill>
                    <a:schemeClr val="tx1"/>
                  </a:solidFill>
                  <a:latin typeface="Calibri" panose="020F0502020204030204" pitchFamily="34" charset="0"/>
                </a:defRPr>
              </a:lvl4pPr>
              <a:lvl5pPr marL="2057400" indent="-228600" defTabSz="1155700">
                <a:defRPr>
                  <a:solidFill>
                    <a:schemeClr val="tx1"/>
                  </a:solidFill>
                  <a:latin typeface="Calibri" panose="020F0502020204030204" pitchFamily="34" charset="0"/>
                </a:defRPr>
              </a:lvl5pPr>
              <a:lvl6pPr marL="2514600" indent="-228600" defTabSz="1155700" eaLnBrk="0" fontAlgn="base" hangingPunct="0">
                <a:spcBef>
                  <a:spcPct val="0"/>
                </a:spcBef>
                <a:spcAft>
                  <a:spcPct val="0"/>
                </a:spcAft>
                <a:defRPr>
                  <a:solidFill>
                    <a:schemeClr val="tx1"/>
                  </a:solidFill>
                  <a:latin typeface="Calibri" panose="020F0502020204030204" pitchFamily="34" charset="0"/>
                </a:defRPr>
              </a:lvl6pPr>
              <a:lvl7pPr marL="2971800" indent="-228600" defTabSz="1155700" eaLnBrk="0" fontAlgn="base" hangingPunct="0">
                <a:spcBef>
                  <a:spcPct val="0"/>
                </a:spcBef>
                <a:spcAft>
                  <a:spcPct val="0"/>
                </a:spcAft>
                <a:defRPr>
                  <a:solidFill>
                    <a:schemeClr val="tx1"/>
                  </a:solidFill>
                  <a:latin typeface="Calibri" panose="020F0502020204030204" pitchFamily="34" charset="0"/>
                </a:defRPr>
              </a:lvl7pPr>
              <a:lvl8pPr marL="3429000" indent="-228600" defTabSz="1155700" eaLnBrk="0" fontAlgn="base" hangingPunct="0">
                <a:spcBef>
                  <a:spcPct val="0"/>
                </a:spcBef>
                <a:spcAft>
                  <a:spcPct val="0"/>
                </a:spcAft>
                <a:defRPr>
                  <a:solidFill>
                    <a:schemeClr val="tx1"/>
                  </a:solidFill>
                  <a:latin typeface="Calibri" panose="020F0502020204030204" pitchFamily="34" charset="0"/>
                </a:defRPr>
              </a:lvl8pPr>
              <a:lvl9pPr marL="3886200" indent="-228600" defTabSz="11557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ct val="35000"/>
                </a:spcAft>
                <a:defRPr/>
              </a:pPr>
              <a:r>
                <a:rPr lang="en-US" sz="2600" smtClean="0">
                  <a:latin typeface="Arial" panose="020B0604020202020204" pitchFamily="34" charset="0"/>
                  <a:cs typeface="Arial" panose="020B0604020202020204" pitchFamily="34" charset="0"/>
                </a:rPr>
                <a:t>c. Điện cực thủy ngân – thủy ngân (I) sunfat</a:t>
              </a:r>
            </a:p>
          </p:txBody>
        </p:sp>
      </p:grpSp>
      <p:graphicFrame>
        <p:nvGraphicFramePr>
          <p:cNvPr id="20" name="Object 103"/>
          <p:cNvGraphicFramePr>
            <a:graphicFrameLocks noChangeAspect="1"/>
          </p:cNvGraphicFramePr>
          <p:nvPr/>
        </p:nvGraphicFramePr>
        <p:xfrm>
          <a:off x="3924300" y="1833563"/>
          <a:ext cx="4613275" cy="630237"/>
        </p:xfrm>
        <a:graphic>
          <a:graphicData uri="http://schemas.openxmlformats.org/presentationml/2006/ole">
            <mc:AlternateContent xmlns:mc="http://schemas.openxmlformats.org/markup-compatibility/2006">
              <mc:Choice xmlns:v="urn:schemas-microsoft-com:vml" Requires="v">
                <p:oleObj spid="_x0000_s57353" name="Equation" r:id="rId3" imgW="1954951" imgH="266584" progId="">
                  <p:embed/>
                </p:oleObj>
              </mc:Choice>
              <mc:Fallback>
                <p:oleObj name="Equation" r:id="rId3" imgW="1954951" imgH="266584" progId="">
                  <p:embed/>
                  <p:pic>
                    <p:nvPicPr>
                      <p:cNvPr id="0" name="Object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1833563"/>
                        <a:ext cx="461327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5163" y="3024188"/>
            <a:ext cx="6792912"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animEffect transition="in" filter="barn(inVertical)">
                                      <p:cBhvr>
                                        <p:cTn id="17" dur="500"/>
                                        <p:tgtEl>
                                          <p:spTgt spid="11">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barn(inVertical)">
                                      <p:cBhvr>
                                        <p:cTn id="22" dur="500"/>
                                        <p:tgtEl>
                                          <p:spTgt spid="1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arn(inVertical)">
                                      <p:cBhvr>
                                        <p:cTn id="27" dur="500"/>
                                        <p:tgtEl>
                                          <p:spTgt spid="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0E07055-2F7D-43E9-AE17-6B332DDE53EB}" type="slidenum">
              <a:rPr lang="en-US" altLang="ru-RU">
                <a:solidFill>
                  <a:srgbClr val="FFFFFF"/>
                </a:solidFill>
                <a:latin typeface="Arial" panose="020B0604020202020204" pitchFamily="34" charset="0"/>
                <a:cs typeface="Arial" panose="020B0604020202020204" pitchFamily="34" charset="0"/>
              </a:rPr>
              <a:pPr/>
              <a:t>45</a:t>
            </a:fld>
            <a:endParaRPr lang="en-US" altLang="ru-RU">
              <a:solidFill>
                <a:srgbClr val="FFFFFF"/>
              </a:solidFill>
              <a:latin typeface="Arial" panose="020B0604020202020204" pitchFamily="34" charset="0"/>
              <a:cs typeface="Arial" panose="020B0604020202020204" pitchFamily="34" charset="0"/>
            </a:endParaRPr>
          </a:p>
        </p:txBody>
      </p:sp>
      <p:grpSp>
        <p:nvGrpSpPr>
          <p:cNvPr id="58371" name="Group 9"/>
          <p:cNvGrpSpPr>
            <a:grpSpLocks/>
          </p:cNvGrpSpPr>
          <p:nvPr/>
        </p:nvGrpSpPr>
        <p:grpSpPr bwMode="auto">
          <a:xfrm>
            <a:off x="1116013" y="188913"/>
            <a:ext cx="5040312" cy="744537"/>
            <a:chOff x="973846" y="2608107"/>
            <a:chExt cx="6231463" cy="745118"/>
          </a:xfrm>
        </p:grpSpPr>
        <p:sp>
          <p:nvSpPr>
            <p:cNvPr id="15" name="Rectangle 14"/>
            <p:cNvSpPr/>
            <p:nvPr/>
          </p:nvSpPr>
          <p:spPr>
            <a:xfrm>
              <a:off x="973846" y="2608107"/>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ectangle 15"/>
            <p:cNvSpPr/>
            <p:nvPr/>
          </p:nvSpPr>
          <p:spPr>
            <a:xfrm>
              <a:off x="973846" y="2608107"/>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66040" rIns="66040" bIns="66040" anchor="ctr"/>
            <a:lstStyle>
              <a:lvl1pPr defTabSz="1155700">
                <a:defRPr>
                  <a:solidFill>
                    <a:schemeClr val="tx1"/>
                  </a:solidFill>
                  <a:latin typeface="Calibri" panose="020F0502020204030204" pitchFamily="34" charset="0"/>
                </a:defRPr>
              </a:lvl1pPr>
              <a:lvl2pPr marL="742950" indent="-285750" defTabSz="1155700">
                <a:defRPr>
                  <a:solidFill>
                    <a:schemeClr val="tx1"/>
                  </a:solidFill>
                  <a:latin typeface="Calibri" panose="020F0502020204030204" pitchFamily="34" charset="0"/>
                </a:defRPr>
              </a:lvl2pPr>
              <a:lvl3pPr marL="1143000" indent="-228600" defTabSz="1155700">
                <a:defRPr>
                  <a:solidFill>
                    <a:schemeClr val="tx1"/>
                  </a:solidFill>
                  <a:latin typeface="Calibri" panose="020F0502020204030204" pitchFamily="34" charset="0"/>
                </a:defRPr>
              </a:lvl3pPr>
              <a:lvl4pPr marL="1600200" indent="-228600" defTabSz="1155700">
                <a:defRPr>
                  <a:solidFill>
                    <a:schemeClr val="tx1"/>
                  </a:solidFill>
                  <a:latin typeface="Calibri" panose="020F0502020204030204" pitchFamily="34" charset="0"/>
                </a:defRPr>
              </a:lvl4pPr>
              <a:lvl5pPr marL="2057400" indent="-228600" defTabSz="1155700">
                <a:defRPr>
                  <a:solidFill>
                    <a:schemeClr val="tx1"/>
                  </a:solidFill>
                  <a:latin typeface="Calibri" panose="020F0502020204030204" pitchFamily="34" charset="0"/>
                </a:defRPr>
              </a:lvl5pPr>
              <a:lvl6pPr marL="2514600" indent="-228600" defTabSz="1155700" eaLnBrk="0" fontAlgn="base" hangingPunct="0">
                <a:spcBef>
                  <a:spcPct val="0"/>
                </a:spcBef>
                <a:spcAft>
                  <a:spcPct val="0"/>
                </a:spcAft>
                <a:defRPr>
                  <a:solidFill>
                    <a:schemeClr val="tx1"/>
                  </a:solidFill>
                  <a:latin typeface="Calibri" panose="020F0502020204030204" pitchFamily="34" charset="0"/>
                </a:defRPr>
              </a:lvl6pPr>
              <a:lvl7pPr marL="2971800" indent="-228600" defTabSz="1155700" eaLnBrk="0" fontAlgn="base" hangingPunct="0">
                <a:spcBef>
                  <a:spcPct val="0"/>
                </a:spcBef>
                <a:spcAft>
                  <a:spcPct val="0"/>
                </a:spcAft>
                <a:defRPr>
                  <a:solidFill>
                    <a:schemeClr val="tx1"/>
                  </a:solidFill>
                  <a:latin typeface="Calibri" panose="020F0502020204030204" pitchFamily="34" charset="0"/>
                </a:defRPr>
              </a:lvl7pPr>
              <a:lvl8pPr marL="3429000" indent="-228600" defTabSz="1155700" eaLnBrk="0" fontAlgn="base" hangingPunct="0">
                <a:spcBef>
                  <a:spcPct val="0"/>
                </a:spcBef>
                <a:spcAft>
                  <a:spcPct val="0"/>
                </a:spcAft>
                <a:defRPr>
                  <a:solidFill>
                    <a:schemeClr val="tx1"/>
                  </a:solidFill>
                  <a:latin typeface="Calibri" panose="020F0502020204030204" pitchFamily="34" charset="0"/>
                </a:defRPr>
              </a:lvl8pPr>
              <a:lvl9pPr marL="3886200" indent="-228600" defTabSz="11557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ct val="35000"/>
                </a:spcAft>
                <a:defRPr/>
              </a:pPr>
              <a:r>
                <a:rPr lang="en-US" sz="2600" smtClean="0">
                  <a:latin typeface="Arial" panose="020B0604020202020204" pitchFamily="34" charset="0"/>
                  <a:cs typeface="Arial" panose="020B0604020202020204" pitchFamily="34" charset="0"/>
                </a:rPr>
                <a:t>d. Điện cực chì– chì sunfat</a:t>
              </a:r>
            </a:p>
          </p:txBody>
        </p:sp>
      </p:grpSp>
      <p:sp>
        <p:nvSpPr>
          <p:cNvPr id="17" name="Content Placeholder 2"/>
          <p:cNvSpPr txBox="1">
            <a:spLocks/>
          </p:cNvSpPr>
          <p:nvPr/>
        </p:nvSpPr>
        <p:spPr>
          <a:xfrm>
            <a:off x="755650" y="1196975"/>
            <a:ext cx="8054975" cy="4843463"/>
          </a:xfrm>
          <a:prstGeom prst="rect">
            <a:avLst/>
          </a:prstGeom>
        </p:spPr>
        <p:txBody>
          <a:bodyPr/>
          <a:lstStyle>
            <a:lvl1pPr marL="80963">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Cấu tạo tương tự như điện cực Calomen</a:t>
            </a:r>
          </a:p>
          <a:p>
            <a:pPr algn="just" eaLnBrk="1" hangingPunct="1">
              <a:lnSpc>
                <a:spcPct val="10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0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Sơ đồ điện cực:</a:t>
            </a:r>
          </a:p>
          <a:p>
            <a:pPr algn="just" eaLnBrk="1" hangingPunct="1">
              <a:lnSpc>
                <a:spcPct val="100000"/>
              </a:lnSpc>
              <a:spcBef>
                <a:spcPts val="600"/>
              </a:spcBef>
              <a:spcAft>
                <a:spcPct val="0"/>
              </a:spcAft>
              <a:buSzPct val="80000"/>
              <a:buFont typeface="Wingdings 2" panose="05020102010507070707" pitchFamily="18" charset="2"/>
              <a:buNone/>
            </a:pPr>
            <a:endParaRPr lang="en-US" sz="2200" b="1" i="1" u="sng">
              <a:solidFill>
                <a:schemeClr val="tx1"/>
              </a:solidFill>
              <a:latin typeface="Arial" panose="020B0604020202020204" pitchFamily="34" charset="0"/>
              <a:cs typeface="Arial" panose="020B0604020202020204" pitchFamily="34" charset="0"/>
            </a:endParaRPr>
          </a:p>
          <a:p>
            <a:pPr algn="just" eaLnBrk="1" hangingPunct="1">
              <a:lnSpc>
                <a:spcPct val="10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2178050"/>
            <a:ext cx="396081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2" descr="https://upload.wikimedia.org/wikipedia/commons/thumb/b/b8/CopperSulphateElectrode.png/300px-CopperSulphateElectrod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638" y="3022600"/>
            <a:ext cx="4746625" cy="330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xEl>
                                              <p:pRg st="2" end="2"/>
                                            </p:txEl>
                                          </p:spTgt>
                                        </p:tgtEl>
                                        <p:attrNameLst>
                                          <p:attrName>style.visibility</p:attrName>
                                        </p:attrNameLst>
                                      </p:cBhvr>
                                      <p:to>
                                        <p:strVal val="visible"/>
                                      </p:to>
                                    </p:set>
                                    <p:animEffect transition="in" filter="barn(inVertical)">
                                      <p:cBhvr>
                                        <p:cTn id="7" dur="500"/>
                                        <p:tgtEl>
                                          <p:spTgt spid="1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055F1B8-A664-4BDD-B3A1-0314D2545A61}" type="slidenum">
              <a:rPr lang="en-US" altLang="ru-RU">
                <a:solidFill>
                  <a:srgbClr val="FFFFFF"/>
                </a:solidFill>
                <a:latin typeface="Arial" panose="020B0604020202020204" pitchFamily="34" charset="0"/>
                <a:cs typeface="Arial" panose="020B0604020202020204" pitchFamily="34" charset="0"/>
              </a:rPr>
              <a:pPr/>
              <a:t>46</a:t>
            </a:fld>
            <a:endParaRPr lang="en-US" altLang="ru-RU">
              <a:solidFill>
                <a:srgbClr val="FFFFFF"/>
              </a:solidFill>
              <a:latin typeface="Arial" panose="020B0604020202020204" pitchFamily="34" charset="0"/>
              <a:cs typeface="Arial" panose="020B0604020202020204" pitchFamily="34" charset="0"/>
            </a:endParaRPr>
          </a:p>
        </p:txBody>
      </p:sp>
      <p:sp>
        <p:nvSpPr>
          <p:cNvPr id="11" name="Content Placeholder 2"/>
          <p:cNvSpPr txBox="1">
            <a:spLocks/>
          </p:cNvSpPr>
          <p:nvPr/>
        </p:nvSpPr>
        <p:spPr>
          <a:xfrm>
            <a:off x="539750" y="1304925"/>
            <a:ext cx="8294688" cy="5238750"/>
          </a:xfrm>
          <a:prstGeom prst="rect">
            <a:avLst/>
          </a:prstGeom>
        </p:spPr>
        <p:txBody>
          <a:bodyPr/>
          <a:lstStyle>
            <a:lvl1pPr marL="365125" indent="-28257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50000"/>
              </a:lnSpc>
              <a:spcBef>
                <a:spcPts val="600"/>
              </a:spcBef>
              <a:spcAft>
                <a:spcPct val="0"/>
              </a:spcAft>
              <a:buSzPct val="80000"/>
              <a:buFont typeface="Wingdings" panose="05000000000000000000" pitchFamily="2" charset="2"/>
              <a:buChar char="Ø"/>
            </a:pPr>
            <a:r>
              <a:rPr lang="en-US" sz="2200">
                <a:solidFill>
                  <a:schemeClr val="tx1"/>
                </a:solidFill>
                <a:latin typeface="Arial" panose="020B0604020202020204" pitchFamily="34" charset="0"/>
                <a:cs typeface="Arial" panose="020B0604020202020204" pitchFamily="34" charset="0"/>
              </a:rPr>
              <a:t> Phản ứng điện cực:</a:t>
            </a:r>
          </a:p>
          <a:p>
            <a:pPr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eaLnBrk="1" hangingPunct="1">
              <a:lnSpc>
                <a:spcPct val="150000"/>
              </a:lnSpc>
              <a:spcBef>
                <a:spcPts val="600"/>
              </a:spcBef>
              <a:spcAft>
                <a:spcPct val="0"/>
              </a:spcAft>
              <a:buSzPct val="80000"/>
              <a:buFont typeface="Wingdings" panose="05000000000000000000" pitchFamily="2" charset="2"/>
              <a:buChar char="Ø"/>
            </a:pPr>
            <a:r>
              <a:rPr lang="en-US" sz="2200">
                <a:solidFill>
                  <a:schemeClr val="tx1"/>
                </a:solidFill>
                <a:latin typeface="Arial" panose="020B0604020202020204" pitchFamily="34" charset="0"/>
                <a:cs typeface="Arial" panose="020B0604020202020204" pitchFamily="34" charset="0"/>
              </a:rPr>
              <a:t> Thế điện cực:</a:t>
            </a:r>
          </a:p>
          <a:p>
            <a:pPr eaLnBrk="1" hangingPunct="1">
              <a:lnSpc>
                <a:spcPct val="150000"/>
              </a:lnSpc>
              <a:spcBef>
                <a:spcPts val="600"/>
              </a:spcBef>
              <a:spcAft>
                <a:spcPct val="0"/>
              </a:spcAft>
              <a:buSzPct val="80000"/>
              <a:buFont typeface="Wingdings" panose="05000000000000000000" pitchFamily="2" charset="2"/>
              <a:buChar char="Ø"/>
            </a:pPr>
            <a:endParaRPr lang="en-US" sz="2200" b="1" i="1">
              <a:solidFill>
                <a:schemeClr val="tx1"/>
              </a:solidFill>
              <a:latin typeface="Arial" panose="020B0604020202020204" pitchFamily="34" charset="0"/>
              <a:cs typeface="Arial" panose="020B0604020202020204" pitchFamily="34" charset="0"/>
            </a:endParaRPr>
          </a:p>
          <a:p>
            <a:pPr eaLnBrk="1" hangingPunct="1">
              <a:lnSpc>
                <a:spcPct val="150000"/>
              </a:lnSpc>
              <a:spcBef>
                <a:spcPts val="600"/>
              </a:spcBef>
              <a:spcAft>
                <a:spcPct val="0"/>
              </a:spcAft>
              <a:buSzPct val="80000"/>
              <a:buFont typeface="Wingdings" panose="05000000000000000000" pitchFamily="2" charset="2"/>
              <a:buChar char="Ø"/>
            </a:pPr>
            <a:endParaRPr lang="en-US" sz="2200" b="1" i="1">
              <a:solidFill>
                <a:schemeClr val="tx1"/>
              </a:solidFill>
              <a:latin typeface="Arial" panose="020B0604020202020204" pitchFamily="34" charset="0"/>
              <a:cs typeface="Arial" panose="020B0604020202020204" pitchFamily="34" charset="0"/>
            </a:endParaRPr>
          </a:p>
          <a:p>
            <a:pPr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eaLnBrk="1" hangingPunct="1">
              <a:lnSpc>
                <a:spcPct val="150000"/>
              </a:lnSpc>
              <a:spcBef>
                <a:spcPts val="600"/>
              </a:spcBef>
              <a:spcAft>
                <a:spcPct val="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sym typeface="Wingdings" panose="05000000000000000000" pitchFamily="2" charset="2"/>
              </a:rPr>
              <a:t>	</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sym typeface="Wingdings" panose="05000000000000000000" pitchFamily="2" charset="2"/>
              </a:rPr>
              <a:t> </a:t>
            </a:r>
            <a:endParaRPr lang="en-US" sz="2200" b="1" i="1">
              <a:solidFill>
                <a:schemeClr val="tx1"/>
              </a:solidFill>
              <a:latin typeface="Arial" panose="020B0604020202020204" pitchFamily="34" charset="0"/>
              <a:cs typeface="Arial" panose="020B0604020202020204" pitchFamily="34" charset="0"/>
              <a:sym typeface="Wingdings" panose="05000000000000000000" pitchFamily="2" charset="2"/>
            </a:endParaRPr>
          </a:p>
          <a:p>
            <a:pPr eaLnBrk="1" hangingPunct="1">
              <a:lnSpc>
                <a:spcPct val="150000"/>
              </a:lnSpc>
              <a:spcBef>
                <a:spcPts val="600"/>
              </a:spcBef>
              <a:spcAft>
                <a:spcPct val="0"/>
              </a:spcAft>
              <a:buSzPct val="80000"/>
              <a:buFont typeface="Wingdings 2" panose="05020102010507070707" pitchFamily="18" charset="2"/>
              <a:buNone/>
            </a:pPr>
            <a:endParaRPr lang="en-US" sz="2200" b="1" i="1">
              <a:solidFill>
                <a:schemeClr val="tx1"/>
              </a:solidFill>
              <a:latin typeface="Arial" panose="020B0604020202020204" pitchFamily="34" charset="0"/>
              <a:cs typeface="Arial" panose="020B0604020202020204" pitchFamily="34" charset="0"/>
            </a:endParaRPr>
          </a:p>
        </p:txBody>
      </p:sp>
      <p:grpSp>
        <p:nvGrpSpPr>
          <p:cNvPr id="59396" name="Group 11"/>
          <p:cNvGrpSpPr>
            <a:grpSpLocks/>
          </p:cNvGrpSpPr>
          <p:nvPr/>
        </p:nvGrpSpPr>
        <p:grpSpPr bwMode="auto">
          <a:xfrm>
            <a:off x="1116013" y="188913"/>
            <a:ext cx="4824412" cy="744537"/>
            <a:chOff x="973846" y="2608107"/>
            <a:chExt cx="6231463" cy="745118"/>
          </a:xfrm>
        </p:grpSpPr>
        <p:sp>
          <p:nvSpPr>
            <p:cNvPr id="13" name="Rectangle 12"/>
            <p:cNvSpPr/>
            <p:nvPr/>
          </p:nvSpPr>
          <p:spPr>
            <a:xfrm>
              <a:off x="973846" y="2608107"/>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Rectangle 13"/>
            <p:cNvSpPr/>
            <p:nvPr/>
          </p:nvSpPr>
          <p:spPr>
            <a:xfrm>
              <a:off x="973846" y="2608107"/>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66040" rIns="66040" bIns="66040" anchor="ctr"/>
            <a:lstStyle>
              <a:lvl1pPr defTabSz="1155700">
                <a:defRPr>
                  <a:solidFill>
                    <a:schemeClr val="tx1"/>
                  </a:solidFill>
                  <a:latin typeface="Calibri" panose="020F0502020204030204" pitchFamily="34" charset="0"/>
                </a:defRPr>
              </a:lvl1pPr>
              <a:lvl2pPr marL="742950" indent="-285750" defTabSz="1155700">
                <a:defRPr>
                  <a:solidFill>
                    <a:schemeClr val="tx1"/>
                  </a:solidFill>
                  <a:latin typeface="Calibri" panose="020F0502020204030204" pitchFamily="34" charset="0"/>
                </a:defRPr>
              </a:lvl2pPr>
              <a:lvl3pPr marL="1143000" indent="-228600" defTabSz="1155700">
                <a:defRPr>
                  <a:solidFill>
                    <a:schemeClr val="tx1"/>
                  </a:solidFill>
                  <a:latin typeface="Calibri" panose="020F0502020204030204" pitchFamily="34" charset="0"/>
                </a:defRPr>
              </a:lvl3pPr>
              <a:lvl4pPr marL="1600200" indent="-228600" defTabSz="1155700">
                <a:defRPr>
                  <a:solidFill>
                    <a:schemeClr val="tx1"/>
                  </a:solidFill>
                  <a:latin typeface="Calibri" panose="020F0502020204030204" pitchFamily="34" charset="0"/>
                </a:defRPr>
              </a:lvl4pPr>
              <a:lvl5pPr marL="2057400" indent="-228600" defTabSz="1155700">
                <a:defRPr>
                  <a:solidFill>
                    <a:schemeClr val="tx1"/>
                  </a:solidFill>
                  <a:latin typeface="Calibri" panose="020F0502020204030204" pitchFamily="34" charset="0"/>
                </a:defRPr>
              </a:lvl5pPr>
              <a:lvl6pPr marL="2514600" indent="-228600" defTabSz="1155700" eaLnBrk="0" fontAlgn="base" hangingPunct="0">
                <a:spcBef>
                  <a:spcPct val="0"/>
                </a:spcBef>
                <a:spcAft>
                  <a:spcPct val="0"/>
                </a:spcAft>
                <a:defRPr>
                  <a:solidFill>
                    <a:schemeClr val="tx1"/>
                  </a:solidFill>
                  <a:latin typeface="Calibri" panose="020F0502020204030204" pitchFamily="34" charset="0"/>
                </a:defRPr>
              </a:lvl6pPr>
              <a:lvl7pPr marL="2971800" indent="-228600" defTabSz="1155700" eaLnBrk="0" fontAlgn="base" hangingPunct="0">
                <a:spcBef>
                  <a:spcPct val="0"/>
                </a:spcBef>
                <a:spcAft>
                  <a:spcPct val="0"/>
                </a:spcAft>
                <a:defRPr>
                  <a:solidFill>
                    <a:schemeClr val="tx1"/>
                  </a:solidFill>
                  <a:latin typeface="Calibri" panose="020F0502020204030204" pitchFamily="34" charset="0"/>
                </a:defRPr>
              </a:lvl7pPr>
              <a:lvl8pPr marL="3429000" indent="-228600" defTabSz="1155700" eaLnBrk="0" fontAlgn="base" hangingPunct="0">
                <a:spcBef>
                  <a:spcPct val="0"/>
                </a:spcBef>
                <a:spcAft>
                  <a:spcPct val="0"/>
                </a:spcAft>
                <a:defRPr>
                  <a:solidFill>
                    <a:schemeClr val="tx1"/>
                  </a:solidFill>
                  <a:latin typeface="Calibri" panose="020F0502020204030204" pitchFamily="34" charset="0"/>
                </a:defRPr>
              </a:lvl8pPr>
              <a:lvl9pPr marL="3886200" indent="-228600" defTabSz="11557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ct val="35000"/>
                </a:spcAft>
                <a:defRPr/>
              </a:pPr>
              <a:r>
                <a:rPr lang="en-US" sz="2600" smtClean="0">
                  <a:latin typeface="Arial" panose="020B0604020202020204" pitchFamily="34" charset="0"/>
                  <a:cs typeface="Arial" panose="020B0604020202020204" pitchFamily="34" charset="0"/>
                </a:rPr>
                <a:t>d. Điện cực chì– chì sunfat</a:t>
              </a:r>
            </a:p>
          </p:txBody>
        </p:sp>
      </p:gr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2119313"/>
            <a:ext cx="39909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3486150"/>
            <a:ext cx="4567237"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barn(inVertical)">
                                      <p:cBhvr>
                                        <p:cTn id="12" dur="500"/>
                                        <p:tgtEl>
                                          <p:spTgt spid="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7" end="7"/>
                                            </p:txEl>
                                          </p:spTgt>
                                        </p:tgtEl>
                                        <p:attrNameLst>
                                          <p:attrName>style.visibility</p:attrName>
                                        </p:attrNameLst>
                                      </p:cBhvr>
                                      <p:to>
                                        <p:strVal val="visible"/>
                                      </p:to>
                                    </p:set>
                                    <p:animEffect transition="in" filter="barn(inVertical)">
                                      <p:cBhvr>
                                        <p:cTn id="17" dur="500"/>
                                        <p:tgtEl>
                                          <p:spTgt spid="11">
                                            <p:txEl>
                                              <p:pRg st="7" end="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8" end="8"/>
                                            </p:txEl>
                                          </p:spTgt>
                                        </p:tgtEl>
                                        <p:attrNameLst>
                                          <p:attrName>style.visibility</p:attrName>
                                        </p:attrNameLst>
                                      </p:cBhvr>
                                      <p:to>
                                        <p:strVal val="visible"/>
                                      </p:to>
                                    </p:set>
                                    <p:animEffect transition="in" filter="barn(inVertical)">
                                      <p:cBhvr>
                                        <p:cTn id="22" dur="500"/>
                                        <p:tgtEl>
                                          <p:spTgt spid="11">
                                            <p:txEl>
                                              <p:pRg st="8" end="8"/>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D387104-96D5-4626-9CA0-53874F737C93}" type="slidenum">
              <a:rPr lang="en-US" altLang="ru-RU">
                <a:solidFill>
                  <a:srgbClr val="FFFFFF"/>
                </a:solidFill>
                <a:latin typeface="Arial" panose="020B0604020202020204" pitchFamily="34" charset="0"/>
                <a:cs typeface="Arial" panose="020B0604020202020204" pitchFamily="34" charset="0"/>
              </a:rPr>
              <a:pPr/>
              <a:t>47</a:t>
            </a:fld>
            <a:endParaRPr lang="en-US" altLang="ru-RU">
              <a:solidFill>
                <a:srgbClr val="FFFFFF"/>
              </a:solidFill>
              <a:latin typeface="Arial" panose="020B0604020202020204" pitchFamily="34" charset="0"/>
              <a:cs typeface="Arial" panose="020B0604020202020204" pitchFamily="34" charset="0"/>
            </a:endParaRPr>
          </a:p>
        </p:txBody>
      </p:sp>
      <p:grpSp>
        <p:nvGrpSpPr>
          <p:cNvPr id="60419" name="Group 7"/>
          <p:cNvGrpSpPr>
            <a:grpSpLocks/>
          </p:cNvGrpSpPr>
          <p:nvPr/>
        </p:nvGrpSpPr>
        <p:grpSpPr bwMode="auto">
          <a:xfrm>
            <a:off x="1116013" y="260350"/>
            <a:ext cx="5400675" cy="746125"/>
            <a:chOff x="973846" y="1490236"/>
            <a:chExt cx="6231463" cy="745118"/>
          </a:xfrm>
        </p:grpSpPr>
        <p:sp>
          <p:nvSpPr>
            <p:cNvPr id="9" name="Rectangle 8"/>
            <p:cNvSpPr/>
            <p:nvPr/>
          </p:nvSpPr>
          <p:spPr>
            <a:xfrm>
              <a:off x="973846" y="1490236"/>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1" name="Rectangle 10"/>
            <p:cNvSpPr/>
            <p:nvPr/>
          </p:nvSpPr>
          <p:spPr>
            <a:xfrm>
              <a:off x="973846" y="1490236"/>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latin typeface="Times New Roman" panose="02020603050405020304" pitchFamily="18" charset="0"/>
                  <a:cs typeface="Times New Roman" panose="02020603050405020304" pitchFamily="18" charset="0"/>
                </a:rPr>
                <a:t>e. Điện cực hidro tiêu chuẩn</a:t>
              </a:r>
            </a:p>
          </p:txBody>
        </p:sp>
      </p:grpSp>
      <p:pic>
        <p:nvPicPr>
          <p:cNvPr id="60420" name="Picture 2" descr="http://chemwiki.ucdavis.edu/@api/deki/files/16635/19.6.jpg?revisio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996950"/>
            <a:ext cx="6203950"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F51EB25-704D-4571-AA93-AB776AD61304}" type="slidenum">
              <a:rPr lang="en-US" altLang="ru-RU">
                <a:solidFill>
                  <a:srgbClr val="FFFFFF"/>
                </a:solidFill>
                <a:latin typeface="Arial" panose="020B0604020202020204" pitchFamily="34" charset="0"/>
                <a:cs typeface="Arial" panose="020B0604020202020204" pitchFamily="34" charset="0"/>
              </a:rPr>
              <a:pPr/>
              <a:t>48</a:t>
            </a:fld>
            <a:endParaRPr lang="en-US" altLang="ru-RU">
              <a:solidFill>
                <a:srgbClr val="FFFFFF"/>
              </a:solidFill>
              <a:latin typeface="Arial" panose="020B0604020202020204" pitchFamily="34" charset="0"/>
              <a:cs typeface="Arial" panose="020B0604020202020204" pitchFamily="34" charset="0"/>
            </a:endParaRPr>
          </a:p>
        </p:txBody>
      </p:sp>
      <p:grpSp>
        <p:nvGrpSpPr>
          <p:cNvPr id="61443" name="Group 7"/>
          <p:cNvGrpSpPr>
            <a:grpSpLocks/>
          </p:cNvGrpSpPr>
          <p:nvPr/>
        </p:nvGrpSpPr>
        <p:grpSpPr bwMode="auto">
          <a:xfrm>
            <a:off x="1116013" y="260350"/>
            <a:ext cx="4968875" cy="746125"/>
            <a:chOff x="973846" y="1490236"/>
            <a:chExt cx="6231463" cy="745118"/>
          </a:xfrm>
        </p:grpSpPr>
        <p:sp>
          <p:nvSpPr>
            <p:cNvPr id="9" name="Rectangle 8"/>
            <p:cNvSpPr/>
            <p:nvPr/>
          </p:nvSpPr>
          <p:spPr>
            <a:xfrm>
              <a:off x="973846" y="1490236"/>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1" name="Rectangle 10"/>
            <p:cNvSpPr/>
            <p:nvPr/>
          </p:nvSpPr>
          <p:spPr>
            <a:xfrm>
              <a:off x="973846" y="1490236"/>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latin typeface="Times New Roman" panose="02020603050405020304" pitchFamily="18" charset="0"/>
                  <a:cs typeface="Times New Roman" panose="02020603050405020304" pitchFamily="18" charset="0"/>
                </a:rPr>
                <a:t>e. Điện cực hidro tiêu chuẩn</a:t>
              </a:r>
            </a:p>
          </p:txBody>
        </p:sp>
      </p:grpSp>
      <p:sp>
        <p:nvSpPr>
          <p:cNvPr id="12" name="Content Placeholder 2"/>
          <p:cNvSpPr txBox="1">
            <a:spLocks/>
          </p:cNvSpPr>
          <p:nvPr/>
        </p:nvSpPr>
        <p:spPr bwMode="auto">
          <a:xfrm>
            <a:off x="684213" y="1169988"/>
            <a:ext cx="7416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Gồm một ống thủy tinh, một dây Pt nối với một bản Pt diện tích cỡ 1cm</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 được phủ một lớp bột Pt đen. Tất cả được nhúng chìm một nửa vào dung dịch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SO</a:t>
            </a:r>
            <a:r>
              <a:rPr lang="en-US" sz="2200" baseline="-25000">
                <a:solidFill>
                  <a:schemeClr val="tx1"/>
                </a:solidFill>
                <a:latin typeface="Arial" panose="020B0604020202020204" pitchFamily="34" charset="0"/>
                <a:cs typeface="Arial" panose="020B0604020202020204" pitchFamily="34" charset="0"/>
              </a:rPr>
              <a:t>4</a:t>
            </a:r>
            <a:r>
              <a:rPr lang="en-US" sz="2200">
                <a:solidFill>
                  <a:schemeClr val="tx1"/>
                </a:solidFill>
                <a:latin typeface="Arial" panose="020B0604020202020204" pitchFamily="34" charset="0"/>
                <a:cs typeface="Arial" panose="020B0604020202020204" pitchFamily="34" charset="0"/>
              </a:rPr>
              <a:t> (a=1). Nửa kia của bản Platin được bảo hòa khí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 từ nguồn H</a:t>
            </a:r>
            <a:r>
              <a:rPr lang="en-US" sz="2200" baseline="-25000">
                <a:solidFill>
                  <a:schemeClr val="tx1"/>
                </a:solidFill>
                <a:latin typeface="Arial" panose="020B0604020202020204" pitchFamily="34" charset="0"/>
                <a:cs typeface="Arial" panose="020B0604020202020204" pitchFamily="34" charset="0"/>
              </a:rPr>
              <a:t>2 </a:t>
            </a:r>
            <a:r>
              <a:rPr lang="en-US" sz="2200">
                <a:solidFill>
                  <a:schemeClr val="tx1"/>
                </a:solidFill>
                <a:latin typeface="Arial" panose="020B0604020202020204" pitchFamily="34" charset="0"/>
                <a:cs typeface="Arial" panose="020B0604020202020204" pitchFamily="34" charset="0"/>
              </a:rPr>
              <a:t>có áp suất 1atm.</a:t>
            </a:r>
          </a:p>
          <a:p>
            <a:pPr algn="just" eaLnBrk="1" hangingPunct="1">
              <a:lnSpc>
                <a:spcPct val="150000"/>
              </a:lnSpc>
              <a:spcBef>
                <a:spcPts val="6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Bề mặt Pt xốp hấp thụ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 có thể tinh chuyển phân tử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 thành nguyên tử đã hoạt hóa (H*) và tham gia phản ứng điện cực. </a:t>
            </a:r>
          </a:p>
          <a:p>
            <a:pPr algn="just" eaLnBrk="1" hangingPunct="1">
              <a:lnSpc>
                <a:spcPct val="150000"/>
              </a:lnSpc>
              <a:spcBef>
                <a:spcPts val="1800"/>
              </a:spcBef>
              <a:spcAft>
                <a:spcPct val="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Sơ đồ điện cực:</a:t>
            </a:r>
          </a:p>
          <a:p>
            <a:pPr algn="just" eaLnBrk="1" hangingPunct="1">
              <a:lnSpc>
                <a:spcPct val="150000"/>
              </a:lnSpc>
              <a:spcBef>
                <a:spcPts val="600"/>
              </a:spcBef>
              <a:spcAft>
                <a:spcPct val="0"/>
              </a:spcAft>
              <a:buSzPct val="80000"/>
              <a:buFont typeface="Wingdings 2" panose="05020102010507070707" pitchFamily="18" charset="2"/>
              <a:buNone/>
            </a:pPr>
            <a:endParaRPr lang="en-US" sz="2200" b="1" i="1" u="sng">
              <a:solidFill>
                <a:schemeClr val="tx1"/>
              </a:solidFill>
              <a:latin typeface="Arial" panose="020B0604020202020204" pitchFamily="34" charset="0"/>
              <a:cs typeface="Arial" panose="020B0604020202020204" pitchFamily="34" charset="0"/>
            </a:endParaRPr>
          </a:p>
        </p:txBody>
      </p:sp>
      <p:pic>
        <p:nvPicPr>
          <p:cNvPr id="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25" y="5516563"/>
            <a:ext cx="2447925"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arn(inVertical)">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arn(inVertical)">
                                      <p:cBhvr>
                                        <p:cTn id="12" dur="500"/>
                                        <p:tgtEl>
                                          <p:spTgt spid="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barn(inVertical)">
                                      <p:cBhvr>
                                        <p:cTn id="17" dur="500"/>
                                        <p:tgtEl>
                                          <p:spTgt spid="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D2EA42B-DB82-4D38-BF80-2C8E497A42AE}" type="slidenum">
              <a:rPr lang="en-US" altLang="ru-RU">
                <a:solidFill>
                  <a:srgbClr val="FFFFFF"/>
                </a:solidFill>
                <a:latin typeface="Arial" panose="020B0604020202020204" pitchFamily="34" charset="0"/>
                <a:cs typeface="Arial" panose="020B0604020202020204" pitchFamily="34" charset="0"/>
              </a:rPr>
              <a:pPr/>
              <a:t>49</a:t>
            </a:fld>
            <a:endParaRPr lang="en-US" altLang="ru-RU">
              <a:solidFill>
                <a:srgbClr val="FFFFFF"/>
              </a:solidFill>
              <a:latin typeface="Arial" panose="020B0604020202020204" pitchFamily="34" charset="0"/>
              <a:cs typeface="Arial" panose="020B0604020202020204" pitchFamily="34" charset="0"/>
            </a:endParaRPr>
          </a:p>
        </p:txBody>
      </p:sp>
      <p:sp>
        <p:nvSpPr>
          <p:cNvPr id="10" name="Content Placeholder 2"/>
          <p:cNvSpPr txBox="1">
            <a:spLocks/>
          </p:cNvSpPr>
          <p:nvPr/>
        </p:nvSpPr>
        <p:spPr bwMode="auto">
          <a:xfrm>
            <a:off x="1120775" y="842963"/>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p:txBody>
      </p:sp>
      <p:sp>
        <p:nvSpPr>
          <p:cNvPr id="11" name="Content Placeholder 2"/>
          <p:cNvSpPr txBox="1">
            <a:spLocks/>
          </p:cNvSpPr>
          <p:nvPr/>
        </p:nvSpPr>
        <p:spPr>
          <a:xfrm>
            <a:off x="1116013" y="1304925"/>
            <a:ext cx="7704137" cy="5238750"/>
          </a:xfrm>
          <a:prstGeom prst="rect">
            <a:avLst/>
          </a:prstGeom>
        </p:spPr>
        <p:txBody>
          <a:bodyPr/>
          <a:lstStyle>
            <a:lvl1pPr marL="365125" indent="-28257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ts val="600"/>
              </a:spcBef>
              <a:spcAft>
                <a:spcPct val="0"/>
              </a:spcAft>
              <a:buSzPct val="80000"/>
              <a:buFont typeface="Wingdings" panose="05000000000000000000" pitchFamily="2" charset="2"/>
              <a:buChar char="Ø"/>
            </a:pPr>
            <a:r>
              <a:rPr lang="en-US" sz="2800">
                <a:solidFill>
                  <a:schemeClr val="tx1"/>
                </a:solidFill>
                <a:latin typeface="Times New Roman" panose="02020603050405020304" pitchFamily="18" charset="0"/>
                <a:cs typeface="Times New Roman" panose="02020603050405020304" pitchFamily="18" charset="0"/>
              </a:rPr>
              <a:t> Phản ứng điện cực:</a:t>
            </a: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panose="05000000000000000000" pitchFamily="2" charset="2"/>
              <a:buChar char="Ø"/>
            </a:pPr>
            <a:r>
              <a:rPr lang="en-US" sz="2800">
                <a:solidFill>
                  <a:schemeClr val="tx1"/>
                </a:solidFill>
                <a:latin typeface="Times New Roman" panose="02020603050405020304" pitchFamily="18" charset="0"/>
                <a:cs typeface="Times New Roman" panose="02020603050405020304" pitchFamily="18" charset="0"/>
              </a:rPr>
              <a:t> Thế điện cực:</a:t>
            </a:r>
          </a:p>
          <a:p>
            <a:pPr eaLnBrk="1" hangingPunct="1">
              <a:lnSpc>
                <a:spcPct val="100000"/>
              </a:lnSpc>
              <a:spcBef>
                <a:spcPts val="600"/>
              </a:spcBef>
              <a:spcAft>
                <a:spcPct val="0"/>
              </a:spcAft>
              <a:buSzPct val="80000"/>
              <a:buFont typeface="Wingdings" panose="05000000000000000000" pitchFamily="2" charset="2"/>
              <a:buChar char="Ø"/>
            </a:pPr>
            <a:endParaRPr lang="en-US" sz="2800" b="1" i="1">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panose="05000000000000000000" pitchFamily="2" charset="2"/>
              <a:buChar char="Ø"/>
            </a:pPr>
            <a:endParaRPr lang="en-US" sz="2800" b="1" i="1">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ts val="600"/>
              </a:spcBef>
              <a:spcAft>
                <a:spcPct val="0"/>
              </a:spcAft>
              <a:buSzPct val="80000"/>
              <a:buFont typeface="Wingdings 2" panose="05020102010507070707" pitchFamily="18" charset="2"/>
              <a:buNone/>
            </a:pPr>
            <a:endParaRPr lang="en-US" sz="2800">
              <a:solidFill>
                <a:schemeClr val="tx1"/>
              </a:solidFill>
              <a:latin typeface="Times New Roman" panose="02020603050405020304" pitchFamily="18" charset="0"/>
              <a:cs typeface="Times New Roman" panose="02020603050405020304" pitchFamily="18" charset="0"/>
            </a:endParaRPr>
          </a:p>
          <a:p>
            <a:pPr algn="just" eaLnBrk="1" hangingPunct="1">
              <a:lnSpc>
                <a:spcPct val="100000"/>
              </a:lnSpc>
              <a:spcBef>
                <a:spcPts val="600"/>
              </a:spcBef>
              <a:spcAft>
                <a:spcPct val="0"/>
              </a:spcAft>
              <a:buSzPct val="80000"/>
              <a:buFont typeface="Wingdings 2" panose="05020102010507070707" pitchFamily="18" charset="2"/>
              <a:buNone/>
            </a:pPr>
            <a:endParaRPr lang="en-US" sz="2800" b="1" i="1">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eaLnBrk="1" hangingPunct="1">
              <a:lnSpc>
                <a:spcPct val="100000"/>
              </a:lnSpc>
              <a:spcBef>
                <a:spcPts val="600"/>
              </a:spcBef>
              <a:spcAft>
                <a:spcPct val="0"/>
              </a:spcAft>
              <a:buSzPct val="80000"/>
              <a:buFont typeface="Wingdings 2" panose="05020102010507070707" pitchFamily="18" charset="2"/>
              <a:buNone/>
            </a:pPr>
            <a:endParaRPr lang="en-US" sz="2800" b="1" i="1">
              <a:solidFill>
                <a:schemeClr val="tx1"/>
              </a:solidFill>
              <a:latin typeface="Times New Roman" panose="02020603050405020304" pitchFamily="18" charset="0"/>
              <a:cs typeface="Times New Roman" panose="02020603050405020304" pitchFamily="18" charset="0"/>
            </a:endParaRPr>
          </a:p>
        </p:txBody>
      </p:sp>
      <p:grpSp>
        <p:nvGrpSpPr>
          <p:cNvPr id="62469" name="Group 11"/>
          <p:cNvGrpSpPr>
            <a:grpSpLocks/>
          </p:cNvGrpSpPr>
          <p:nvPr/>
        </p:nvGrpSpPr>
        <p:grpSpPr bwMode="auto">
          <a:xfrm>
            <a:off x="1116013" y="260350"/>
            <a:ext cx="5111750" cy="746125"/>
            <a:chOff x="973846" y="1490236"/>
            <a:chExt cx="6231463" cy="745118"/>
          </a:xfrm>
        </p:grpSpPr>
        <p:sp>
          <p:nvSpPr>
            <p:cNvPr id="13" name="Rectangle 12"/>
            <p:cNvSpPr/>
            <p:nvPr/>
          </p:nvSpPr>
          <p:spPr>
            <a:xfrm>
              <a:off x="973846" y="1490236"/>
              <a:ext cx="6231463" cy="745118"/>
            </a:xfrm>
            <a:prstGeom prst="rect">
              <a:avLst/>
            </a:prstGeom>
            <a:solidFill>
              <a:schemeClr val="accent1">
                <a:lumMod val="40000"/>
                <a:lumOff val="60000"/>
              </a:schemeClr>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Rectangle 13"/>
            <p:cNvSpPr/>
            <p:nvPr/>
          </p:nvSpPr>
          <p:spPr>
            <a:xfrm>
              <a:off x="973846" y="1490236"/>
              <a:ext cx="6231463" cy="745118"/>
            </a:xfrm>
            <a:prstGeom prst="rect">
              <a:avLst/>
            </a:prstGeom>
            <a:ln>
              <a:solidFill>
                <a:schemeClr val="tx1"/>
              </a:solidFill>
            </a:ln>
          </p:spPr>
          <p:style>
            <a:lnRef idx="0">
              <a:scrgbClr r="0" g="0" b="0"/>
            </a:lnRef>
            <a:fillRef idx="0">
              <a:scrgbClr r="0" g="0" b="0"/>
            </a:fillRef>
            <a:effectRef idx="0">
              <a:scrgbClr r="0" g="0" b="0"/>
            </a:effectRef>
            <a:fontRef idx="minor">
              <a:schemeClr val="lt1"/>
            </a:fontRef>
          </p:style>
          <p:txBody>
            <a:bodyPr lIns="591438" tIns="71120" rIns="71120" bIns="7112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latin typeface="Times New Roman" panose="02020603050405020304" pitchFamily="18" charset="0"/>
                  <a:cs typeface="Times New Roman" panose="02020603050405020304" pitchFamily="18" charset="0"/>
                </a:rPr>
                <a:t>e. Điện cực hidro tiêu chuẩn</a:t>
              </a:r>
            </a:p>
          </p:txBody>
        </p:sp>
      </p:grpSp>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4283075"/>
            <a:ext cx="2008187"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Rot="1" noChangeAspect="1" noMove="1" noResize="1" noEditPoints="1" noAdjustHandles="1" noChangeArrowheads="1" noChangeShapeType="1" noTextEdit="1"/>
          </p:cNvSpPr>
          <p:nvPr/>
        </p:nvSpPr>
        <p:spPr>
          <a:xfrm>
            <a:off x="3491880" y="2132856"/>
            <a:ext cx="2728247" cy="1354282"/>
          </a:xfrm>
          <a:prstGeom prst="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arn(inVertical)">
                                      <p:cBhvr>
                                        <p:cTn id="12" dur="500"/>
                                        <p:tgtEl>
                                          <p:spTgt spid="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animEffect transition="in" filter="barn(inVertical)">
                                      <p:cBhvr>
                                        <p:cTn id="17" dur="500"/>
                                        <p:tgtEl>
                                          <p:spTgt spid="11">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Vertical)">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A417413-0309-4163-8C45-5B1D7505C766}" type="slidenum">
              <a:rPr lang="en-US" altLang="ru-RU">
                <a:solidFill>
                  <a:srgbClr val="FFFFFF"/>
                </a:solidFill>
                <a:latin typeface="Arial" panose="020B0604020202020204" pitchFamily="34" charset="0"/>
                <a:cs typeface="Arial" panose="020B0604020202020204" pitchFamily="34" charset="0"/>
              </a:rPr>
              <a:pPr/>
              <a:t>50</a:t>
            </a:fld>
            <a:endParaRPr lang="en-US" altLang="ru-RU">
              <a:solidFill>
                <a:srgbClr val="FFFFFF"/>
              </a:solidFill>
              <a:latin typeface="Arial" panose="020B0604020202020204" pitchFamily="34" charset="0"/>
              <a:cs typeface="Arial" panose="020B0604020202020204" pitchFamily="34" charset="0"/>
            </a:endParaRPr>
          </a:p>
        </p:txBody>
      </p:sp>
      <p:sp>
        <p:nvSpPr>
          <p:cNvPr id="78851" name="Rectangle 3"/>
          <p:cNvSpPr>
            <a:spLocks noChangeArrowheads="1"/>
          </p:cNvSpPr>
          <p:nvPr/>
        </p:nvSpPr>
        <p:spPr bwMode="auto">
          <a:xfrm>
            <a:off x="1116013" y="404813"/>
            <a:ext cx="3954462" cy="652462"/>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300"/>
              </a:spcBef>
            </a:pPr>
            <a:r>
              <a:rPr lang="vi-VN"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1.1.</a:t>
            </a:r>
            <a:r>
              <a:rPr lang="en-US"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7</a:t>
            </a:r>
            <a:r>
              <a:rPr lang="vi-VN"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a:t>
            </a:r>
            <a:r>
              <a:rPr lang="en-US"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2</a:t>
            </a:r>
            <a:r>
              <a:rPr lang="vi-VN"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 Điện cực </a:t>
            </a:r>
            <a:r>
              <a:rPr lang="en-US" altLang="en-US" sz="2800" b="1">
                <a:solidFill>
                  <a:srgbClr val="000000"/>
                </a:solidFill>
                <a:latin typeface="Times New Roman" panose="02020603050405020304" pitchFamily="18" charset="0"/>
                <a:ea typeface="SimSun" panose="02010600030101010101" pitchFamily="2" charset="-122"/>
                <a:cs typeface="Arial" panose="020B0604020202020204" pitchFamily="34" charset="0"/>
              </a:rPr>
              <a:t>chỉ thị</a:t>
            </a:r>
            <a:endParaRPr lang="en-US" altLang="en-US" sz="2800" b="1">
              <a:latin typeface="Times New Roman" panose="02020603050405020304" pitchFamily="18" charset="0"/>
              <a:ea typeface="SimSun" panose="02010600030101010101" pitchFamily="2" charset="-122"/>
              <a:cs typeface="Arial" panose="020B0604020202020204" pitchFamily="34" charset="0"/>
            </a:endParaRPr>
          </a:p>
        </p:txBody>
      </p:sp>
      <p:sp>
        <p:nvSpPr>
          <p:cNvPr id="8" name="Rectangular Callout 7"/>
          <p:cNvSpPr/>
          <p:nvPr/>
        </p:nvSpPr>
        <p:spPr>
          <a:xfrm>
            <a:off x="971550" y="1052513"/>
            <a:ext cx="7878763" cy="2592387"/>
          </a:xfrm>
          <a:prstGeom prst="wedgeRectCallout">
            <a:avLst/>
          </a:prstGeom>
          <a:noFill/>
          <a:ln>
            <a:noFill/>
          </a:ln>
        </p:spPr>
        <p:style>
          <a:lnRef idx="1">
            <a:schemeClr val="accent3"/>
          </a:lnRef>
          <a:fillRef idx="2">
            <a:schemeClr val="accent3"/>
          </a:fillRef>
          <a:effectRef idx="1">
            <a:schemeClr val="accent3"/>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defRPr/>
            </a:pPr>
            <a:r>
              <a:rPr lang="en-US" sz="2200" smtClean="0">
                <a:solidFill>
                  <a:srgbClr val="000000"/>
                </a:solidFill>
                <a:latin typeface="Arial" panose="020B0604020202020204" pitchFamily="34" charset="0"/>
                <a:cs typeface="Arial" panose="020B0604020202020204" pitchFamily="34" charset="0"/>
              </a:rPr>
              <a:t>Có thế phụ thuộc vào hoạt độ của chất nghiên cứu.</a:t>
            </a:r>
          </a:p>
          <a:p>
            <a:pPr algn="just" eaLnBrk="1" hangingPunct="1">
              <a:lnSpc>
                <a:spcPct val="150000"/>
              </a:lnSpc>
              <a:defRPr/>
            </a:pPr>
            <a:r>
              <a:rPr lang="en-US" sz="2200" smtClean="0">
                <a:solidFill>
                  <a:srgbClr val="000000"/>
                </a:solidFill>
                <a:latin typeface="Arial" panose="020B0604020202020204" pitchFamily="34" charset="0"/>
                <a:cs typeface="Arial" panose="020B0604020202020204" pitchFamily="34" charset="0"/>
              </a:rPr>
              <a:t>* Một số điện cực so sánh cũng có thể làm điện cực chỉ thị: điện cực màng chọn lọc ion, pH, điện cực loại 1, điện cực loại 2, điện cực loại 3,..</a:t>
            </a:r>
          </a:p>
        </p:txBody>
      </p:sp>
      <p:sp>
        <p:nvSpPr>
          <p:cNvPr id="63493" name="AutoShape 2" descr="Related image"/>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Arial" panose="020B0604020202020204" pitchFamily="34" charset="0"/>
              <a:cs typeface="Arial" panose="020B0604020202020204" pitchFamily="34" charset="0"/>
            </a:endParaRPr>
          </a:p>
        </p:txBody>
      </p:sp>
      <p:pic>
        <p:nvPicPr>
          <p:cNvPr id="6349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3433763"/>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68E6D5A-7DAB-43A7-8D65-155DFBE3F6E0}" type="slidenum">
              <a:rPr lang="en-US" altLang="ru-RU">
                <a:solidFill>
                  <a:srgbClr val="FFFFFF"/>
                </a:solidFill>
                <a:latin typeface="Arial" panose="020B0604020202020204" pitchFamily="34" charset="0"/>
                <a:cs typeface="Arial" panose="020B0604020202020204" pitchFamily="34" charset="0"/>
              </a:rPr>
              <a:pPr/>
              <a:t>51</a:t>
            </a:fld>
            <a:endParaRPr lang="en-US" altLang="ru-RU">
              <a:solidFill>
                <a:srgbClr val="FFFFFF"/>
              </a:solidFill>
              <a:latin typeface="Arial" panose="020B0604020202020204" pitchFamily="34" charset="0"/>
              <a:cs typeface="Arial" panose="020B0604020202020204" pitchFamily="34" charset="0"/>
            </a:endParaRPr>
          </a:p>
        </p:txBody>
      </p:sp>
      <p:sp>
        <p:nvSpPr>
          <p:cNvPr id="79875" name="Rectangle 3"/>
          <p:cNvSpPr>
            <a:spLocks noChangeArrowheads="1"/>
          </p:cNvSpPr>
          <p:nvPr/>
        </p:nvSpPr>
        <p:spPr bwMode="auto">
          <a:xfrm>
            <a:off x="2252663" y="327025"/>
            <a:ext cx="5343525"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 typeface="Wingdings 2" panose="05020102010507070707" pitchFamily="18" charset="2"/>
              <a:buNone/>
            </a:pPr>
            <a:r>
              <a:rPr lang="en-US" altLang="en-US" sz="2600" b="1">
                <a:latin typeface="Arial" panose="020B0604020202020204" pitchFamily="34" charset="0"/>
                <a:cs typeface="Arial" panose="020B0604020202020204" pitchFamily="34" charset="0"/>
              </a:rPr>
              <a:t>Yêu cầu đối với điện cực chỉ thị</a:t>
            </a:r>
          </a:p>
        </p:txBody>
      </p:sp>
      <p:sp>
        <p:nvSpPr>
          <p:cNvPr id="10" name="Content Placeholder 2"/>
          <p:cNvSpPr txBox="1">
            <a:spLocks/>
          </p:cNvSpPr>
          <p:nvPr/>
        </p:nvSpPr>
        <p:spPr bwMode="auto">
          <a:xfrm>
            <a:off x="1120775" y="842963"/>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buClr>
                <a:schemeClr val="accent1"/>
              </a:buClr>
              <a:buSzPct val="80000"/>
              <a:buFont typeface="Wingdings 2" panose="05020102010507070707" pitchFamily="18" charset="2"/>
              <a:buNone/>
            </a:pPr>
            <a:endParaRPr lang="en-US" altLang="en-US" sz="2200">
              <a:latin typeface="Arial" panose="020B0604020202020204" pitchFamily="34" charset="0"/>
              <a:cs typeface="Arial" panose="020B0604020202020204" pitchFamily="34" charset="0"/>
            </a:endParaRPr>
          </a:p>
        </p:txBody>
      </p:sp>
      <p:grpSp>
        <p:nvGrpSpPr>
          <p:cNvPr id="3" name="Group 12"/>
          <p:cNvGrpSpPr/>
          <p:nvPr/>
        </p:nvGrpSpPr>
        <p:grpSpPr>
          <a:xfrm>
            <a:off x="1511660" y="1700808"/>
            <a:ext cx="903089" cy="1639166"/>
            <a:chOff x="1" y="3058"/>
            <a:chExt cx="1147416" cy="1639166"/>
          </a:xfrm>
          <a:solidFill>
            <a:schemeClr val="bg2"/>
          </a:solidFill>
        </p:grpSpPr>
        <p:sp>
          <p:nvSpPr>
            <p:cNvPr id="29" name="Chevron 28"/>
            <p:cNvSpPr/>
            <p:nvPr/>
          </p:nvSpPr>
          <p:spPr>
            <a:xfrm rot="5400000">
              <a:off x="-245874" y="248933"/>
              <a:ext cx="1639166" cy="1147416"/>
            </a:xfrm>
            <a:prstGeom prst="chevron">
              <a:avLst/>
            </a:prstGeom>
            <a:grpFill/>
            <a:ln>
              <a:solidFill>
                <a:schemeClr val="tx2">
                  <a:lumMod val="20000"/>
                  <a:lumOff val="8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Chevron 4"/>
            <p:cNvSpPr/>
            <p:nvPr/>
          </p:nvSpPr>
          <p:spPr>
            <a:xfrm>
              <a:off x="1" y="576766"/>
              <a:ext cx="1147416" cy="491750"/>
            </a:xfrm>
            <a:prstGeom prst="rect">
              <a:avLst/>
            </a:prstGeom>
            <a:grpFill/>
            <a:ln>
              <a:solidFill>
                <a:schemeClr val="tx2">
                  <a:lumMod val="20000"/>
                  <a:lumOff val="80000"/>
                </a:schemeClr>
              </a:solidFill>
            </a:ln>
          </p:spPr>
          <p:style>
            <a:lnRef idx="0">
              <a:scrgbClr r="0" g="0" b="0"/>
            </a:lnRef>
            <a:fillRef idx="0">
              <a:scrgbClr r="0" g="0" b="0"/>
            </a:fillRef>
            <a:effectRef idx="0">
              <a:scrgbClr r="0" g="0" b="0"/>
            </a:effectRef>
            <a:fontRef idx="minor">
              <a:schemeClr val="lt1"/>
            </a:fontRef>
          </p:style>
          <p:txBody>
            <a:bodyPr lIns="21590" tIns="21590" rIns="21590" bIns="21590" spcCol="1270" anchor="ctr"/>
            <a:lstStyle/>
            <a:p>
              <a:pPr algn="ctr" defTabSz="1511300" eaLnBrk="1" fontAlgn="auto" hangingPunct="1">
                <a:lnSpc>
                  <a:spcPct val="90000"/>
                </a:lnSpc>
                <a:spcBef>
                  <a:spcPts val="0"/>
                </a:spcBef>
                <a:spcAft>
                  <a:spcPct val="35000"/>
                </a:spcAft>
                <a:defRPr/>
              </a:pPr>
              <a:r>
                <a:rPr lang="en-US" sz="2800" dirty="0">
                  <a:solidFill>
                    <a:schemeClr val="tx1"/>
                  </a:solidFill>
                  <a:latin typeface="Times New Roman" panose="02020603050405020304" pitchFamily="18" charset="0"/>
                  <a:cs typeface="Times New Roman" panose="02020603050405020304" pitchFamily="18" charset="0"/>
                </a:rPr>
                <a:t>1</a:t>
              </a:r>
            </a:p>
          </p:txBody>
        </p:sp>
      </p:grpSp>
      <p:grpSp>
        <p:nvGrpSpPr>
          <p:cNvPr id="64518" name="Group 13"/>
          <p:cNvGrpSpPr>
            <a:grpSpLocks/>
          </p:cNvGrpSpPr>
          <p:nvPr/>
        </p:nvGrpSpPr>
        <p:grpSpPr bwMode="auto">
          <a:xfrm>
            <a:off x="2659063" y="1851025"/>
            <a:ext cx="5954712" cy="1065213"/>
            <a:chOff x="1147416" y="3059"/>
            <a:chExt cx="7565551" cy="1065458"/>
          </a:xfrm>
        </p:grpSpPr>
        <p:sp>
          <p:nvSpPr>
            <p:cNvPr id="27" name="Round Same Side Corner Rectangle 26"/>
            <p:cNvSpPr/>
            <p:nvPr/>
          </p:nvSpPr>
          <p:spPr>
            <a:xfrm rot="5400000">
              <a:off x="4397462" y="-3246987"/>
              <a:ext cx="1065458" cy="7565551"/>
            </a:xfrm>
            <a:prstGeom prst="round2SameRect">
              <a:avLst/>
            </a:prstGeom>
            <a:ln>
              <a:solidFill>
                <a:schemeClr val="tx2">
                  <a:lumMod val="20000"/>
                  <a:lumOff val="8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8" name="Round Same Side Corner Rectangle 6"/>
            <p:cNvSpPr/>
            <p:nvPr/>
          </p:nvSpPr>
          <p:spPr>
            <a:xfrm>
              <a:off x="1147416" y="55459"/>
              <a:ext cx="7513110" cy="960658"/>
            </a:xfrm>
            <a:prstGeom prst="rect">
              <a:avLst/>
            </a:prstGeom>
            <a:ln>
              <a:solidFill>
                <a:schemeClr val="tx2">
                  <a:lumMod val="20000"/>
                  <a:lumOff val="80000"/>
                </a:schemeClr>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213360" tIns="19050" rIns="19050" bIns="19050" anchor="ctr"/>
            <a:lstStyle>
              <a:lvl1pPr marL="342900" indent="-342900" defTabSz="1333500">
                <a:defRPr>
                  <a:solidFill>
                    <a:schemeClr val="tx1"/>
                  </a:solidFill>
                  <a:latin typeface="Calibri" panose="020F0502020204030204" pitchFamily="34" charset="0"/>
                </a:defRPr>
              </a:lvl1pPr>
              <a:lvl2pPr defTabSz="1333500">
                <a:defRPr>
                  <a:solidFill>
                    <a:schemeClr val="tx1"/>
                  </a:solidFill>
                  <a:latin typeface="Calibri" panose="020F0502020204030204" pitchFamily="34" charset="0"/>
                </a:defRPr>
              </a:lvl2pPr>
              <a:lvl3pPr marL="1143000" indent="-228600" defTabSz="1333500">
                <a:defRPr>
                  <a:solidFill>
                    <a:schemeClr val="tx1"/>
                  </a:solidFill>
                  <a:latin typeface="Calibri" panose="020F0502020204030204" pitchFamily="34" charset="0"/>
                </a:defRPr>
              </a:lvl3pPr>
              <a:lvl4pPr marL="1600200" indent="-228600" defTabSz="1333500">
                <a:defRPr>
                  <a:solidFill>
                    <a:schemeClr val="tx1"/>
                  </a:solidFill>
                  <a:latin typeface="Calibri" panose="020F0502020204030204" pitchFamily="34" charset="0"/>
                </a:defRPr>
              </a:lvl4pPr>
              <a:lvl5pPr marL="2057400" indent="-228600" defTabSz="1333500">
                <a:defRPr>
                  <a:solidFill>
                    <a:schemeClr val="tx1"/>
                  </a:solidFill>
                  <a:latin typeface="Calibri" panose="020F0502020204030204" pitchFamily="34" charset="0"/>
                </a:defRPr>
              </a:lvl5pPr>
              <a:lvl6pPr marL="2514600" indent="-228600" defTabSz="1333500" eaLnBrk="0" fontAlgn="base" hangingPunct="0">
                <a:spcBef>
                  <a:spcPct val="0"/>
                </a:spcBef>
                <a:spcAft>
                  <a:spcPct val="0"/>
                </a:spcAft>
                <a:defRPr>
                  <a:solidFill>
                    <a:schemeClr val="tx1"/>
                  </a:solidFill>
                  <a:latin typeface="Calibri" panose="020F0502020204030204" pitchFamily="34" charset="0"/>
                </a:defRPr>
              </a:lvl6pPr>
              <a:lvl7pPr marL="2971800" indent="-228600" defTabSz="1333500" eaLnBrk="0" fontAlgn="base" hangingPunct="0">
                <a:spcBef>
                  <a:spcPct val="0"/>
                </a:spcBef>
                <a:spcAft>
                  <a:spcPct val="0"/>
                </a:spcAft>
                <a:defRPr>
                  <a:solidFill>
                    <a:schemeClr val="tx1"/>
                  </a:solidFill>
                  <a:latin typeface="Calibri" panose="020F0502020204030204" pitchFamily="34" charset="0"/>
                </a:defRPr>
              </a:lvl7pPr>
              <a:lvl8pPr marL="3429000" indent="-228600" defTabSz="1333500" eaLnBrk="0" fontAlgn="base" hangingPunct="0">
                <a:spcBef>
                  <a:spcPct val="0"/>
                </a:spcBef>
                <a:spcAft>
                  <a:spcPct val="0"/>
                </a:spcAft>
                <a:defRPr>
                  <a:solidFill>
                    <a:schemeClr val="tx1"/>
                  </a:solidFill>
                  <a:latin typeface="Calibri" panose="020F0502020204030204" pitchFamily="34" charset="0"/>
                </a:defRPr>
              </a:lvl8pPr>
              <a:lvl9pPr marL="3886200" indent="-228600" defTabSz="1333500" eaLnBrk="0" fontAlgn="base" hangingPunct="0">
                <a:spcBef>
                  <a:spcPct val="0"/>
                </a:spcBef>
                <a:spcAft>
                  <a:spcPct val="0"/>
                </a:spcAft>
                <a:defRPr>
                  <a:solidFill>
                    <a:schemeClr val="tx1"/>
                  </a:solidFill>
                  <a:latin typeface="Calibri" panose="020F0502020204030204" pitchFamily="34" charset="0"/>
                </a:defRPr>
              </a:lvl9pPr>
            </a:lstStyle>
            <a:p>
              <a:pPr marL="0" lvl="1" eaLnBrk="1" hangingPunct="1">
                <a:lnSpc>
                  <a:spcPct val="90000"/>
                </a:lnSpc>
                <a:spcAft>
                  <a:spcPct val="15000"/>
                </a:spcAft>
              </a:pPr>
              <a:r>
                <a:rPr lang="en-US" sz="2200">
                  <a:solidFill>
                    <a:srgbClr val="000000"/>
                  </a:solidFill>
                  <a:latin typeface="Arial" panose="020B0604020202020204" pitchFamily="34" charset="0"/>
                  <a:cs typeface="Arial" panose="020B0604020202020204" pitchFamily="34" charset="0"/>
                </a:rPr>
                <a:t>Cấu tạo và thiết bị đơn giản</a:t>
              </a:r>
            </a:p>
          </p:txBody>
        </p:sp>
      </p:grpSp>
      <p:grpSp>
        <p:nvGrpSpPr>
          <p:cNvPr id="5" name="Group 14"/>
          <p:cNvGrpSpPr/>
          <p:nvPr/>
        </p:nvGrpSpPr>
        <p:grpSpPr>
          <a:xfrm>
            <a:off x="1511660" y="3146418"/>
            <a:ext cx="903089" cy="1639166"/>
            <a:chOff x="1" y="1448668"/>
            <a:chExt cx="1147416" cy="1639166"/>
          </a:xfrm>
          <a:solidFill>
            <a:schemeClr val="bg2"/>
          </a:solidFill>
        </p:grpSpPr>
        <p:sp>
          <p:nvSpPr>
            <p:cNvPr id="25" name="Chevron 24"/>
            <p:cNvSpPr/>
            <p:nvPr/>
          </p:nvSpPr>
          <p:spPr>
            <a:xfrm rot="5400000">
              <a:off x="-245874" y="1694543"/>
              <a:ext cx="1639166" cy="1147416"/>
            </a:xfrm>
            <a:prstGeom prst="chevron">
              <a:avLst/>
            </a:prstGeom>
            <a:grpFill/>
            <a:ln>
              <a:solidFill>
                <a:schemeClr val="tx2">
                  <a:lumMod val="20000"/>
                  <a:lumOff val="8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Chevron 8"/>
            <p:cNvSpPr/>
            <p:nvPr/>
          </p:nvSpPr>
          <p:spPr>
            <a:xfrm>
              <a:off x="1" y="2022376"/>
              <a:ext cx="1147416" cy="491750"/>
            </a:xfrm>
            <a:prstGeom prst="rect">
              <a:avLst/>
            </a:prstGeom>
            <a:grpFill/>
            <a:ln>
              <a:solidFill>
                <a:schemeClr val="tx2">
                  <a:lumMod val="20000"/>
                  <a:lumOff val="80000"/>
                </a:schemeClr>
              </a:solidFill>
            </a:ln>
          </p:spPr>
          <p:style>
            <a:lnRef idx="0">
              <a:scrgbClr r="0" g="0" b="0"/>
            </a:lnRef>
            <a:fillRef idx="0">
              <a:scrgbClr r="0" g="0" b="0"/>
            </a:fillRef>
            <a:effectRef idx="0">
              <a:scrgbClr r="0" g="0" b="0"/>
            </a:effectRef>
            <a:fontRef idx="minor">
              <a:schemeClr val="lt1"/>
            </a:fontRef>
          </p:style>
          <p:txBody>
            <a:bodyPr lIns="21590" tIns="21590" rIns="21590" bIns="21590" spcCol="1270" anchor="ctr"/>
            <a:lstStyle/>
            <a:p>
              <a:pPr algn="ctr" defTabSz="1511300" eaLnBrk="1" fontAlgn="auto" hangingPunct="1">
                <a:lnSpc>
                  <a:spcPct val="90000"/>
                </a:lnSpc>
                <a:spcBef>
                  <a:spcPts val="0"/>
                </a:spcBef>
                <a:spcAft>
                  <a:spcPct val="35000"/>
                </a:spcAft>
                <a:defRPr/>
              </a:pPr>
              <a:r>
                <a:rPr lang="en-US" sz="2800" dirty="0">
                  <a:solidFill>
                    <a:schemeClr val="tx1"/>
                  </a:solidFill>
                  <a:latin typeface="Times New Roman" panose="02020603050405020304" pitchFamily="18" charset="0"/>
                  <a:cs typeface="Times New Roman" panose="02020603050405020304" pitchFamily="18" charset="0"/>
                </a:rPr>
                <a:t>2</a:t>
              </a:r>
            </a:p>
          </p:txBody>
        </p:sp>
      </p:grpSp>
      <p:grpSp>
        <p:nvGrpSpPr>
          <p:cNvPr id="64520" name="Group 15"/>
          <p:cNvGrpSpPr>
            <a:grpSpLocks/>
          </p:cNvGrpSpPr>
          <p:nvPr/>
        </p:nvGrpSpPr>
        <p:grpSpPr bwMode="auto">
          <a:xfrm>
            <a:off x="2659063" y="3297238"/>
            <a:ext cx="5954712" cy="1065212"/>
            <a:chOff x="1147416" y="1448670"/>
            <a:chExt cx="7565551" cy="1065458"/>
          </a:xfrm>
        </p:grpSpPr>
        <p:sp>
          <p:nvSpPr>
            <p:cNvPr id="23" name="Round Same Side Corner Rectangle 22"/>
            <p:cNvSpPr/>
            <p:nvPr/>
          </p:nvSpPr>
          <p:spPr>
            <a:xfrm rot="5400000">
              <a:off x="4397463" y="-1801377"/>
              <a:ext cx="1065458" cy="7565551"/>
            </a:xfrm>
            <a:prstGeom prst="round2SameRect">
              <a:avLst/>
            </a:prstGeom>
            <a:ln>
              <a:solidFill>
                <a:schemeClr val="tx2">
                  <a:lumMod val="20000"/>
                  <a:lumOff val="8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4" name="Round Same Side Corner Rectangle 10"/>
            <p:cNvSpPr/>
            <p:nvPr/>
          </p:nvSpPr>
          <p:spPr>
            <a:xfrm>
              <a:off x="1147416" y="1501069"/>
              <a:ext cx="7513110" cy="960660"/>
            </a:xfrm>
            <a:prstGeom prst="rect">
              <a:avLst/>
            </a:prstGeom>
            <a:ln>
              <a:solidFill>
                <a:schemeClr val="tx2">
                  <a:lumMod val="20000"/>
                  <a:lumOff val="80000"/>
                </a:schemeClr>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213360" tIns="19050" rIns="19050" bIns="19050" spcCol="1270" anchor="ctr"/>
            <a:lstStyle/>
            <a:p>
              <a:pPr marL="0" lvl="1" defTabSz="1333500" eaLnBrk="1" fontAlgn="auto" hangingPunct="1">
                <a:lnSpc>
                  <a:spcPct val="90000"/>
                </a:lnSpc>
                <a:spcBef>
                  <a:spcPts val="0"/>
                </a:spcBef>
                <a:spcAft>
                  <a:spcPct val="15000"/>
                </a:spcAft>
                <a:defRPr/>
              </a:pPr>
              <a:r>
                <a:rPr lang="en-US" sz="2200" dirty="0" err="1">
                  <a:latin typeface="Arial" panose="020B0604020202020204" pitchFamily="34" charset="0"/>
                  <a:cs typeface="Arial" panose="020B0604020202020204" pitchFamily="34" charset="0"/>
                </a:rPr>
                <a:t>Thế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thiết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lập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nhanh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có</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lặp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lại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cao</a:t>
              </a:r>
              <a:endParaRPr lang="en-US" sz="2200" dirty="0">
                <a:latin typeface="Arial" panose="020B0604020202020204" pitchFamily="34" charset="0"/>
                <a:cs typeface="Arial" panose="020B0604020202020204" pitchFamily="34" charset="0"/>
              </a:endParaRPr>
            </a:p>
          </p:txBody>
        </p:sp>
      </p:grpSp>
      <p:grpSp>
        <p:nvGrpSpPr>
          <p:cNvPr id="7" name="Group 16"/>
          <p:cNvGrpSpPr/>
          <p:nvPr/>
        </p:nvGrpSpPr>
        <p:grpSpPr>
          <a:xfrm>
            <a:off x="1511660" y="4592028"/>
            <a:ext cx="903089" cy="1639166"/>
            <a:chOff x="1" y="2894278"/>
            <a:chExt cx="1147416" cy="1639166"/>
          </a:xfrm>
          <a:solidFill>
            <a:schemeClr val="bg2"/>
          </a:solidFill>
        </p:grpSpPr>
        <p:sp>
          <p:nvSpPr>
            <p:cNvPr id="21" name="Chevron 20"/>
            <p:cNvSpPr/>
            <p:nvPr/>
          </p:nvSpPr>
          <p:spPr>
            <a:xfrm rot="5400000">
              <a:off x="-245874" y="3140153"/>
              <a:ext cx="1639166" cy="1147416"/>
            </a:xfrm>
            <a:prstGeom prst="chevron">
              <a:avLst/>
            </a:prstGeom>
            <a:grpFill/>
            <a:ln>
              <a:solidFill>
                <a:schemeClr val="tx2">
                  <a:lumMod val="20000"/>
                  <a:lumOff val="80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2" name="Chevron 12"/>
            <p:cNvSpPr/>
            <p:nvPr/>
          </p:nvSpPr>
          <p:spPr>
            <a:xfrm>
              <a:off x="1" y="3467986"/>
              <a:ext cx="1147416" cy="491750"/>
            </a:xfrm>
            <a:prstGeom prst="rect">
              <a:avLst/>
            </a:prstGeom>
            <a:grpFill/>
            <a:ln>
              <a:solidFill>
                <a:schemeClr val="tx2">
                  <a:lumMod val="20000"/>
                  <a:lumOff val="80000"/>
                </a:schemeClr>
              </a:solidFill>
            </a:ln>
          </p:spPr>
          <p:style>
            <a:lnRef idx="0">
              <a:scrgbClr r="0" g="0" b="0"/>
            </a:lnRef>
            <a:fillRef idx="0">
              <a:scrgbClr r="0" g="0" b="0"/>
            </a:fillRef>
            <a:effectRef idx="0">
              <a:scrgbClr r="0" g="0" b="0"/>
            </a:effectRef>
            <a:fontRef idx="minor">
              <a:schemeClr val="lt1"/>
            </a:fontRef>
          </p:style>
          <p:txBody>
            <a:bodyPr lIns="21590" tIns="21590" rIns="21590" bIns="21590" spcCol="1270" anchor="ctr"/>
            <a:lstStyle/>
            <a:p>
              <a:pPr algn="ctr" defTabSz="1511300" eaLnBrk="1" fontAlgn="auto" hangingPunct="1">
                <a:lnSpc>
                  <a:spcPct val="90000"/>
                </a:lnSpc>
                <a:spcBef>
                  <a:spcPts val="0"/>
                </a:spcBef>
                <a:spcAft>
                  <a:spcPct val="35000"/>
                </a:spcAft>
                <a:defRPr/>
              </a:pPr>
              <a:r>
                <a:rPr lang="en-US" sz="2800" dirty="0">
                  <a:solidFill>
                    <a:schemeClr val="tx1"/>
                  </a:solidFill>
                  <a:latin typeface="Times New Roman" panose="02020603050405020304" pitchFamily="18" charset="0"/>
                  <a:cs typeface="Times New Roman" panose="02020603050405020304" pitchFamily="18" charset="0"/>
                </a:rPr>
                <a:t>3</a:t>
              </a:r>
            </a:p>
          </p:txBody>
        </p:sp>
      </p:grpSp>
      <p:grpSp>
        <p:nvGrpSpPr>
          <p:cNvPr id="64522" name="Group 17"/>
          <p:cNvGrpSpPr>
            <a:grpSpLocks/>
          </p:cNvGrpSpPr>
          <p:nvPr/>
        </p:nvGrpSpPr>
        <p:grpSpPr bwMode="auto">
          <a:xfrm>
            <a:off x="2659063" y="4741863"/>
            <a:ext cx="5954712" cy="1135062"/>
            <a:chOff x="1147416" y="2894280"/>
            <a:chExt cx="7565551" cy="1065458"/>
          </a:xfrm>
        </p:grpSpPr>
        <p:sp>
          <p:nvSpPr>
            <p:cNvPr id="19" name="Round Same Side Corner Rectangle 18"/>
            <p:cNvSpPr/>
            <p:nvPr/>
          </p:nvSpPr>
          <p:spPr>
            <a:xfrm rot="5400000">
              <a:off x="4397463" y="-355767"/>
              <a:ext cx="1065458" cy="7565551"/>
            </a:xfrm>
            <a:prstGeom prst="round2SameRect">
              <a:avLst/>
            </a:prstGeom>
            <a:ln>
              <a:solidFill>
                <a:schemeClr val="tx2">
                  <a:lumMod val="20000"/>
                  <a:lumOff val="8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Round Same Side Corner Rectangle 14"/>
            <p:cNvSpPr/>
            <p:nvPr/>
          </p:nvSpPr>
          <p:spPr>
            <a:xfrm>
              <a:off x="1147416" y="2946435"/>
              <a:ext cx="7513110" cy="961148"/>
            </a:xfrm>
            <a:prstGeom prst="rect">
              <a:avLst/>
            </a:prstGeom>
            <a:ln>
              <a:solidFill>
                <a:schemeClr val="tx2">
                  <a:lumMod val="20000"/>
                  <a:lumOff val="80000"/>
                </a:schemeClr>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213360" tIns="19050" rIns="19050" bIns="1905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defRPr/>
              </a:pPr>
              <a:r>
                <a:rPr lang="en-US" sz="2200" smtClean="0">
                  <a:solidFill>
                    <a:srgbClr val="000000"/>
                  </a:solidFill>
                  <a:latin typeface="Arial" panose="020B0604020202020204" pitchFamily="34" charset="0"/>
                  <a:cs typeface="Arial" panose="020B0604020202020204" pitchFamily="34" charset="0"/>
                </a:rPr>
                <a:t>Điện cực phải thuận nghịch, thế của điện cực phải tuân theo pt Nernst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nvSpPr>
        <p:spPr bwMode="auto">
          <a:xfrm>
            <a:off x="2165350" y="0"/>
            <a:ext cx="5719763"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 typeface="Wingdings 2" panose="05020102010507070707" pitchFamily="18" charset="2"/>
              <a:buNone/>
              <a:defRPr/>
            </a:pPr>
            <a:r>
              <a:rPr lang="en-US" altLang="en-US" sz="2600" b="1" smtClean="0">
                <a:latin typeface="Arial" panose="020B0604020202020204" pitchFamily="34" charset="0"/>
                <a:cs typeface="Arial" panose="020B0604020202020204" pitchFamily="34" charset="0"/>
              </a:rPr>
              <a:t>Phân loại điện cực chỉ thị (TL)</a:t>
            </a:r>
          </a:p>
        </p:txBody>
      </p:sp>
      <p:sp>
        <p:nvSpPr>
          <p:cNvPr id="49" name="TextBox 48"/>
          <p:cNvSpPr txBox="1">
            <a:spLocks noChangeArrowheads="1"/>
          </p:cNvSpPr>
          <p:nvPr/>
        </p:nvSpPr>
        <p:spPr bwMode="auto">
          <a:xfrm>
            <a:off x="1258888" y="404813"/>
            <a:ext cx="7777162"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Tx/>
              <a:buAutoNum type="arabicPeriod"/>
            </a:pPr>
            <a:r>
              <a:rPr lang="en-US" sz="2200"/>
              <a:t>Điện cực trơ</a:t>
            </a:r>
          </a:p>
          <a:p>
            <a:pPr eaLnBrk="1" hangingPunct="1">
              <a:buFontTx/>
              <a:buAutoNum type="arabicPeriod"/>
            </a:pPr>
            <a:r>
              <a:rPr lang="en-US" sz="2200"/>
              <a:t>Điện cực kim loại</a:t>
            </a:r>
          </a:p>
          <a:p>
            <a:pPr eaLnBrk="1" hangingPunct="1">
              <a:buFont typeface="Wingdings" panose="05000000000000000000" pitchFamily="2" charset="2"/>
              <a:buChar char="§"/>
            </a:pPr>
            <a:r>
              <a:rPr lang="en-US" sz="2200"/>
              <a:t>Điện cực loại 1</a:t>
            </a:r>
          </a:p>
          <a:p>
            <a:pPr eaLnBrk="1" hangingPunct="1">
              <a:buFont typeface="Wingdings" panose="05000000000000000000" pitchFamily="2" charset="2"/>
              <a:buChar char="§"/>
            </a:pPr>
            <a:r>
              <a:rPr lang="en-US" sz="2200"/>
              <a:t>Điện cực loại 2</a:t>
            </a:r>
          </a:p>
          <a:p>
            <a:pPr eaLnBrk="1" hangingPunct="1">
              <a:buFont typeface="Wingdings" panose="05000000000000000000" pitchFamily="2" charset="2"/>
              <a:buChar char="§"/>
            </a:pPr>
            <a:r>
              <a:rPr lang="en-US" sz="2200"/>
              <a:t>Điện cực loại 3</a:t>
            </a:r>
          </a:p>
          <a:p>
            <a:pPr eaLnBrk="1" hangingPunct="1">
              <a:buFont typeface="Wingdings" panose="05000000000000000000" pitchFamily="2" charset="2"/>
              <a:buChar char="§"/>
            </a:pPr>
            <a:r>
              <a:rPr lang="en-US" sz="2200"/>
              <a:t>Điện cực oxi hóa khử</a:t>
            </a:r>
          </a:p>
          <a:p>
            <a:pPr eaLnBrk="1" hangingPunct="1"/>
            <a:r>
              <a:rPr lang="en-US" sz="2200"/>
              <a:t>3. Điện cực chỉ thị acid – baz</a:t>
            </a:r>
          </a:p>
          <a:p>
            <a:pPr eaLnBrk="1" hangingPunct="1">
              <a:buFont typeface="Wingdings" panose="05000000000000000000" pitchFamily="2" charset="2"/>
              <a:buChar char="§"/>
            </a:pPr>
            <a:r>
              <a:rPr lang="en-US" sz="2200"/>
              <a:t>Điện cực hidro</a:t>
            </a:r>
          </a:p>
          <a:p>
            <a:pPr eaLnBrk="1" hangingPunct="1">
              <a:buFont typeface="Wingdings" panose="05000000000000000000" pitchFamily="2" charset="2"/>
              <a:buChar char="§"/>
            </a:pPr>
            <a:r>
              <a:rPr lang="en-US" sz="2200"/>
              <a:t>Điện cực angtimon-angtimon(III)hidroxit</a:t>
            </a:r>
          </a:p>
          <a:p>
            <a:pPr eaLnBrk="1" hangingPunct="1">
              <a:buFont typeface="Wingdings" panose="05000000000000000000" pitchFamily="2" charset="2"/>
              <a:buChar char="§"/>
            </a:pPr>
            <a:r>
              <a:rPr lang="en-US" sz="2200"/>
              <a:t>Điện cực quinhidron</a:t>
            </a:r>
          </a:p>
          <a:p>
            <a:pPr eaLnBrk="1" hangingPunct="1"/>
            <a:r>
              <a:rPr lang="en-US" sz="2200"/>
              <a:t>3.4. Điện cực màng</a:t>
            </a:r>
          </a:p>
          <a:p>
            <a:pPr eaLnBrk="1" hangingPunct="1">
              <a:buFont typeface="Wingdings" panose="05000000000000000000" pitchFamily="2" charset="2"/>
              <a:buChar char="§"/>
            </a:pPr>
            <a:r>
              <a:rPr lang="en-US" sz="2200"/>
              <a:t>Điện cực thủy tinh</a:t>
            </a:r>
          </a:p>
          <a:p>
            <a:pPr eaLnBrk="1" hangingPunct="1">
              <a:buFont typeface="Wingdings" panose="05000000000000000000" pitchFamily="2" charset="2"/>
              <a:buChar char="§"/>
            </a:pPr>
            <a:r>
              <a:rPr lang="en-US" sz="2200"/>
              <a:t>Điện cực màng chọn lọc ion</a:t>
            </a:r>
          </a:p>
          <a:p>
            <a:pPr eaLnBrk="1" hangingPunct="1">
              <a:buFont typeface="Wingdings" panose="05000000000000000000" pitchFamily="2" charset="2"/>
              <a:buChar char="ü"/>
            </a:pPr>
            <a:r>
              <a:rPr lang="en-US" sz="2200"/>
              <a:t>Điên cực dùng màng rắn và màng thủy tinh: màng rắn đồng thể, màng rắn dị thể </a:t>
            </a:r>
          </a:p>
          <a:p>
            <a:pPr eaLnBrk="1" hangingPunct="1">
              <a:buFont typeface="Wingdings" panose="05000000000000000000" pitchFamily="2" charset="2"/>
              <a:buChar char="ü"/>
            </a:pPr>
            <a:r>
              <a:rPr lang="en-US" sz="2200"/>
              <a:t>Điện cực dung màng lỏng</a:t>
            </a:r>
          </a:p>
          <a:p>
            <a:pPr eaLnBrk="1" hangingPunct="1">
              <a:buFont typeface="Wingdings" panose="05000000000000000000" pitchFamily="2" charset="2"/>
              <a:buChar char="ü"/>
            </a:pPr>
            <a:r>
              <a:rPr lang="en-US" sz="2200"/>
              <a:t>Điện cực chọn lọc phân tử khí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circle(in)">
                                      <p:cBhvr>
                                        <p:cTn id="7"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66838" y="188913"/>
            <a:ext cx="3925887"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loại</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1</a:t>
            </a:r>
          </a:p>
        </p:txBody>
      </p:sp>
      <p:sp>
        <p:nvSpPr>
          <p:cNvPr id="66563" name="Text Box 4"/>
          <p:cNvSpPr txBox="1">
            <a:spLocks noChangeArrowheads="1"/>
          </p:cNvSpPr>
          <p:nvPr/>
        </p:nvSpPr>
        <p:spPr bwMode="auto">
          <a:xfrm>
            <a:off x="1312863" y="1036638"/>
            <a:ext cx="7454900"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25000"/>
              </a:spcBef>
            </a:pPr>
            <a:r>
              <a:rPr lang="en-US" altLang="zh-CN" sz="2300" b="1">
                <a:latin typeface="Arial" panose="020B0604020202020204" pitchFamily="34" charset="0"/>
                <a:cs typeface="Arial" panose="020B0604020202020204" pitchFamily="34" charset="0"/>
              </a:rPr>
              <a:t>Điện cực kim loại loại 1</a:t>
            </a:r>
            <a:r>
              <a:rPr lang="en-US" altLang="zh-CN" sz="2300">
                <a:latin typeface="Arial" panose="020B0604020202020204" pitchFamily="34" charset="0"/>
                <a:cs typeface="Arial" panose="020B0604020202020204" pitchFamily="34" charset="0"/>
              </a:rPr>
              <a:t>: Được cấu tạo gồm dây </a:t>
            </a:r>
            <a:r>
              <a:rPr lang="en-US" altLang="zh-CN" sz="2300" b="1">
                <a:latin typeface="Arial" panose="020B0604020202020204" pitchFamily="34" charset="0"/>
                <a:cs typeface="Arial" panose="020B0604020202020204" pitchFamily="34" charset="0"/>
              </a:rPr>
              <a:t>kim loại M</a:t>
            </a:r>
            <a:r>
              <a:rPr lang="en-US" altLang="zh-CN" sz="2300">
                <a:latin typeface="Arial" panose="020B0604020202020204" pitchFamily="34" charset="0"/>
                <a:cs typeface="Arial" panose="020B0604020202020204" pitchFamily="34" charset="0"/>
              </a:rPr>
              <a:t> và dung dịch </a:t>
            </a:r>
            <a:r>
              <a:rPr lang="en-US" altLang="zh-CN" sz="2300" b="1">
                <a:latin typeface="Arial" panose="020B0604020202020204" pitchFamily="34" charset="0"/>
                <a:cs typeface="Arial" panose="020B0604020202020204" pitchFamily="34" charset="0"/>
              </a:rPr>
              <a:t>muối tan </a:t>
            </a:r>
            <a:r>
              <a:rPr lang="en-US" altLang="zh-CN" sz="2300">
                <a:latin typeface="Arial" panose="020B0604020202020204" pitchFamily="34" charset="0"/>
                <a:cs typeface="Arial" panose="020B0604020202020204" pitchFamily="34" charset="0"/>
              </a:rPr>
              <a:t>của kim loại (M</a:t>
            </a:r>
            <a:r>
              <a:rPr lang="en-US" altLang="zh-CN" sz="2300" baseline="30000">
                <a:latin typeface="Arial" panose="020B0604020202020204" pitchFamily="34" charset="0"/>
                <a:cs typeface="Arial" panose="020B0604020202020204" pitchFamily="34" charset="0"/>
              </a:rPr>
              <a:t>n+</a:t>
            </a:r>
            <a:r>
              <a:rPr lang="en-US" altLang="zh-CN" sz="2300">
                <a:latin typeface="Arial" panose="020B0604020202020204" pitchFamily="34" charset="0"/>
                <a:cs typeface="Arial" panose="020B0604020202020204" pitchFamily="34" charset="0"/>
              </a:rPr>
              <a:t>). </a:t>
            </a:r>
            <a:r>
              <a:rPr lang="en-US" altLang="zh-CN" sz="2300" b="1">
                <a:latin typeface="Arial" panose="020B0604020202020204" pitchFamily="34" charset="0"/>
                <a:cs typeface="Arial" panose="020B0604020202020204" pitchFamily="34" charset="0"/>
              </a:rPr>
              <a:t>Thế</a:t>
            </a:r>
            <a:r>
              <a:rPr lang="en-US" altLang="zh-CN" sz="2300">
                <a:latin typeface="Arial" panose="020B0604020202020204" pitchFamily="34" charset="0"/>
                <a:cs typeface="Arial" panose="020B0604020202020204" pitchFamily="34" charset="0"/>
              </a:rPr>
              <a:t> của điện cực phụ thuộc vào </a:t>
            </a:r>
            <a:r>
              <a:rPr lang="en-US" altLang="zh-CN" sz="2300" b="1">
                <a:latin typeface="Arial" panose="020B0604020202020204" pitchFamily="34" charset="0"/>
                <a:cs typeface="Arial" panose="020B0604020202020204" pitchFamily="34" charset="0"/>
              </a:rPr>
              <a:t>hoạt độ của ion M</a:t>
            </a:r>
            <a:r>
              <a:rPr lang="en-US" altLang="zh-CN" sz="2300" b="1" baseline="30000">
                <a:latin typeface="Arial" panose="020B0604020202020204" pitchFamily="34" charset="0"/>
                <a:cs typeface="Arial" panose="020B0604020202020204" pitchFamily="34" charset="0"/>
              </a:rPr>
              <a:t>n+</a:t>
            </a:r>
            <a:r>
              <a:rPr lang="en-US" altLang="zh-CN" sz="2300" b="1">
                <a:latin typeface="Arial" panose="020B0604020202020204" pitchFamily="34" charset="0"/>
                <a:cs typeface="Arial" panose="020B0604020202020204" pitchFamily="34" charset="0"/>
              </a:rPr>
              <a:t>, </a:t>
            </a:r>
          </a:p>
          <a:p>
            <a:pPr algn="just" eaLnBrk="1" hangingPunct="1">
              <a:lnSpc>
                <a:spcPct val="135000"/>
              </a:lnSpc>
              <a:spcBef>
                <a:spcPct val="25000"/>
              </a:spcBef>
            </a:pPr>
            <a:r>
              <a:rPr lang="en-US" altLang="zh-CN" sz="2300">
                <a:latin typeface="Arial" panose="020B0604020202020204" pitchFamily="34" charset="0"/>
                <a:cs typeface="Arial" panose="020B0604020202020204" pitchFamily="34" charset="0"/>
              </a:rPr>
              <a:t>Dùng </a:t>
            </a:r>
            <a:r>
              <a:rPr lang="en-US" altLang="zh-CN" sz="2300" b="1">
                <a:latin typeface="Arial" panose="020B0604020202020204" pitchFamily="34" charset="0"/>
                <a:cs typeface="Arial" panose="020B0604020202020204" pitchFamily="34" charset="0"/>
              </a:rPr>
              <a:t>xác định cation</a:t>
            </a:r>
            <a:r>
              <a:rPr lang="en-US" altLang="zh-CN" sz="2300">
                <a:latin typeface="Arial" panose="020B0604020202020204" pitchFamily="34" charset="0"/>
                <a:cs typeface="Arial" panose="020B0604020202020204" pitchFamily="34" charset="0"/>
              </a:rPr>
              <a:t>.</a:t>
            </a:r>
          </a:p>
          <a:p>
            <a:pPr algn="just" eaLnBrk="1" hangingPunct="1">
              <a:lnSpc>
                <a:spcPct val="135000"/>
              </a:lnSpc>
              <a:spcBef>
                <a:spcPct val="25000"/>
              </a:spcBef>
            </a:pPr>
            <a:r>
              <a:rPr lang="en-US" altLang="zh-CN" sz="2300">
                <a:latin typeface="Arial" panose="020B0604020202020204" pitchFamily="34" charset="0"/>
                <a:cs typeface="Arial" panose="020B0604020202020204" pitchFamily="34" charset="0"/>
              </a:rPr>
              <a:t>	Dạng tổng quát:  M/M</a:t>
            </a:r>
            <a:r>
              <a:rPr lang="en-US" altLang="zh-CN" sz="2300" baseline="30000">
                <a:latin typeface="Arial" panose="020B0604020202020204" pitchFamily="34" charset="0"/>
                <a:cs typeface="Arial" panose="020B0604020202020204" pitchFamily="34" charset="0"/>
              </a:rPr>
              <a:t>n+</a:t>
            </a:r>
            <a:r>
              <a:rPr lang="en-US" altLang="zh-CN" sz="2300">
                <a:latin typeface="Arial" panose="020B0604020202020204" pitchFamily="34" charset="0"/>
                <a:cs typeface="Arial" panose="020B0604020202020204" pitchFamily="34" charset="0"/>
              </a:rPr>
              <a:t> (vd: Ag/Ag</a:t>
            </a:r>
            <a:r>
              <a:rPr lang="en-US" altLang="zh-CN" sz="2300" baseline="30000">
                <a:latin typeface="Arial" panose="020B0604020202020204" pitchFamily="34" charset="0"/>
                <a:cs typeface="Arial" panose="020B0604020202020204" pitchFamily="34" charset="0"/>
              </a:rPr>
              <a:t>+</a:t>
            </a:r>
            <a:r>
              <a:rPr lang="en-US" altLang="zh-CN" sz="2300">
                <a:latin typeface="Arial" panose="020B0604020202020204" pitchFamily="34" charset="0"/>
                <a:cs typeface="Arial" panose="020B0604020202020204" pitchFamily="34" charset="0"/>
              </a:rPr>
              <a:t>)</a:t>
            </a:r>
          </a:p>
          <a:p>
            <a:pPr algn="just" eaLnBrk="1" hangingPunct="1">
              <a:lnSpc>
                <a:spcPct val="135000"/>
              </a:lnSpc>
              <a:spcBef>
                <a:spcPct val="25000"/>
              </a:spcBef>
            </a:pPr>
            <a:r>
              <a:rPr lang="en-US" altLang="zh-CN" sz="2300">
                <a:latin typeface="Arial" panose="020B0604020202020204" pitchFamily="34" charset="0"/>
                <a:cs typeface="Arial" panose="020B0604020202020204" pitchFamily="34" charset="0"/>
              </a:rPr>
              <a:t>	Phản ứng điện cực: M</a:t>
            </a:r>
            <a:r>
              <a:rPr lang="en-US" altLang="zh-CN" sz="2300" baseline="30000">
                <a:latin typeface="Arial" panose="020B0604020202020204" pitchFamily="34" charset="0"/>
                <a:cs typeface="Arial" panose="020B0604020202020204" pitchFamily="34" charset="0"/>
              </a:rPr>
              <a:t>n+</a:t>
            </a:r>
            <a:r>
              <a:rPr lang="en-US" altLang="zh-CN" sz="2300">
                <a:latin typeface="Arial" panose="020B0604020202020204" pitchFamily="34" charset="0"/>
                <a:cs typeface="Arial" panose="020B0604020202020204" pitchFamily="34" charset="0"/>
              </a:rPr>
              <a:t> + ne</a:t>
            </a:r>
            <a:r>
              <a:rPr lang="en-US" altLang="zh-CN" sz="2300" baseline="30000">
                <a:latin typeface="Arial" panose="020B0604020202020204" pitchFamily="34" charset="0"/>
                <a:cs typeface="Arial" panose="020B0604020202020204" pitchFamily="34" charset="0"/>
              </a:rPr>
              <a:t>-</a:t>
            </a:r>
            <a:r>
              <a:rPr lang="en-US" altLang="zh-CN" sz="2300">
                <a:latin typeface="Arial" panose="020B0604020202020204" pitchFamily="34" charset="0"/>
                <a:cs typeface="Arial" panose="020B0604020202020204" pitchFamily="34" charset="0"/>
              </a:rPr>
              <a:t> </a:t>
            </a:r>
            <a:r>
              <a:rPr lang="en-US" altLang="zh-CN" sz="2300">
                <a:latin typeface="Arial" panose="020B0604020202020204" pitchFamily="34" charset="0"/>
                <a:cs typeface="Arial" panose="020B0604020202020204" pitchFamily="34" charset="0"/>
                <a:sym typeface="Symbol" panose="05050102010706020507" pitchFamily="18" charset="2"/>
              </a:rPr>
              <a:t> M	</a:t>
            </a:r>
          </a:p>
        </p:txBody>
      </p:sp>
      <p:sp>
        <p:nvSpPr>
          <p:cNvPr id="6656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E554835-5005-4045-B959-5786F4C3861F}" type="slidenum">
              <a:rPr lang="en-US" altLang="ru-RU">
                <a:solidFill>
                  <a:srgbClr val="FFFFFF"/>
                </a:solidFill>
                <a:latin typeface="Arial" panose="020B0604020202020204" pitchFamily="34" charset="0"/>
                <a:cs typeface="Arial" panose="020B0604020202020204" pitchFamily="34" charset="0"/>
              </a:rPr>
              <a:pPr/>
              <a:t>53</a:t>
            </a:fld>
            <a:endParaRPr lang="en-US" altLang="ru-RU">
              <a:solidFill>
                <a:srgbClr val="FFFFFF"/>
              </a:solidFill>
              <a:latin typeface="Arial" panose="020B0604020202020204" pitchFamily="34" charset="0"/>
              <a:cs typeface="Arial" panose="020B0604020202020204" pitchFamily="34" charset="0"/>
            </a:endParaRPr>
          </a:p>
        </p:txBody>
      </p:sp>
      <p:pic>
        <p:nvPicPr>
          <p:cNvPr id="6656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724400"/>
            <a:ext cx="424815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4"/>
          <p:cNvSpPr txBox="1">
            <a:spLocks noChangeArrowheads="1"/>
          </p:cNvSpPr>
          <p:nvPr/>
        </p:nvSpPr>
        <p:spPr bwMode="auto">
          <a:xfrm>
            <a:off x="1290638" y="1217613"/>
            <a:ext cx="7529512"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25000"/>
              </a:spcBef>
            </a:pPr>
            <a:r>
              <a:rPr lang="en-US" altLang="zh-CN" sz="2400">
                <a:latin typeface="Arial" panose="020B0604020202020204" pitchFamily="34" charset="0"/>
                <a:cs typeface="Arial" panose="020B0604020202020204" pitchFamily="34" charset="0"/>
              </a:rPr>
              <a:t>- Dùng </a:t>
            </a:r>
            <a:r>
              <a:rPr lang="en-US" altLang="zh-CN" sz="2400" b="1">
                <a:latin typeface="Arial" panose="020B0604020202020204" pitchFamily="34" charset="0"/>
                <a:cs typeface="Arial" panose="020B0604020202020204" pitchFamily="34" charset="0"/>
              </a:rPr>
              <a:t>xác định anion</a:t>
            </a:r>
            <a:r>
              <a:rPr lang="en-US" altLang="zh-CN" sz="2400">
                <a:latin typeface="Arial" panose="020B0604020202020204" pitchFamily="34" charset="0"/>
                <a:cs typeface="Arial" panose="020B0604020202020204" pitchFamily="34" charset="0"/>
              </a:rPr>
              <a:t>.</a:t>
            </a:r>
          </a:p>
          <a:p>
            <a:pPr algn="just" eaLnBrk="1" hangingPunct="1">
              <a:lnSpc>
                <a:spcPct val="135000"/>
              </a:lnSpc>
              <a:spcBef>
                <a:spcPct val="25000"/>
              </a:spcBef>
            </a:pPr>
            <a:r>
              <a:rPr lang="en-US" altLang="zh-CN" sz="2400" b="1">
                <a:latin typeface="Arial" panose="020B0604020202020204" pitchFamily="34" charset="0"/>
                <a:cs typeface="Arial" panose="020B0604020202020204" pitchFamily="34" charset="0"/>
              </a:rPr>
              <a:t>- Cấu tạo</a:t>
            </a:r>
            <a:r>
              <a:rPr lang="en-US" altLang="zh-CN" sz="2400">
                <a:latin typeface="Arial" panose="020B0604020202020204" pitchFamily="34" charset="0"/>
                <a:cs typeface="Arial" panose="020B0604020202020204" pitchFamily="34" charset="0"/>
              </a:rPr>
              <a:t>: gồm </a:t>
            </a:r>
            <a:r>
              <a:rPr lang="en-US" altLang="zh-CN" sz="2400" b="1">
                <a:latin typeface="Arial" panose="020B0604020202020204" pitchFamily="34" charset="0"/>
                <a:cs typeface="Arial" panose="020B0604020202020204" pitchFamily="34" charset="0"/>
              </a:rPr>
              <a:t>dây kim loại </a:t>
            </a:r>
            <a:r>
              <a:rPr lang="en-US" altLang="zh-CN" sz="2400">
                <a:latin typeface="Arial" panose="020B0604020202020204" pitchFamily="34" charset="0"/>
                <a:cs typeface="Arial" panose="020B0604020202020204" pitchFamily="34" charset="0"/>
              </a:rPr>
              <a:t>có phủ một </a:t>
            </a:r>
            <a:r>
              <a:rPr lang="en-US" altLang="zh-CN" sz="2400" b="1">
                <a:latin typeface="Arial" panose="020B0604020202020204" pitchFamily="34" charset="0"/>
                <a:cs typeface="Arial" panose="020B0604020202020204" pitchFamily="34" charset="0"/>
              </a:rPr>
              <a:t>lớp muối ít tan</a:t>
            </a:r>
            <a:r>
              <a:rPr lang="en-US" altLang="zh-CN" sz="2400">
                <a:latin typeface="Arial" panose="020B0604020202020204" pitchFamily="34" charset="0"/>
                <a:cs typeface="Arial" panose="020B0604020202020204" pitchFamily="34" charset="0"/>
              </a:rPr>
              <a:t> của kim loại đó và dung dịch muối có chứa anion muối ít tan.</a:t>
            </a:r>
          </a:p>
          <a:p>
            <a:pPr algn="just" eaLnBrk="1" hangingPunct="1">
              <a:lnSpc>
                <a:spcPct val="135000"/>
              </a:lnSpc>
              <a:spcBef>
                <a:spcPct val="25000"/>
              </a:spcBef>
            </a:pPr>
            <a:r>
              <a:rPr lang="en-US" altLang="zh-CN" sz="2400">
                <a:latin typeface="Arial" panose="020B0604020202020204" pitchFamily="34" charset="0"/>
                <a:cs typeface="Arial" panose="020B0604020202020204" pitchFamily="34" charset="0"/>
              </a:rPr>
              <a:t>	Dạng tổng quát:  M, MX</a:t>
            </a:r>
            <a:r>
              <a:rPr lang="en-US" altLang="zh-CN" sz="2400" baseline="-25000">
                <a:latin typeface="Arial" panose="020B0604020202020204" pitchFamily="34" charset="0"/>
                <a:cs typeface="Arial" panose="020B0604020202020204" pitchFamily="34" charset="0"/>
              </a:rPr>
              <a:t>n</a:t>
            </a:r>
            <a:r>
              <a:rPr lang="en-US" altLang="zh-CN" sz="2400">
                <a:latin typeface="Arial" panose="020B0604020202020204" pitchFamily="34" charset="0"/>
                <a:cs typeface="Arial" panose="020B0604020202020204" pitchFamily="34" charset="0"/>
              </a:rPr>
              <a:t>(r)// X</a:t>
            </a:r>
            <a:r>
              <a:rPr lang="en-US" altLang="zh-CN" sz="2400" baseline="30000">
                <a:latin typeface="Arial" panose="020B0604020202020204" pitchFamily="34" charset="0"/>
                <a:cs typeface="Arial" panose="020B0604020202020204" pitchFamily="34" charset="0"/>
              </a:rPr>
              <a:t>-</a:t>
            </a:r>
            <a:r>
              <a:rPr lang="en-US" altLang="zh-CN" sz="2400">
                <a:latin typeface="Arial" panose="020B0604020202020204" pitchFamily="34" charset="0"/>
                <a:cs typeface="Arial" panose="020B0604020202020204" pitchFamily="34" charset="0"/>
              </a:rPr>
              <a:t>(dd) </a:t>
            </a:r>
          </a:p>
          <a:p>
            <a:pPr algn="just" eaLnBrk="1" hangingPunct="1">
              <a:lnSpc>
                <a:spcPct val="135000"/>
              </a:lnSpc>
              <a:spcBef>
                <a:spcPct val="25000"/>
              </a:spcBef>
            </a:pPr>
            <a:r>
              <a:rPr lang="en-US" altLang="zh-CN" sz="2400">
                <a:latin typeface="Arial" panose="020B0604020202020204" pitchFamily="34" charset="0"/>
                <a:cs typeface="Arial" panose="020B0604020202020204" pitchFamily="34" charset="0"/>
              </a:rPr>
              <a:t>	Phản ứng điện cực:  MX + ne- </a:t>
            </a:r>
            <a:r>
              <a:rPr lang="en-US" altLang="zh-CN" sz="2400">
                <a:latin typeface="Arial" panose="020B0604020202020204" pitchFamily="34" charset="0"/>
                <a:cs typeface="Arial" panose="020B0604020202020204" pitchFamily="34" charset="0"/>
                <a:sym typeface="Symbol" panose="05050102010706020507" pitchFamily="18" charset="2"/>
              </a:rPr>
              <a:t> M + nX</a:t>
            </a:r>
            <a:r>
              <a:rPr lang="en-US" altLang="zh-CN" sz="2400" baseline="30000">
                <a:latin typeface="Arial" panose="020B0604020202020204" pitchFamily="34" charset="0"/>
                <a:cs typeface="Arial" panose="020B0604020202020204" pitchFamily="34" charset="0"/>
                <a:sym typeface="Symbol" panose="05050102010706020507" pitchFamily="18" charset="2"/>
              </a:rPr>
              <a:t>-</a:t>
            </a:r>
            <a:endParaRPr lang="en-US" altLang="zh-CN" sz="2400">
              <a:latin typeface="Arial" panose="020B0604020202020204" pitchFamily="34" charset="0"/>
              <a:cs typeface="Arial" panose="020B0604020202020204" pitchFamily="34" charset="0"/>
              <a:sym typeface="Symbol" panose="05050102010706020507" pitchFamily="18" charset="2"/>
            </a:endParaRPr>
          </a:p>
        </p:txBody>
      </p:sp>
      <p:sp>
        <p:nvSpPr>
          <p:cNvPr id="67587" name="Rectangle 9"/>
          <p:cNvSpPr>
            <a:spLocks noChangeArrowheads="1"/>
          </p:cNvSpPr>
          <p:nvPr/>
        </p:nvSpPr>
        <p:spPr bwMode="auto">
          <a:xfrm>
            <a:off x="3932238" y="4868863"/>
            <a:ext cx="2214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800">
                <a:latin typeface="Times New Roman" panose="02020603050405020304" pitchFamily="18" charset="0"/>
                <a:ea typeface="MS Gothic" panose="020B0609070205080204" pitchFamily="49" charset="-128"/>
                <a:cs typeface="Times New Roman" panose="02020603050405020304" pitchFamily="18" charset="0"/>
              </a:rPr>
              <a:t>Ag/AgX/X</a:t>
            </a:r>
            <a:r>
              <a:rPr lang="en-US" altLang="zh-CN" sz="2800" baseline="30000">
                <a:latin typeface="Times New Roman" panose="02020603050405020304" pitchFamily="18" charset="0"/>
                <a:ea typeface="MS Gothic" panose="020B0609070205080204" pitchFamily="49" charset="-128"/>
                <a:cs typeface="Times New Roman" panose="02020603050405020304" pitchFamily="18" charset="0"/>
              </a:rPr>
              <a:t>-</a:t>
            </a:r>
            <a:endParaRPr lang="zh-CN" altLang="en-US" sz="2800">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6758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56D5360-A470-4559-AD76-D24324A17D38}" type="slidenum">
              <a:rPr lang="en-US" altLang="ru-RU">
                <a:solidFill>
                  <a:srgbClr val="FFFFFF"/>
                </a:solidFill>
                <a:latin typeface="Arial" panose="020B0604020202020204" pitchFamily="34" charset="0"/>
                <a:cs typeface="Arial" panose="020B0604020202020204" pitchFamily="34" charset="0"/>
              </a:rPr>
              <a:pPr/>
              <a:t>54</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1366838" y="188913"/>
            <a:ext cx="4068762"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b.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loại</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2</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0" name="Object 102"/>
          <p:cNvGraphicFramePr>
            <a:graphicFrameLocks noGrp="1" noChangeAspect="1"/>
          </p:cNvGraphicFramePr>
          <p:nvPr/>
        </p:nvGraphicFramePr>
        <p:xfrm>
          <a:off x="2339975" y="1381125"/>
          <a:ext cx="5678488" cy="2335213"/>
        </p:xfrm>
        <a:graphic>
          <a:graphicData uri="http://schemas.openxmlformats.org/presentationml/2006/ole">
            <mc:AlternateContent xmlns:mc="http://schemas.openxmlformats.org/markup-compatibility/2006">
              <mc:Choice xmlns:v="urn:schemas-microsoft-com:vml" Requires="v">
                <p:oleObj spid="_x0000_s68615" name="Equation" r:id="rId3" imgW="2654300" imgH="1092200" progId="">
                  <p:embed/>
                </p:oleObj>
              </mc:Choice>
              <mc:Fallback>
                <p:oleObj name="Equation" r:id="rId3" imgW="2654300" imgH="1092200" progId="">
                  <p:embed/>
                  <p:pic>
                    <p:nvPicPr>
                      <p:cNvPr id="0" name="Object 10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381125"/>
                        <a:ext cx="5678488"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1" name="Rectangle 6"/>
          <p:cNvSpPr>
            <a:spLocks noChangeArrowheads="1"/>
          </p:cNvSpPr>
          <p:nvPr/>
        </p:nvSpPr>
        <p:spPr bwMode="auto">
          <a:xfrm>
            <a:off x="2627313" y="739775"/>
            <a:ext cx="413226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06400" indent="-406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25000"/>
              </a:spcBef>
            </a:pPr>
            <a:r>
              <a:rPr lang="en-US" altLang="zh-CN" sz="2800">
                <a:latin typeface="Times New Roman" panose="02020603050405020304" pitchFamily="18" charset="0"/>
                <a:cs typeface="Times New Roman" panose="02020603050405020304" pitchFamily="18" charset="0"/>
                <a:sym typeface="Symbol" panose="05050102010706020507" pitchFamily="18" charset="2"/>
              </a:rPr>
              <a:t>	Thế của điện cực loại 2: </a:t>
            </a:r>
            <a:endParaRPr lang="en-US" altLang="zh-CN" sz="2800">
              <a:latin typeface="Times New Roman" panose="02020603050405020304" pitchFamily="18" charset="0"/>
              <a:cs typeface="Times New Roman" panose="02020603050405020304" pitchFamily="18" charset="0"/>
            </a:endParaRPr>
          </a:p>
        </p:txBody>
      </p:sp>
      <p:sp>
        <p:nvSpPr>
          <p:cNvPr id="68612" name="Text Box 4"/>
          <p:cNvSpPr txBox="1">
            <a:spLocks noChangeArrowheads="1"/>
          </p:cNvSpPr>
          <p:nvPr/>
        </p:nvSpPr>
        <p:spPr bwMode="auto">
          <a:xfrm>
            <a:off x="1212850" y="3873500"/>
            <a:ext cx="7920038"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altLang="ru-RU" sz="2300">
                <a:latin typeface="Arial" panose="020B0604020202020204" pitchFamily="34" charset="0"/>
                <a:cs typeface="Arial" panose="020B0604020202020204" pitchFamily="34" charset="0"/>
              </a:rPr>
              <a:t>Điện cực clorua bạc Ag</a:t>
            </a:r>
            <a:r>
              <a:rPr lang="en-US" altLang="ru-RU" sz="2300">
                <a:latin typeface="Arial" panose="020B0604020202020204" pitchFamily="34" charset="0"/>
                <a:cs typeface="Arial" panose="020B0604020202020204" pitchFamily="34" charset="0"/>
                <a:sym typeface="Symbol" panose="05050102010706020507" pitchFamily="18" charset="2"/>
              </a:rPr>
              <a:t>AgCl, KCl</a:t>
            </a:r>
            <a:r>
              <a:rPr lang="en-US" altLang="ru-RU" sz="2300">
                <a:latin typeface="Arial" panose="020B0604020202020204" pitchFamily="34" charset="0"/>
                <a:cs typeface="Arial" panose="020B0604020202020204" pitchFamily="34" charset="0"/>
              </a:rPr>
              <a:t> </a:t>
            </a:r>
          </a:p>
          <a:p>
            <a:pPr algn="just" eaLnBrk="1" hangingPunct="1">
              <a:lnSpc>
                <a:spcPct val="120000"/>
              </a:lnSpc>
              <a:spcBef>
                <a:spcPts val="600"/>
              </a:spcBef>
              <a:spcAft>
                <a:spcPts val="600"/>
              </a:spcAft>
              <a:buFont typeface="Wingdings" panose="05000000000000000000" pitchFamily="2" charset="2"/>
              <a:buChar char="§"/>
            </a:pPr>
            <a:r>
              <a:rPr lang="en-US" altLang="ru-RU" sz="2300">
                <a:latin typeface="Arial" panose="020B0604020202020204" pitchFamily="34" charset="0"/>
                <a:cs typeface="Arial" panose="020B0604020202020204" pitchFamily="34" charset="0"/>
              </a:rPr>
              <a:t>Điện cực calomen Hg</a:t>
            </a:r>
            <a:r>
              <a:rPr lang="en-US" altLang="ru-RU" sz="2300">
                <a:latin typeface="Arial" panose="020B0604020202020204" pitchFamily="34" charset="0"/>
                <a:cs typeface="Arial" panose="020B0604020202020204" pitchFamily="34" charset="0"/>
                <a:sym typeface="Symbol" panose="05050102010706020507" pitchFamily="18" charset="2"/>
              </a:rPr>
              <a:t>Hg</a:t>
            </a:r>
            <a:r>
              <a:rPr lang="en-US" altLang="ru-RU" sz="2300" baseline="-25000">
                <a:latin typeface="Arial" panose="020B0604020202020204" pitchFamily="34" charset="0"/>
                <a:cs typeface="Arial" panose="020B0604020202020204" pitchFamily="34" charset="0"/>
                <a:sym typeface="Symbol" panose="05050102010706020507" pitchFamily="18" charset="2"/>
              </a:rPr>
              <a:t>2</a:t>
            </a:r>
            <a:r>
              <a:rPr lang="en-US" altLang="ru-RU" sz="2300">
                <a:latin typeface="Arial" panose="020B0604020202020204" pitchFamily="34" charset="0"/>
                <a:cs typeface="Arial" panose="020B0604020202020204" pitchFamily="34" charset="0"/>
                <a:sym typeface="Symbol" panose="05050102010706020507" pitchFamily="18" charset="2"/>
              </a:rPr>
              <a:t>Cl</a:t>
            </a:r>
            <a:r>
              <a:rPr lang="en-US" altLang="ru-RU" sz="2300" baseline="-25000">
                <a:latin typeface="Arial" panose="020B0604020202020204" pitchFamily="34" charset="0"/>
                <a:cs typeface="Arial" panose="020B0604020202020204" pitchFamily="34" charset="0"/>
                <a:sym typeface="Symbol" panose="05050102010706020507" pitchFamily="18" charset="2"/>
              </a:rPr>
              <a:t>2</a:t>
            </a:r>
            <a:r>
              <a:rPr lang="en-US" altLang="ru-RU" sz="2300">
                <a:latin typeface="Arial" panose="020B0604020202020204" pitchFamily="34" charset="0"/>
                <a:cs typeface="Arial" panose="020B0604020202020204" pitchFamily="34" charset="0"/>
                <a:sym typeface="Symbol" panose="05050102010706020507" pitchFamily="18" charset="2"/>
              </a:rPr>
              <a:t>, KCl</a:t>
            </a:r>
            <a:r>
              <a:rPr lang="en-US" altLang="ru-RU" sz="2300">
                <a:latin typeface="Arial" panose="020B0604020202020204" pitchFamily="34" charset="0"/>
                <a:cs typeface="Arial" panose="020B0604020202020204" pitchFamily="34" charset="0"/>
              </a:rPr>
              <a:t> </a:t>
            </a:r>
          </a:p>
          <a:p>
            <a:pPr algn="just" eaLnBrk="1" hangingPunct="1">
              <a:lnSpc>
                <a:spcPct val="120000"/>
              </a:lnSpc>
              <a:spcBef>
                <a:spcPts val="600"/>
              </a:spcBef>
              <a:spcAft>
                <a:spcPts val="600"/>
              </a:spcAft>
              <a:buFont typeface="Wingdings" panose="05000000000000000000" pitchFamily="2" charset="2"/>
              <a:buChar char="§"/>
            </a:pPr>
            <a:r>
              <a:rPr lang="en-US" altLang="ru-RU" sz="2300">
                <a:latin typeface="Arial" panose="020B0604020202020204" pitchFamily="34" charset="0"/>
                <a:cs typeface="Arial" panose="020B0604020202020204" pitchFamily="34" charset="0"/>
              </a:rPr>
              <a:t>Điện cực thủy ngân sunfat Hg</a:t>
            </a:r>
            <a:r>
              <a:rPr lang="en-US" altLang="ru-RU" sz="2300">
                <a:latin typeface="Arial" panose="020B0604020202020204" pitchFamily="34" charset="0"/>
                <a:cs typeface="Arial" panose="020B0604020202020204" pitchFamily="34" charset="0"/>
                <a:sym typeface="Symbol" panose="05050102010706020507" pitchFamily="18" charset="2"/>
              </a:rPr>
              <a:t>Hg</a:t>
            </a:r>
            <a:r>
              <a:rPr lang="en-US" altLang="ru-RU" sz="2300" baseline="-25000">
                <a:latin typeface="Arial" panose="020B0604020202020204" pitchFamily="34" charset="0"/>
                <a:cs typeface="Arial" panose="020B0604020202020204" pitchFamily="34" charset="0"/>
                <a:sym typeface="Symbol" panose="05050102010706020507" pitchFamily="18" charset="2"/>
              </a:rPr>
              <a:t>2</a:t>
            </a:r>
            <a:r>
              <a:rPr lang="en-US" altLang="ru-RU" sz="2300">
                <a:latin typeface="Arial" panose="020B0604020202020204" pitchFamily="34" charset="0"/>
                <a:cs typeface="Arial" panose="020B0604020202020204" pitchFamily="34" charset="0"/>
                <a:sym typeface="Symbol" panose="05050102010706020507" pitchFamily="18" charset="2"/>
              </a:rPr>
              <a:t>SO</a:t>
            </a:r>
            <a:r>
              <a:rPr lang="en-US" altLang="ru-RU" sz="2300" baseline="-25000">
                <a:latin typeface="Arial" panose="020B0604020202020204" pitchFamily="34" charset="0"/>
                <a:cs typeface="Arial" panose="020B0604020202020204" pitchFamily="34" charset="0"/>
                <a:sym typeface="Symbol" panose="05050102010706020507" pitchFamily="18" charset="2"/>
              </a:rPr>
              <a:t>4</a:t>
            </a:r>
            <a:r>
              <a:rPr lang="en-US" altLang="ru-RU" sz="2300">
                <a:latin typeface="Arial" panose="020B0604020202020204" pitchFamily="34" charset="0"/>
                <a:cs typeface="Arial" panose="020B0604020202020204" pitchFamily="34" charset="0"/>
                <a:sym typeface="Symbol" panose="05050102010706020507" pitchFamily="18" charset="2"/>
              </a:rPr>
              <a:t>, H</a:t>
            </a:r>
            <a:r>
              <a:rPr lang="en-US" altLang="ru-RU" sz="2300" baseline="-25000">
                <a:latin typeface="Arial" panose="020B0604020202020204" pitchFamily="34" charset="0"/>
                <a:cs typeface="Arial" panose="020B0604020202020204" pitchFamily="34" charset="0"/>
                <a:sym typeface="Symbol" panose="05050102010706020507" pitchFamily="18" charset="2"/>
              </a:rPr>
              <a:t>2</a:t>
            </a:r>
            <a:r>
              <a:rPr lang="en-US" altLang="ru-RU" sz="2300">
                <a:latin typeface="Arial" panose="020B0604020202020204" pitchFamily="34" charset="0"/>
                <a:cs typeface="Arial" panose="020B0604020202020204" pitchFamily="34" charset="0"/>
                <a:sym typeface="Symbol" panose="05050102010706020507" pitchFamily="18" charset="2"/>
              </a:rPr>
              <a:t>SO</a:t>
            </a:r>
            <a:r>
              <a:rPr lang="en-US" altLang="ru-RU" sz="2300" baseline="-25000">
                <a:latin typeface="Arial" panose="020B0604020202020204" pitchFamily="34" charset="0"/>
                <a:cs typeface="Arial" panose="020B0604020202020204" pitchFamily="34" charset="0"/>
                <a:sym typeface="Symbol" panose="05050102010706020507" pitchFamily="18" charset="2"/>
              </a:rPr>
              <a:t>4</a:t>
            </a:r>
            <a:r>
              <a:rPr lang="en-US" altLang="ru-RU" sz="2300">
                <a:latin typeface="Arial" panose="020B0604020202020204" pitchFamily="34" charset="0"/>
                <a:cs typeface="Arial" panose="020B0604020202020204" pitchFamily="34" charset="0"/>
              </a:rPr>
              <a:t> </a:t>
            </a:r>
          </a:p>
          <a:p>
            <a:pPr algn="just" eaLnBrk="1" hangingPunct="1">
              <a:lnSpc>
                <a:spcPct val="120000"/>
              </a:lnSpc>
              <a:spcBef>
                <a:spcPts val="600"/>
              </a:spcBef>
              <a:spcAft>
                <a:spcPts val="600"/>
              </a:spcAft>
              <a:buFont typeface="Wingdings" panose="05000000000000000000" pitchFamily="2" charset="2"/>
              <a:buChar char="§"/>
            </a:pPr>
            <a:r>
              <a:rPr lang="en-US" altLang="ru-RU" sz="2300">
                <a:latin typeface="Arial" panose="020B0604020202020204" pitchFamily="34" charset="0"/>
                <a:cs typeface="Arial" panose="020B0604020202020204" pitchFamily="34" charset="0"/>
              </a:rPr>
              <a:t>Điện cực antimon Sb</a:t>
            </a:r>
            <a:r>
              <a:rPr lang="en-US" altLang="ru-RU" sz="2300">
                <a:latin typeface="Arial" panose="020B0604020202020204" pitchFamily="34" charset="0"/>
                <a:cs typeface="Arial" panose="020B0604020202020204" pitchFamily="34" charset="0"/>
                <a:sym typeface="Symbol" panose="05050102010706020507" pitchFamily="18" charset="2"/>
              </a:rPr>
              <a:t>Sb</a:t>
            </a:r>
            <a:r>
              <a:rPr lang="en-US" altLang="ru-RU" sz="2300" baseline="-25000">
                <a:latin typeface="Arial" panose="020B0604020202020204" pitchFamily="34" charset="0"/>
                <a:cs typeface="Arial" panose="020B0604020202020204" pitchFamily="34" charset="0"/>
                <a:sym typeface="Symbol" panose="05050102010706020507" pitchFamily="18" charset="2"/>
              </a:rPr>
              <a:t>2</a:t>
            </a:r>
            <a:r>
              <a:rPr lang="en-US" altLang="ru-RU" sz="2300">
                <a:latin typeface="Arial" panose="020B0604020202020204" pitchFamily="34" charset="0"/>
                <a:cs typeface="Arial" panose="020B0604020202020204" pitchFamily="34" charset="0"/>
                <a:sym typeface="Symbol" panose="05050102010706020507" pitchFamily="18" charset="2"/>
              </a:rPr>
              <a:t>O</a:t>
            </a:r>
            <a:r>
              <a:rPr lang="en-US" altLang="ru-RU" sz="2300" baseline="-25000">
                <a:latin typeface="Arial" panose="020B0604020202020204" pitchFamily="34" charset="0"/>
                <a:cs typeface="Arial" panose="020B0604020202020204" pitchFamily="34" charset="0"/>
                <a:sym typeface="Symbol" panose="05050102010706020507" pitchFamily="18" charset="2"/>
              </a:rPr>
              <a:t>3</a:t>
            </a:r>
            <a:r>
              <a:rPr lang="en-US" altLang="ru-RU" sz="2300">
                <a:latin typeface="Arial" panose="020B0604020202020204" pitchFamily="34" charset="0"/>
                <a:cs typeface="Arial" panose="020B0604020202020204" pitchFamily="34" charset="0"/>
                <a:sym typeface="Symbol" panose="05050102010706020507" pitchFamily="18" charset="2"/>
              </a:rPr>
              <a:t>, H</a:t>
            </a:r>
            <a:r>
              <a:rPr lang="en-US" altLang="ru-RU" sz="2300" baseline="30000">
                <a:latin typeface="Arial" panose="020B0604020202020204" pitchFamily="34" charset="0"/>
                <a:cs typeface="Arial" panose="020B0604020202020204" pitchFamily="34" charset="0"/>
                <a:sym typeface="Symbol" panose="05050102010706020507" pitchFamily="18" charset="2"/>
              </a:rPr>
              <a:t>+</a:t>
            </a:r>
            <a:r>
              <a:rPr lang="en-US" altLang="ru-RU" sz="2300">
                <a:latin typeface="Arial" panose="020B0604020202020204" pitchFamily="34" charset="0"/>
                <a:cs typeface="Arial" panose="020B0604020202020204" pitchFamily="34" charset="0"/>
                <a:sym typeface="Symbol" panose="05050102010706020507" pitchFamily="18" charset="2"/>
              </a:rPr>
              <a:t> hay </a:t>
            </a:r>
            <a:r>
              <a:rPr lang="en-US" altLang="ru-RU" sz="2300">
                <a:latin typeface="Arial" panose="020B0604020202020204" pitchFamily="34" charset="0"/>
                <a:cs typeface="Arial" panose="020B0604020202020204" pitchFamily="34" charset="0"/>
              </a:rPr>
              <a:t>Sb</a:t>
            </a:r>
            <a:r>
              <a:rPr lang="en-US" altLang="ru-RU" sz="2300">
                <a:latin typeface="Arial" panose="020B0604020202020204" pitchFamily="34" charset="0"/>
                <a:cs typeface="Arial" panose="020B0604020202020204" pitchFamily="34" charset="0"/>
                <a:sym typeface="Symbol" panose="05050102010706020507" pitchFamily="18" charset="2"/>
              </a:rPr>
              <a:t>Sb(OH)</a:t>
            </a:r>
            <a:r>
              <a:rPr lang="en-US" altLang="ru-RU" sz="2300" baseline="-25000">
                <a:latin typeface="Arial" panose="020B0604020202020204" pitchFamily="34" charset="0"/>
                <a:cs typeface="Arial" panose="020B0604020202020204" pitchFamily="34" charset="0"/>
                <a:sym typeface="Symbol" panose="05050102010706020507" pitchFamily="18" charset="2"/>
              </a:rPr>
              <a:t>3</a:t>
            </a:r>
            <a:r>
              <a:rPr lang="en-US" altLang="ru-RU" sz="2300">
                <a:latin typeface="Arial" panose="020B0604020202020204" pitchFamily="34" charset="0"/>
                <a:cs typeface="Arial" panose="020B0604020202020204" pitchFamily="34" charset="0"/>
                <a:sym typeface="Symbol" panose="05050102010706020507" pitchFamily="18" charset="2"/>
              </a:rPr>
              <a:t>, H</a:t>
            </a:r>
            <a:r>
              <a:rPr lang="en-US" altLang="ru-RU" sz="2300" baseline="30000">
                <a:latin typeface="Arial" panose="020B0604020202020204" pitchFamily="34" charset="0"/>
                <a:cs typeface="Arial" panose="020B0604020202020204" pitchFamily="34" charset="0"/>
                <a:sym typeface="Symbol" panose="05050102010706020507" pitchFamily="18" charset="2"/>
              </a:rPr>
              <a:t>+</a:t>
            </a:r>
            <a:r>
              <a:rPr lang="en-US" altLang="ru-RU" sz="2300">
                <a:latin typeface="Arial" panose="020B0604020202020204" pitchFamily="34" charset="0"/>
                <a:cs typeface="Arial" panose="020B0604020202020204" pitchFamily="34" charset="0"/>
                <a:sym typeface="Symbol" panose="05050102010706020507" pitchFamily="18" charset="2"/>
              </a:rPr>
              <a:t> </a:t>
            </a:r>
            <a:endParaRPr lang="en-US" altLang="ru-RU" sz="2300">
              <a:latin typeface="Arial" panose="020B0604020202020204" pitchFamily="34" charset="0"/>
              <a:cs typeface="Arial" panose="020B0604020202020204" pitchFamily="34" charset="0"/>
            </a:endParaRPr>
          </a:p>
        </p:txBody>
      </p:sp>
      <p:sp>
        <p:nvSpPr>
          <p:cNvPr id="6861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E4250B6-EA6D-4BB8-886F-0EE07BCD35F4}" type="slidenum">
              <a:rPr lang="en-US" altLang="ru-RU">
                <a:solidFill>
                  <a:srgbClr val="FFFFFF"/>
                </a:solidFill>
                <a:latin typeface="Arial" panose="020B0604020202020204" pitchFamily="34" charset="0"/>
                <a:cs typeface="Arial" panose="020B0604020202020204" pitchFamily="34" charset="0"/>
              </a:rPr>
              <a:pPr/>
              <a:t>55</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1366838" y="188913"/>
            <a:ext cx="4357687"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b.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loại</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2</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141413" y="1581150"/>
            <a:ext cx="7823200"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Gồm 1 dậy Pt nhúng trong kim loại Hg và dung dịch HgY</a:t>
            </a:r>
            <a:r>
              <a:rPr lang="en-US" altLang="ru-RU" sz="2400" baseline="30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 </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Dùng xác định các cation tạo phức với H</a:t>
            </a:r>
            <a:r>
              <a:rPr lang="en-US" altLang="ru-RU" sz="2400" baseline="-25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Y</a:t>
            </a:r>
            <a:r>
              <a:rPr lang="en-US" altLang="ru-RU" sz="2400" baseline="30000">
                <a:latin typeface="Arial" panose="020B0604020202020204" pitchFamily="34" charset="0"/>
                <a:cs typeface="Arial" panose="020B0604020202020204" pitchFamily="34" charset="0"/>
              </a:rPr>
              <a:t>2-</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Ví dụ: Hg/HgY</a:t>
            </a:r>
            <a:r>
              <a:rPr lang="en-US" altLang="ru-RU" sz="2400" baseline="30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,MY</a:t>
            </a:r>
            <a:r>
              <a:rPr lang="en-US" altLang="ru-RU" sz="2400" baseline="30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//M</a:t>
            </a:r>
            <a:r>
              <a:rPr lang="en-US" altLang="ru-RU" sz="2400" baseline="30000">
                <a:latin typeface="Arial" panose="020B0604020202020204" pitchFamily="34" charset="0"/>
                <a:cs typeface="Arial" panose="020B0604020202020204" pitchFamily="34" charset="0"/>
              </a:rPr>
              <a:t>2+ </a:t>
            </a:r>
            <a:endParaRPr lang="en-US" altLang="ru-RU" sz="2400">
              <a:latin typeface="Arial" panose="020B0604020202020204" pitchFamily="34" charset="0"/>
              <a:cs typeface="Arial" panose="020B0604020202020204" pitchFamily="34" charset="0"/>
            </a:endParaRPr>
          </a:p>
        </p:txBody>
      </p:sp>
      <p:sp>
        <p:nvSpPr>
          <p:cNvPr id="6963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D33B402-BCE5-4D12-B5E4-94F0E322B13C}" type="slidenum">
              <a:rPr lang="en-US" altLang="ru-RU">
                <a:solidFill>
                  <a:srgbClr val="FFFFFF"/>
                </a:solidFill>
                <a:latin typeface="Arial" panose="020B0604020202020204" pitchFamily="34" charset="0"/>
                <a:cs typeface="Arial" panose="020B0604020202020204" pitchFamily="34" charset="0"/>
              </a:rPr>
              <a:pPr/>
              <a:t>56</a:t>
            </a:fld>
            <a:endParaRPr lang="en-US" altLang="ru-RU">
              <a:solidFill>
                <a:srgbClr val="FFFFFF"/>
              </a:solidFill>
              <a:latin typeface="Arial" panose="020B0604020202020204" pitchFamily="34" charset="0"/>
              <a:cs typeface="Arial" panose="020B0604020202020204" pitchFamily="34" charset="0"/>
            </a:endParaRPr>
          </a:p>
        </p:txBody>
      </p:sp>
      <p:sp>
        <p:nvSpPr>
          <p:cNvPr id="5" name="Rectangle 4"/>
          <p:cNvSpPr/>
          <p:nvPr/>
        </p:nvSpPr>
        <p:spPr>
          <a:xfrm>
            <a:off x="1366838" y="188913"/>
            <a:ext cx="4141787"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c.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loại</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4"/>
          <p:cNvSpPr txBox="1">
            <a:spLocks noChangeArrowheads="1"/>
          </p:cNvSpPr>
          <p:nvPr/>
        </p:nvSpPr>
        <p:spPr bwMode="auto">
          <a:xfrm>
            <a:off x="611188" y="1246188"/>
            <a:ext cx="8099425"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668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400">
                <a:latin typeface="Arial" panose="020B0604020202020204" pitchFamily="34" charset="0"/>
                <a:cs typeface="Arial" panose="020B0604020202020204" pitchFamily="34" charset="0"/>
              </a:rPr>
              <a:t>Gồm một điện cực kim loại trơ nhúng trong dung dịch chứa hai dạng oxi hoá và khử của chất xác định.</a:t>
            </a:r>
          </a:p>
          <a:p>
            <a:pPr algn="just" eaLnBrk="1" hangingPunct="1">
              <a:spcBef>
                <a:spcPts val="600"/>
              </a:spcBef>
            </a:pPr>
            <a:r>
              <a:rPr lang="en-US" altLang="zh-CN" sz="2400">
                <a:latin typeface="Arial" panose="020B0604020202020204" pitchFamily="34" charset="0"/>
                <a:cs typeface="Arial" panose="020B0604020202020204" pitchFamily="34" charset="0"/>
              </a:rPr>
              <a:t>Dạng tổng quát:  </a:t>
            </a:r>
            <a:r>
              <a:rPr lang="en-US" altLang="zh-CN" sz="2400" b="1">
                <a:latin typeface="Arial" panose="020B0604020202020204" pitchFamily="34" charset="0"/>
                <a:cs typeface="Arial" panose="020B0604020202020204" pitchFamily="34" charset="0"/>
              </a:rPr>
              <a:t>Pt</a:t>
            </a:r>
            <a:r>
              <a:rPr lang="en-US" altLang="zh-CN" sz="2400">
                <a:latin typeface="Arial" panose="020B0604020202020204" pitchFamily="34" charset="0"/>
                <a:cs typeface="Arial" panose="020B0604020202020204" pitchFamily="34" charset="0"/>
              </a:rPr>
              <a:t>/Red, Ox 		</a:t>
            </a:r>
          </a:p>
          <a:p>
            <a:pPr algn="just" eaLnBrk="1" hangingPunct="1">
              <a:spcBef>
                <a:spcPts val="600"/>
              </a:spcBef>
              <a:buFont typeface="Wingdings" panose="05000000000000000000" pitchFamily="2" charset="2"/>
              <a:buChar char="§"/>
            </a:pPr>
            <a:r>
              <a:rPr lang="en-US" altLang="zh-CN" sz="2400">
                <a:latin typeface="Arial" panose="020B0604020202020204" pitchFamily="34" charset="0"/>
                <a:cs typeface="Arial" panose="020B0604020202020204" pitchFamily="34" charset="0"/>
              </a:rPr>
              <a:t> Phản ứng điện cực: Ox + ne</a:t>
            </a:r>
            <a:r>
              <a:rPr lang="en-US" altLang="zh-CN" sz="2400" baseline="30000">
                <a:latin typeface="Arial" panose="020B0604020202020204" pitchFamily="34" charset="0"/>
                <a:cs typeface="Arial" panose="020B0604020202020204" pitchFamily="34" charset="0"/>
              </a:rPr>
              <a:t>-</a:t>
            </a:r>
            <a:r>
              <a:rPr lang="en-US" altLang="zh-CN" sz="2400">
                <a:latin typeface="Arial" panose="020B0604020202020204" pitchFamily="34" charset="0"/>
                <a:cs typeface="Arial" panose="020B0604020202020204" pitchFamily="34" charset="0"/>
              </a:rPr>
              <a:t> </a:t>
            </a:r>
            <a:r>
              <a:rPr lang="en-US" altLang="zh-CN" sz="2400">
                <a:latin typeface="Arial" panose="020B0604020202020204" pitchFamily="34" charset="0"/>
                <a:cs typeface="Arial" panose="020B0604020202020204" pitchFamily="34" charset="0"/>
                <a:sym typeface="Symbol" panose="05050102010706020507" pitchFamily="18" charset="2"/>
              </a:rPr>
              <a:t> Red</a:t>
            </a:r>
          </a:p>
          <a:p>
            <a:pPr algn="just" eaLnBrk="1" hangingPunct="1">
              <a:spcBef>
                <a:spcPts val="600"/>
              </a:spcBef>
              <a:buFont typeface="Wingdings" panose="05000000000000000000" pitchFamily="2" charset="2"/>
              <a:buChar char="§"/>
            </a:pPr>
            <a:r>
              <a:rPr lang="en-US" altLang="zh-CN" sz="2400">
                <a:latin typeface="Arial" panose="020B0604020202020204" pitchFamily="34" charset="0"/>
                <a:cs typeface="Arial" panose="020B0604020202020204" pitchFamily="34" charset="0"/>
                <a:sym typeface="Symbol" panose="05050102010706020507" pitchFamily="18" charset="2"/>
              </a:rPr>
              <a:t> Thế của điện oxi hoá khử: </a:t>
            </a:r>
            <a:endParaRPr lang="en-US" altLang="zh-CN" sz="2400">
              <a:latin typeface="Arial" panose="020B0604020202020204" pitchFamily="34" charset="0"/>
              <a:cs typeface="Arial" panose="020B0604020202020204" pitchFamily="34" charset="0"/>
            </a:endParaRPr>
          </a:p>
        </p:txBody>
      </p:sp>
      <p:graphicFrame>
        <p:nvGraphicFramePr>
          <p:cNvPr id="70659" name="Object 103"/>
          <p:cNvGraphicFramePr>
            <a:graphicFrameLocks noGrp="1" noChangeAspect="1"/>
          </p:cNvGraphicFramePr>
          <p:nvPr/>
        </p:nvGraphicFramePr>
        <p:xfrm>
          <a:off x="2484438" y="4005263"/>
          <a:ext cx="4802187" cy="1125537"/>
        </p:xfrm>
        <a:graphic>
          <a:graphicData uri="http://schemas.openxmlformats.org/presentationml/2006/ole">
            <mc:AlternateContent xmlns:mc="http://schemas.openxmlformats.org/markup-compatibility/2006">
              <mc:Choice xmlns:v="urn:schemas-microsoft-com:vml" Requires="v">
                <p:oleObj spid="_x0000_s70662" name="Equation" r:id="rId3" imgW="2006600" imgH="469900" progId="">
                  <p:embed/>
                </p:oleObj>
              </mc:Choice>
              <mc:Fallback>
                <p:oleObj name="Equation" r:id="rId3" imgW="2006600" imgH="469900" progId="">
                  <p:embed/>
                  <p:pic>
                    <p:nvPicPr>
                      <p:cNvPr id="0" name="Object 10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4005263"/>
                        <a:ext cx="4802187"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09B7743-9F8D-4D17-B907-A5E7FB55397C}" type="slidenum">
              <a:rPr lang="en-US" altLang="ru-RU">
                <a:solidFill>
                  <a:srgbClr val="FFFFFF"/>
                </a:solidFill>
                <a:latin typeface="Arial" panose="020B0604020202020204" pitchFamily="34" charset="0"/>
                <a:cs typeface="Arial" panose="020B0604020202020204" pitchFamily="34" charset="0"/>
              </a:rPr>
              <a:pPr/>
              <a:t>57</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971550" y="188913"/>
            <a:ext cx="5256213"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1800"/>
              </a:spcBef>
              <a:spcAft>
                <a:spcPts val="1800"/>
              </a:spcAft>
            </a:pPr>
            <a:r>
              <a:rPr lang="en-US" altLang="zh-CN" sz="2800" b="1">
                <a:effectLst>
                  <a:outerShdw blurRad="38100" dist="38100" dir="2700000" algn="tl">
                    <a:srgbClr val="FFFFFF"/>
                  </a:outerShdw>
                </a:effectLst>
                <a:latin typeface="Times New Roman" panose="02020603050405020304" pitchFamily="18" charset="0"/>
                <a:cs typeface="Times New Roman" panose="02020603050405020304" pitchFamily="18" charset="0"/>
              </a:rPr>
              <a:t>d. Điện cực oxy hóa khử</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4"/>
          <p:cNvSpPr txBox="1">
            <a:spLocks noChangeArrowheads="1"/>
          </p:cNvSpPr>
          <p:nvPr/>
        </p:nvSpPr>
        <p:spPr bwMode="auto">
          <a:xfrm>
            <a:off x="395288" y="1143000"/>
            <a:ext cx="8569325"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Dựa trên nguyên tắc cân bằng và thiết lập nhanh trên màng thấm khí được ngăn cách giữa dung dịch trong và ngoài màng. Chất khí sẽ phản ứng với dung dịch trong màng tạo thành ion đặc trưng.</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VD: Điện cực SO</a:t>
            </a:r>
            <a:r>
              <a:rPr lang="en-US" altLang="ru-RU" sz="2400" baseline="-25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 Khí SO</a:t>
            </a:r>
            <a:r>
              <a:rPr lang="en-US" altLang="ru-RU" sz="2400" baseline="-25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 sẽ hấp thụ qua màng và phản ứng với H</a:t>
            </a:r>
            <a:r>
              <a:rPr lang="en-US" altLang="ru-RU" sz="2400" baseline="-25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O tạo thành H</a:t>
            </a:r>
            <a:r>
              <a:rPr lang="en-US" altLang="ru-RU" sz="2400" baseline="-25000">
                <a:latin typeface="Arial" panose="020B0604020202020204" pitchFamily="34" charset="0"/>
                <a:cs typeface="Arial" panose="020B0604020202020204" pitchFamily="34" charset="0"/>
              </a:rPr>
              <a:t>3</a:t>
            </a:r>
            <a:r>
              <a:rPr lang="en-US" altLang="ru-RU" sz="2400">
                <a:latin typeface="Arial" panose="020B0604020202020204" pitchFamily="34" charset="0"/>
                <a:cs typeface="Arial" panose="020B0604020202020204" pitchFamily="34" charset="0"/>
              </a:rPr>
              <a:t>O</a:t>
            </a:r>
            <a:r>
              <a:rPr lang="en-US" altLang="ru-RU" sz="2400" baseline="30000">
                <a:latin typeface="Arial" panose="020B0604020202020204" pitchFamily="34" charset="0"/>
                <a:cs typeface="Arial" panose="020B0604020202020204" pitchFamily="34" charset="0"/>
              </a:rPr>
              <a:t>+</a:t>
            </a:r>
            <a:r>
              <a:rPr lang="en-US" altLang="ru-RU" sz="2400">
                <a:latin typeface="Arial" panose="020B0604020202020204" pitchFamily="34" charset="0"/>
                <a:cs typeface="Arial" panose="020B0604020202020204" pitchFamily="34" charset="0"/>
              </a:rPr>
              <a:t>. Ion này được đo bằng điện cực đo pH.</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Phương trình Nerst: E = K + 0,059lg[SO</a:t>
            </a:r>
            <a:r>
              <a:rPr lang="en-US" altLang="ru-RU" sz="2400" baseline="-25000">
                <a:latin typeface="Arial" panose="020B0604020202020204" pitchFamily="34" charset="0"/>
                <a:cs typeface="Arial" panose="020B0604020202020204" pitchFamily="34" charset="0"/>
              </a:rPr>
              <a:t>2</a:t>
            </a:r>
            <a:r>
              <a:rPr lang="en-US" altLang="ru-RU" sz="2400">
                <a:latin typeface="Arial" panose="020B0604020202020204" pitchFamily="34" charset="0"/>
                <a:cs typeface="Arial" panose="020B0604020202020204" pitchFamily="34" charset="0"/>
              </a:rPr>
              <a:t>] </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K: là hằng số (tham khảo tr66)		</a:t>
            </a:r>
          </a:p>
        </p:txBody>
      </p:sp>
      <p:sp>
        <p:nvSpPr>
          <p:cNvPr id="7168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A3E9DEE-C02D-485D-85CC-3F512A4101C7}" type="slidenum">
              <a:rPr lang="en-US" altLang="ru-RU">
                <a:solidFill>
                  <a:srgbClr val="FFFFFF"/>
                </a:solidFill>
                <a:latin typeface="Arial" panose="020B0604020202020204" pitchFamily="34" charset="0"/>
                <a:cs typeface="Arial" panose="020B0604020202020204" pitchFamily="34" charset="0"/>
              </a:rPr>
              <a:pPr/>
              <a:t>58</a:t>
            </a:fld>
            <a:endParaRPr lang="en-US" altLang="ru-RU">
              <a:solidFill>
                <a:srgbClr val="FFFFFF"/>
              </a:solidFill>
              <a:latin typeface="Arial" panose="020B0604020202020204" pitchFamily="34" charset="0"/>
              <a:cs typeface="Arial" panose="020B0604020202020204" pitchFamily="34" charset="0"/>
            </a:endParaRPr>
          </a:p>
        </p:txBody>
      </p:sp>
      <p:sp>
        <p:nvSpPr>
          <p:cNvPr id="5" name="Rectangle 4"/>
          <p:cNvSpPr/>
          <p:nvPr/>
        </p:nvSpPr>
        <p:spPr>
          <a:xfrm>
            <a:off x="900113" y="188913"/>
            <a:ext cx="4103687"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1800"/>
              </a:spcBef>
              <a:spcAft>
                <a:spcPts val="1800"/>
              </a:spcAft>
            </a:pPr>
            <a:r>
              <a:rPr lang="en-US" altLang="zh-CN" sz="2800" b="1">
                <a:effectLst>
                  <a:outerShdw blurRad="38100" dist="38100" dir="2700000" algn="tl">
                    <a:srgbClr val="FFFFFF"/>
                  </a:outerShdw>
                </a:effectLst>
                <a:latin typeface="Times New Roman" panose="02020603050405020304" pitchFamily="18" charset="0"/>
                <a:cs typeface="Times New Roman" panose="02020603050405020304" pitchFamily="18" charset="0"/>
              </a:rPr>
              <a:t>e. Điện cực khí</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5"/>
          <p:cNvSpPr txBox="1">
            <a:spLocks noChangeArrowheads="1"/>
          </p:cNvSpPr>
          <p:nvPr/>
        </p:nvSpPr>
        <p:spPr bwMode="auto">
          <a:xfrm>
            <a:off x="684213" y="1276350"/>
            <a:ext cx="8043862"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Chọn lọc với </a:t>
            </a:r>
            <a:r>
              <a:rPr lang="en-US" altLang="ru-RU" sz="2400" b="1">
                <a:latin typeface="Arial" panose="020B0604020202020204" pitchFamily="34" charset="0"/>
                <a:cs typeface="Arial" panose="020B0604020202020204" pitchFamily="34" charset="0"/>
              </a:rPr>
              <a:t>một</a:t>
            </a:r>
            <a:r>
              <a:rPr lang="en-US" altLang="ru-RU" sz="2400">
                <a:latin typeface="Arial" panose="020B0604020202020204" pitchFamily="34" charset="0"/>
                <a:cs typeface="Arial" panose="020B0604020202020204" pitchFamily="34" charset="0"/>
              </a:rPr>
              <a:t> hoặc </a:t>
            </a:r>
            <a:r>
              <a:rPr lang="en-US" altLang="ru-RU" sz="2400" b="1">
                <a:latin typeface="Arial" panose="020B0604020202020204" pitchFamily="34" charset="0"/>
                <a:cs typeface="Arial" panose="020B0604020202020204" pitchFamily="34" charset="0"/>
              </a:rPr>
              <a:t>nhóm ion </a:t>
            </a:r>
            <a:r>
              <a:rPr lang="en-US" altLang="ru-RU" sz="2400">
                <a:latin typeface="Arial" panose="020B0604020202020204" pitchFamily="34" charset="0"/>
                <a:cs typeface="Arial" panose="020B0604020202020204" pitchFamily="34" charset="0"/>
              </a:rPr>
              <a:t>nhất định. </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Cấu tạo chính: Màng (vô cơ hoặc hữu cơ) có thành phần đặc biệt mà có ái lực với loại ion cần xác định.</a:t>
            </a:r>
          </a:p>
          <a:p>
            <a:pPr algn="just" eaLnBrk="1" hangingPunct="1">
              <a:lnSpc>
                <a:spcPct val="130000"/>
              </a:lnSpc>
              <a:spcBef>
                <a:spcPts val="600"/>
              </a:spcBef>
              <a:spcAft>
                <a:spcPts val="600"/>
              </a:spcAft>
              <a:buFont typeface="Wingdings" panose="05000000000000000000" pitchFamily="2" charset="2"/>
              <a:buChar char="§"/>
            </a:pPr>
            <a:r>
              <a:rPr lang="en-US" altLang="ru-RU" sz="2400">
                <a:latin typeface="Arial" panose="020B0604020202020204" pitchFamily="34" charset="0"/>
                <a:cs typeface="Arial" panose="020B0604020202020204" pitchFamily="34" charset="0"/>
              </a:rPr>
              <a:t>Thế của phản ứng oxy hóa khử dựa trên phản ứng trao đổi electron. Thế của điện cực màng chọn lọc là sự khác biệt giữa nồng độ bên trong và bên ngoài màng. </a:t>
            </a:r>
          </a:p>
        </p:txBody>
      </p:sp>
      <p:sp>
        <p:nvSpPr>
          <p:cNvPr id="7270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C6A8F99-21AE-4785-8F06-631218B53C11}" type="slidenum">
              <a:rPr lang="en-US" altLang="ru-RU">
                <a:solidFill>
                  <a:srgbClr val="FFFFFF"/>
                </a:solidFill>
                <a:latin typeface="Arial" panose="020B0604020202020204" pitchFamily="34" charset="0"/>
                <a:cs typeface="Arial" panose="020B0604020202020204" pitchFamily="34" charset="0"/>
              </a:rPr>
              <a:pPr/>
              <a:t>59</a:t>
            </a:fld>
            <a:endParaRPr lang="en-US" altLang="ru-RU">
              <a:solidFill>
                <a:srgbClr val="FFFFFF"/>
              </a:solidFill>
              <a:latin typeface="Arial" panose="020B0604020202020204" pitchFamily="34" charset="0"/>
              <a:cs typeface="Arial" panose="020B0604020202020204" pitchFamily="34" charset="0"/>
            </a:endParaRPr>
          </a:p>
        </p:txBody>
      </p:sp>
      <p:sp>
        <p:nvSpPr>
          <p:cNvPr id="5" name="Rectangle 4"/>
          <p:cNvSpPr/>
          <p:nvPr/>
        </p:nvSpPr>
        <p:spPr>
          <a:xfrm>
            <a:off x="971550" y="333375"/>
            <a:ext cx="5256213" cy="522288"/>
          </a:xfrm>
          <a:prstGeom prst="rect">
            <a:avLst/>
          </a:prstGeom>
          <a:solidFill>
            <a:schemeClr val="accent1">
              <a:lumMod val="40000"/>
              <a:lumOff val="60000"/>
            </a:schemeClr>
          </a:solidFill>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màng</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chọn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lọc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ion</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5375" y="1154113"/>
            <a:ext cx="5219700"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348E48F-76E9-4DE4-A37B-E6F04F22CF48}" type="slidenum">
              <a:rPr lang="en-US" altLang="ru-RU">
                <a:solidFill>
                  <a:srgbClr val="FFFFFF"/>
                </a:solidFill>
                <a:latin typeface="Arial" panose="020B0604020202020204" pitchFamily="34" charset="0"/>
                <a:cs typeface="Arial" panose="020B0604020202020204" pitchFamily="34" charset="0"/>
              </a:rPr>
              <a:pPr/>
              <a:t>60</a:t>
            </a:fld>
            <a:endParaRPr lang="en-US" altLang="ru-RU">
              <a:solidFill>
                <a:srgbClr val="FFFFFF"/>
              </a:solidFill>
              <a:latin typeface="Arial" panose="020B0604020202020204" pitchFamily="34" charset="0"/>
              <a:cs typeface="Arial" panose="020B0604020202020204" pitchFamily="34" charset="0"/>
            </a:endParaRPr>
          </a:p>
        </p:txBody>
      </p:sp>
      <p:sp>
        <p:nvSpPr>
          <p:cNvPr id="5" name="Rectangle 4"/>
          <p:cNvSpPr/>
          <p:nvPr/>
        </p:nvSpPr>
        <p:spPr>
          <a:xfrm>
            <a:off x="1284288" y="333375"/>
            <a:ext cx="5087937" cy="522288"/>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màng</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chọn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lọc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ion</a:t>
            </a:r>
          </a:p>
        </p:txBody>
      </p:sp>
      <p:sp>
        <p:nvSpPr>
          <p:cNvPr id="73733" name="Rectangle 3"/>
          <p:cNvSpPr txBox="1">
            <a:spLocks noChangeArrowheads="1"/>
          </p:cNvSpPr>
          <p:nvPr/>
        </p:nvSpPr>
        <p:spPr bwMode="auto">
          <a:xfrm>
            <a:off x="250825" y="2673350"/>
            <a:ext cx="42703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5113" indent="-26511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200000"/>
              </a:lnSpc>
              <a:spcBef>
                <a:spcPts val="250"/>
              </a:spcBef>
              <a:buClr>
                <a:schemeClr val="accent1"/>
              </a:buClr>
              <a:buSzPct val="80000"/>
              <a:buFont typeface="Wingdings 2" panose="05020102010507070707" pitchFamily="18" charset="2"/>
              <a:buChar char=""/>
            </a:pPr>
            <a:r>
              <a:rPr lang="en-US" altLang="ru-RU" sz="2400">
                <a:latin typeface="Arial" panose="020B0604020202020204" pitchFamily="34" charset="0"/>
                <a:cs typeface="Arial" panose="020B0604020202020204" pitchFamily="34" charset="0"/>
              </a:rPr>
              <a:t>Điện cực thủy tinh</a:t>
            </a:r>
          </a:p>
          <a:p>
            <a:pPr algn="just" eaLnBrk="1" hangingPunct="1">
              <a:lnSpc>
                <a:spcPct val="200000"/>
              </a:lnSpc>
              <a:spcBef>
                <a:spcPts val="250"/>
              </a:spcBef>
              <a:buClr>
                <a:schemeClr val="accent1"/>
              </a:buClr>
              <a:buSzPct val="80000"/>
              <a:buFont typeface="Wingdings 2" panose="05020102010507070707" pitchFamily="18" charset="2"/>
              <a:buChar char=""/>
            </a:pPr>
            <a:r>
              <a:rPr lang="en-US" altLang="zh-CN" sz="2400">
                <a:latin typeface="Arial" panose="020B0604020202020204" pitchFamily="34" charset="0"/>
                <a:cs typeface="Arial" panose="020B0604020202020204" pitchFamily="34" charset="0"/>
              </a:rPr>
              <a:t>Điện cực màng lỏng</a:t>
            </a:r>
          </a:p>
          <a:p>
            <a:pPr algn="just" eaLnBrk="1" hangingPunct="1">
              <a:lnSpc>
                <a:spcPct val="200000"/>
              </a:lnSpc>
              <a:spcBef>
                <a:spcPts val="250"/>
              </a:spcBef>
              <a:buClr>
                <a:schemeClr val="accent1"/>
              </a:buClr>
              <a:buSzPct val="80000"/>
              <a:buFont typeface="Wingdings 2" panose="05020102010507070707" pitchFamily="18" charset="2"/>
              <a:buChar char=""/>
            </a:pPr>
            <a:r>
              <a:rPr lang="en-US" altLang="zh-CN" sz="2400">
                <a:latin typeface="Arial" panose="020B0604020202020204" pitchFamily="34" charset="0"/>
                <a:cs typeface="Arial" panose="020B0604020202020204" pitchFamily="34" charset="0"/>
              </a:rPr>
              <a:t>Điện cực màng rắn</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1131888" y="1655763"/>
            <a:ext cx="7653337"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 Là điện cực chọn lọc với ion H</a:t>
            </a:r>
            <a:r>
              <a:rPr lang="en-US" sz="2300" baseline="30000">
                <a:latin typeface="Arial" panose="020B0604020202020204" pitchFamily="34" charset="0"/>
              </a:rPr>
              <a:t>+</a:t>
            </a:r>
            <a:endParaRPr lang="en-US" sz="2300">
              <a:latin typeface="Arial" panose="020B0604020202020204" pitchFamily="34" charset="0"/>
            </a:endParaRP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Gồm một bầu thủy tinh rất mỏng có chứa dung dịch HCl (dung dịch Y) nhúng vào dung dịch này là điện cực so sánh Ag, AgCl có thế nhất định.</a:t>
            </a: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Để đo pH dung dịch (X) ta ghép điện cực thủy tinh với một điện cực so sánh (calomen bão hòa) ta được một pin gồm:</a:t>
            </a:r>
          </a:p>
          <a:p>
            <a:pPr algn="just" eaLnBrk="1" hangingPunct="1">
              <a:lnSpc>
                <a:spcPct val="120000"/>
              </a:lnSpc>
              <a:spcBef>
                <a:spcPts val="600"/>
              </a:spcBef>
              <a:spcAft>
                <a:spcPts val="600"/>
              </a:spcAft>
            </a:pPr>
            <a:r>
              <a:rPr lang="en-US" sz="2300">
                <a:latin typeface="Arial" panose="020B0604020202020204" pitchFamily="34" charset="0"/>
              </a:rPr>
              <a:t>        Ag</a:t>
            </a:r>
            <a:r>
              <a:rPr lang="en-US" sz="2300">
                <a:latin typeface="Arial" panose="020B0604020202020204" pitchFamily="34" charset="0"/>
                <a:sym typeface="Symbol" panose="05050102010706020507" pitchFamily="18" charset="2"/>
              </a:rPr>
              <a:t>AgClDd HCl Dd(X), Cl</a:t>
            </a:r>
            <a:r>
              <a:rPr lang="en-US" sz="2300" baseline="30000">
                <a:latin typeface="Arial" panose="020B0604020202020204" pitchFamily="34" charset="0"/>
                <a:sym typeface="Symbol" panose="05050102010706020507" pitchFamily="18" charset="2"/>
              </a:rPr>
              <a:t>-</a:t>
            </a:r>
            <a:r>
              <a:rPr lang="en-US" sz="2300">
                <a:latin typeface="Arial" panose="020B0604020202020204" pitchFamily="34" charset="0"/>
                <a:sym typeface="Symbol" panose="05050102010706020507" pitchFamily="18" charset="2"/>
              </a:rPr>
              <a:t> Hg</a:t>
            </a:r>
            <a:r>
              <a:rPr lang="en-US" sz="2300" baseline="-25000">
                <a:latin typeface="Arial" panose="020B0604020202020204" pitchFamily="34" charset="0"/>
                <a:sym typeface="Symbol" panose="05050102010706020507" pitchFamily="18" charset="2"/>
              </a:rPr>
              <a:t>2</a:t>
            </a:r>
            <a:r>
              <a:rPr lang="en-US" sz="2300">
                <a:latin typeface="Arial" panose="020B0604020202020204" pitchFamily="34" charset="0"/>
                <a:sym typeface="Symbol" panose="05050102010706020507" pitchFamily="18" charset="2"/>
              </a:rPr>
              <a:t>Cl</a:t>
            </a:r>
            <a:r>
              <a:rPr lang="en-US" sz="2300" baseline="-25000">
                <a:latin typeface="Arial" panose="020B0604020202020204" pitchFamily="34" charset="0"/>
                <a:sym typeface="Symbol" panose="05050102010706020507" pitchFamily="18" charset="2"/>
              </a:rPr>
              <a:t>2</a:t>
            </a:r>
            <a:r>
              <a:rPr lang="en-US" sz="2300">
                <a:latin typeface="Arial" panose="020B0604020202020204" pitchFamily="34" charset="0"/>
                <a:sym typeface="Symbol" panose="05050102010706020507" pitchFamily="18" charset="2"/>
              </a:rPr>
              <a:t>Hg </a:t>
            </a:r>
            <a:endParaRPr lang="en-US" sz="2300" baseline="30000">
              <a:latin typeface="Arial" panose="020B0604020202020204" pitchFamily="34" charset="0"/>
              <a:sym typeface="Symbol" panose="05050102010706020507" pitchFamily="18" charset="2"/>
            </a:endParaRPr>
          </a:p>
        </p:txBody>
      </p:sp>
      <p:sp>
        <p:nvSpPr>
          <p:cNvPr id="6" name="Rounded Rectangle 5"/>
          <p:cNvSpPr/>
          <p:nvPr/>
        </p:nvSpPr>
        <p:spPr>
          <a:xfrm>
            <a:off x="3092450" y="950913"/>
            <a:ext cx="41148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3200" b="1">
                <a:latin typeface="Times New Roman" panose="02020603050405020304" pitchFamily="18" charset="0"/>
                <a:cs typeface="Times New Roman" panose="02020603050405020304" pitchFamily="18" charset="0"/>
              </a:rPr>
              <a:t>Điện cực thủy tinh</a:t>
            </a:r>
            <a:endParaRPr lang="en-US" sz="3000" b="1">
              <a:latin typeface="Times New Roman" panose="02020603050405020304" pitchFamily="18" charset="0"/>
              <a:cs typeface="Times New Roman" panose="02020603050405020304" pitchFamily="18" charset="0"/>
            </a:endParaRPr>
          </a:p>
        </p:txBody>
      </p:sp>
      <p:sp>
        <p:nvSpPr>
          <p:cNvPr id="7475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DEDFFBB-4531-4A1A-885D-E34221064E16}" type="slidenum">
              <a:rPr lang="en-US" altLang="ru-RU">
                <a:solidFill>
                  <a:srgbClr val="FFFFFF"/>
                </a:solidFill>
                <a:latin typeface="Arial" panose="020B0604020202020204" pitchFamily="34" charset="0"/>
                <a:cs typeface="Arial" panose="020B0604020202020204" pitchFamily="34" charset="0"/>
              </a:rPr>
              <a:pPr/>
              <a:t>61</a:t>
            </a:fld>
            <a:endParaRPr lang="en-US" altLang="ru-RU">
              <a:solidFill>
                <a:srgbClr val="FFFFFF"/>
              </a:solidFill>
              <a:latin typeface="Arial" panose="020B0604020202020204" pitchFamily="34" charset="0"/>
              <a:cs typeface="Arial" panose="020B0604020202020204" pitchFamily="34" charset="0"/>
            </a:endParaRPr>
          </a:p>
        </p:txBody>
      </p:sp>
      <p:sp>
        <p:nvSpPr>
          <p:cNvPr id="7" name="Rectangle 6"/>
          <p:cNvSpPr/>
          <p:nvPr/>
        </p:nvSpPr>
        <p:spPr>
          <a:xfrm>
            <a:off x="1284288" y="333375"/>
            <a:ext cx="5448300" cy="522288"/>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màng</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chọn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lọc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F:\Hoc tap\fig-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5538"/>
            <a:ext cx="5921375"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0C5AA53-9B7A-41CE-8EEA-612FDA9E6FD1}" type="slidenum">
              <a:rPr lang="en-US" altLang="ru-RU">
                <a:solidFill>
                  <a:srgbClr val="FFFFFF"/>
                </a:solidFill>
                <a:latin typeface="Arial" panose="020B0604020202020204" pitchFamily="34" charset="0"/>
                <a:cs typeface="Arial" panose="020B0604020202020204" pitchFamily="34" charset="0"/>
              </a:rPr>
              <a:pPr/>
              <a:t>62</a:t>
            </a:fld>
            <a:endParaRPr lang="en-US" altLang="ru-RU">
              <a:solidFill>
                <a:srgbClr val="FFFFFF"/>
              </a:solidFill>
              <a:latin typeface="Arial" panose="020B0604020202020204" pitchFamily="34" charset="0"/>
              <a:cs typeface="Arial" panose="020B0604020202020204" pitchFamily="34" charset="0"/>
            </a:endParaRPr>
          </a:p>
        </p:txBody>
      </p:sp>
      <p:pic>
        <p:nvPicPr>
          <p:cNvPr id="4" name="Picture 4" descr="F:\Hoc tap\LHC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9388" y="3213100"/>
            <a:ext cx="5154612"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a:xfrm>
            <a:off x="3094038" y="617538"/>
            <a:ext cx="41148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3200" b="1">
                <a:latin typeface="Times New Roman" panose="02020603050405020304" pitchFamily="18" charset="0"/>
                <a:cs typeface="Times New Roman" panose="02020603050405020304" pitchFamily="18" charset="0"/>
              </a:rPr>
              <a:t>Điện cực thủy tinh</a:t>
            </a:r>
            <a:endParaRPr lang="en-US" sz="3000" b="1">
              <a:latin typeface="Times New Roman" panose="02020603050405020304" pitchFamily="18" charset="0"/>
              <a:cs typeface="Times New Roman" panose="02020603050405020304" pitchFamily="18" charset="0"/>
            </a:endParaRPr>
          </a:p>
        </p:txBody>
      </p:sp>
      <p:sp>
        <p:nvSpPr>
          <p:cNvPr id="7" name="Rectangle 6"/>
          <p:cNvSpPr/>
          <p:nvPr/>
        </p:nvSpPr>
        <p:spPr>
          <a:xfrm>
            <a:off x="1285875" y="0"/>
            <a:ext cx="5157788" cy="523875"/>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màng</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chọn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lọc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BDC619F-B9AF-47A2-888E-842D71B0F7D0}" type="slidenum">
              <a:rPr lang="en-US" altLang="ru-RU">
                <a:solidFill>
                  <a:srgbClr val="FFFFFF"/>
                </a:solidFill>
                <a:latin typeface="Arial" panose="020B0604020202020204" pitchFamily="34" charset="0"/>
                <a:cs typeface="Arial" panose="020B0604020202020204" pitchFamily="34" charset="0"/>
              </a:rPr>
              <a:pPr/>
              <a:t>63</a:t>
            </a:fld>
            <a:endParaRPr lang="en-US" altLang="ru-RU">
              <a:solidFill>
                <a:srgbClr val="FFFFFF"/>
              </a:solidFill>
              <a:latin typeface="Arial" panose="020B0604020202020204" pitchFamily="34" charset="0"/>
              <a:cs typeface="Arial" panose="020B0604020202020204" pitchFamily="34" charset="0"/>
            </a:endParaRPr>
          </a:p>
        </p:txBody>
      </p:sp>
      <p:sp>
        <p:nvSpPr>
          <p:cNvPr id="76803" name="Rectangle 4"/>
          <p:cNvSpPr>
            <a:spLocks noChangeArrowheads="1"/>
          </p:cNvSpPr>
          <p:nvPr/>
        </p:nvSpPr>
        <p:spPr bwMode="auto">
          <a:xfrm>
            <a:off x="3203575" y="5661025"/>
            <a:ext cx="3789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a:latin typeface="Times New Roman" panose="02020603050405020304" pitchFamily="18" charset="0"/>
                <a:cs typeface="Times New Roman" panose="02020603050405020304" pitchFamily="18" charset="0"/>
              </a:rPr>
              <a:t>The production of pH electrodes Video</a:t>
            </a:r>
          </a:p>
        </p:txBody>
      </p:sp>
      <p:pic>
        <p:nvPicPr>
          <p:cNvPr id="7680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628775"/>
            <a:ext cx="7713662" cy="37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a:xfrm>
            <a:off x="2339975" y="692150"/>
            <a:ext cx="41148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3200" b="1">
                <a:latin typeface="Times New Roman" panose="02020603050405020304" pitchFamily="18" charset="0"/>
                <a:cs typeface="Times New Roman" panose="02020603050405020304" pitchFamily="18" charset="0"/>
              </a:rPr>
              <a:t>Điện cực thủy tinh</a:t>
            </a:r>
            <a:endParaRPr lang="en-US" sz="3000" b="1">
              <a:latin typeface="Times New Roman" panose="02020603050405020304" pitchFamily="18" charset="0"/>
              <a:cs typeface="Times New Roman" panose="02020603050405020304" pitchFamily="18" charset="0"/>
            </a:endParaRPr>
          </a:p>
        </p:txBody>
      </p:sp>
      <p:sp>
        <p:nvSpPr>
          <p:cNvPr id="7" name="Rectangle 6"/>
          <p:cNvSpPr/>
          <p:nvPr/>
        </p:nvSpPr>
        <p:spPr>
          <a:xfrm>
            <a:off x="1285875" y="41275"/>
            <a:ext cx="6599238" cy="522288"/>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màng</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chọn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lọc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ion</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68313" y="1547813"/>
            <a:ext cx="8183562" cy="440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buFont typeface="Wingdings" panose="05000000000000000000" pitchFamily="2" charset="2"/>
              <a:buChar char="Ø"/>
            </a:pPr>
            <a:r>
              <a:rPr lang="en-US" sz="2200" b="1" i="1">
                <a:latin typeface="Arial" panose="020B0604020202020204" pitchFamily="34" charset="0"/>
              </a:rPr>
              <a:t>Ưu điểm:</a:t>
            </a:r>
          </a:p>
          <a:p>
            <a:pPr algn="just" eaLnBrk="1" hangingPunct="1">
              <a:spcBef>
                <a:spcPts val="600"/>
              </a:spcBef>
              <a:spcAft>
                <a:spcPts val="600"/>
              </a:spcAft>
              <a:buFont typeface="Wingdings" panose="05000000000000000000" pitchFamily="2" charset="2"/>
              <a:buChar char="§"/>
            </a:pPr>
            <a:r>
              <a:rPr lang="en-US" sz="2200">
                <a:latin typeface="Arial" panose="020B0604020202020204" pitchFamily="34" charset="0"/>
              </a:rPr>
              <a:t>Rất nhạy với ion H</a:t>
            </a:r>
            <a:r>
              <a:rPr lang="en-US" sz="2200" baseline="30000">
                <a:latin typeface="Arial" panose="020B0604020202020204" pitchFamily="34" charset="0"/>
              </a:rPr>
              <a:t>+</a:t>
            </a:r>
            <a:endParaRPr lang="en-US" sz="2200">
              <a:latin typeface="Arial" panose="020B0604020202020204" pitchFamily="34" charset="0"/>
            </a:endParaRPr>
          </a:p>
          <a:p>
            <a:pPr algn="just" eaLnBrk="1" hangingPunct="1">
              <a:spcBef>
                <a:spcPts val="600"/>
              </a:spcBef>
              <a:spcAft>
                <a:spcPts val="600"/>
              </a:spcAft>
              <a:buFont typeface="Wingdings" panose="05000000000000000000" pitchFamily="2" charset="2"/>
              <a:buChar char="§"/>
            </a:pPr>
            <a:r>
              <a:rPr lang="en-US" sz="2200">
                <a:latin typeface="Arial" panose="020B0604020202020204" pitchFamily="34" charset="0"/>
              </a:rPr>
              <a:t>Thủy tinh gần như trơ với tất cả các hóa chất nên có thể sử dụng ở nhiều môi trường khác nhau.</a:t>
            </a:r>
          </a:p>
          <a:p>
            <a:pPr algn="just" eaLnBrk="1" hangingPunct="1">
              <a:spcBef>
                <a:spcPts val="600"/>
              </a:spcBef>
              <a:spcAft>
                <a:spcPts val="600"/>
              </a:spcAft>
              <a:buFont typeface="Wingdings" panose="05000000000000000000" pitchFamily="2" charset="2"/>
              <a:buChar char="Ø"/>
            </a:pPr>
            <a:r>
              <a:rPr lang="en-US" sz="2200" b="1" i="1">
                <a:latin typeface="Arial" panose="020B0604020202020204" pitchFamily="34" charset="0"/>
              </a:rPr>
              <a:t>Nhược điểm:</a:t>
            </a:r>
          </a:p>
          <a:p>
            <a:pPr algn="just" eaLnBrk="1" hangingPunct="1">
              <a:spcBef>
                <a:spcPts val="600"/>
              </a:spcBef>
              <a:spcAft>
                <a:spcPts val="600"/>
              </a:spcAft>
              <a:buFont typeface="Wingdings" panose="05000000000000000000" pitchFamily="2" charset="2"/>
              <a:buChar char="§"/>
            </a:pPr>
            <a:r>
              <a:rPr lang="en-US" sz="2200">
                <a:latin typeface="Arial" panose="020B0604020202020204" pitchFamily="34" charset="0"/>
              </a:rPr>
              <a:t>Điện cực thủy tinh dễ bể</a:t>
            </a:r>
          </a:p>
          <a:p>
            <a:pPr algn="just" eaLnBrk="1" hangingPunct="1">
              <a:spcBef>
                <a:spcPts val="600"/>
              </a:spcBef>
              <a:spcAft>
                <a:spcPts val="600"/>
              </a:spcAft>
              <a:buFont typeface="Wingdings" panose="05000000000000000000" pitchFamily="2" charset="2"/>
              <a:buChar char="§"/>
            </a:pPr>
            <a:r>
              <a:rPr lang="en-US" sz="2200">
                <a:latin typeface="Arial" panose="020B0604020202020204" pitchFamily="34" charset="0"/>
                <a:sym typeface="Symbol" panose="05050102010706020507" pitchFamily="18" charset="2"/>
              </a:rPr>
              <a:t>Chỉ cho kết quả chính xác trong khoảng pH=1-10, với pH&gt;10</a:t>
            </a:r>
            <a:r>
              <a:rPr lang="en-US" sz="2200">
                <a:latin typeface="Arial" panose="020B0604020202020204" pitchFamily="34" charset="0"/>
                <a:sym typeface="Wingdings" panose="05000000000000000000" pitchFamily="2" charset="2"/>
              </a:rPr>
              <a:t> E tùy thuộc a</a:t>
            </a:r>
            <a:r>
              <a:rPr lang="en-US" sz="2200" baseline="-25000">
                <a:latin typeface="Arial" panose="020B0604020202020204" pitchFamily="34" charset="0"/>
                <a:sym typeface="Wingdings" panose="05000000000000000000" pitchFamily="2" charset="2"/>
              </a:rPr>
              <a:t>Na+</a:t>
            </a:r>
            <a:r>
              <a:rPr lang="en-US" sz="2200" baseline="30000">
                <a:latin typeface="Arial" panose="020B0604020202020204" pitchFamily="34" charset="0"/>
                <a:sym typeface="Wingdings" panose="05000000000000000000" pitchFamily="2" charset="2"/>
              </a:rPr>
              <a:t> </a:t>
            </a:r>
            <a:r>
              <a:rPr lang="en-US" sz="2200">
                <a:latin typeface="Arial" panose="020B0604020202020204" pitchFamily="34" charset="0"/>
                <a:sym typeface="Wingdings" panose="05000000000000000000" pitchFamily="2" charset="2"/>
              </a:rPr>
              <a:t>cho kết quả sai số pH&gt;10 (sai số kiềm, sai số âm); với pH&lt;1  E tùy thuộc a</a:t>
            </a:r>
            <a:r>
              <a:rPr lang="en-US" sz="2200" baseline="-25000">
                <a:latin typeface="Arial" panose="020B0604020202020204" pitchFamily="34" charset="0"/>
                <a:sym typeface="Wingdings" panose="05000000000000000000" pitchFamily="2" charset="2"/>
              </a:rPr>
              <a:t>H+</a:t>
            </a:r>
            <a:r>
              <a:rPr lang="en-US" sz="2200">
                <a:latin typeface="Arial" panose="020B0604020202020204" pitchFamily="34" charset="0"/>
                <a:sym typeface="Wingdings" panose="05000000000000000000" pitchFamily="2" charset="2"/>
              </a:rPr>
              <a:t> cho kết quả sai số pH&lt;1 (sai số axit, sai số dương).</a:t>
            </a:r>
            <a:endParaRPr lang="en-US" sz="2200">
              <a:latin typeface="Arial" panose="020B0604020202020204" pitchFamily="34" charset="0"/>
              <a:sym typeface="Symbol" panose="05050102010706020507" pitchFamily="18" charset="2"/>
            </a:endParaRPr>
          </a:p>
        </p:txBody>
      </p:sp>
      <p:sp>
        <p:nvSpPr>
          <p:cNvPr id="7" name="Rounded Rectangle 6"/>
          <p:cNvSpPr/>
          <p:nvPr/>
        </p:nvSpPr>
        <p:spPr>
          <a:xfrm>
            <a:off x="1908175" y="908050"/>
            <a:ext cx="4473575"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spcBef>
                <a:spcPts val="600"/>
              </a:spcBef>
              <a:spcAft>
                <a:spcPts val="600"/>
              </a:spcAft>
              <a:defRPr/>
            </a:pPr>
            <a:r>
              <a:rPr lang="en-US" sz="2400" b="1" dirty="0" err="1">
                <a:solidFill>
                  <a:schemeClr val="tx1"/>
                </a:solidFill>
                <a:latin typeface="Arial" pitchFamily="34" charset="0"/>
                <a:cs typeface="Arial" pitchFamily="34" charset="0"/>
              </a:rPr>
              <a:t>Điện</a:t>
            </a:r>
            <a:r>
              <a:rPr lang="en-US" sz="2400" b="1" dirty="0">
                <a:solidFill>
                  <a:schemeClr val="tx1"/>
                </a:solidFill>
                <a:latin typeface="Arial" pitchFamily="34" charset="0"/>
                <a:cs typeface="Arial" pitchFamily="34" charset="0"/>
              </a:rPr>
              <a:t> </a:t>
            </a:r>
            <a:r>
              <a:rPr lang="en-US" sz="2400" b="1" dirty="0" err="1">
                <a:solidFill>
                  <a:schemeClr val="tx1"/>
                </a:solidFill>
                <a:latin typeface="Arial" pitchFamily="34" charset="0"/>
                <a:cs typeface="Arial" pitchFamily="34" charset="0"/>
              </a:rPr>
              <a:t>cực</a:t>
            </a:r>
            <a:r>
              <a:rPr lang="en-US" sz="2400" b="1" dirty="0">
                <a:solidFill>
                  <a:schemeClr val="tx1"/>
                </a:solidFill>
                <a:latin typeface="Arial" pitchFamily="34" charset="0"/>
                <a:cs typeface="Arial" pitchFamily="34" charset="0"/>
              </a:rPr>
              <a:t> </a:t>
            </a:r>
            <a:r>
              <a:rPr lang="en-US" sz="2400" b="1" dirty="0" err="1">
                <a:solidFill>
                  <a:schemeClr val="tx1"/>
                </a:solidFill>
                <a:latin typeface="Arial" pitchFamily="34" charset="0"/>
                <a:cs typeface="Arial" pitchFamily="34" charset="0"/>
              </a:rPr>
              <a:t>thủy</a:t>
            </a:r>
            <a:r>
              <a:rPr lang="en-US" sz="2400" b="1" dirty="0">
                <a:solidFill>
                  <a:schemeClr val="tx1"/>
                </a:solidFill>
                <a:latin typeface="Arial" pitchFamily="34" charset="0"/>
                <a:cs typeface="Arial" pitchFamily="34" charset="0"/>
              </a:rPr>
              <a:t> </a:t>
            </a:r>
            <a:r>
              <a:rPr lang="en-US" sz="2400" b="1" dirty="0" err="1">
                <a:solidFill>
                  <a:schemeClr val="tx1"/>
                </a:solidFill>
                <a:latin typeface="Arial" pitchFamily="34" charset="0"/>
                <a:cs typeface="Arial" pitchFamily="34" charset="0"/>
              </a:rPr>
              <a:t>tinh</a:t>
            </a:r>
            <a:endParaRPr lang="en-US" sz="2400" b="1" dirty="0">
              <a:solidFill>
                <a:schemeClr val="tx1"/>
              </a:solidFill>
              <a:latin typeface="Arial" pitchFamily="34" charset="0"/>
              <a:cs typeface="Arial" pitchFamily="34" charset="0"/>
            </a:endParaRPr>
          </a:p>
        </p:txBody>
      </p:sp>
      <p:sp>
        <p:nvSpPr>
          <p:cNvPr id="7782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708703C-471B-47C6-B024-0E3E25EC04A3}" type="slidenum">
              <a:rPr lang="en-US" altLang="ru-RU">
                <a:solidFill>
                  <a:srgbClr val="FFFFFF"/>
                </a:solidFill>
                <a:latin typeface="Arial" panose="020B0604020202020204" pitchFamily="34" charset="0"/>
                <a:cs typeface="Arial" panose="020B0604020202020204" pitchFamily="34" charset="0"/>
              </a:rPr>
              <a:pPr/>
              <a:t>64</a:t>
            </a:fld>
            <a:endParaRPr lang="en-US" altLang="ru-RU">
              <a:solidFill>
                <a:srgbClr val="FFFFFF"/>
              </a:solidFill>
              <a:latin typeface="Arial" panose="020B0604020202020204" pitchFamily="34" charset="0"/>
              <a:cs typeface="Arial" panose="020B0604020202020204" pitchFamily="34" charset="0"/>
            </a:endParaRPr>
          </a:p>
        </p:txBody>
      </p:sp>
      <p:sp>
        <p:nvSpPr>
          <p:cNvPr id="5" name="Rectangle 4"/>
          <p:cNvSpPr/>
          <p:nvPr/>
        </p:nvSpPr>
        <p:spPr>
          <a:xfrm>
            <a:off x="1331913" y="188913"/>
            <a:ext cx="5589587" cy="522287"/>
          </a:xfrm>
          <a:prstGeom prst="rect">
            <a:avLst/>
          </a:prstGeom>
          <a:solidFill>
            <a:schemeClr val="accent1">
              <a:lumMod val="40000"/>
              <a:lumOff val="60000"/>
            </a:schemeClr>
          </a:solidFill>
          <a:ln>
            <a:solidFill>
              <a:schemeClr val="tx1"/>
            </a:solidFill>
          </a:ln>
        </p:spPr>
        <p:txBody>
          <a:bodyPr>
            <a:spAutoFit/>
          </a:bodyPr>
          <a:lstStyle>
            <a:lvl1pPr marL="273050" indent="-2730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1800"/>
              </a:spcBef>
              <a:spcAft>
                <a:spcPts val="1800"/>
              </a:spcAft>
              <a:defRPr/>
            </a:pP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cực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màng</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chọn</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lọc</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7" dur="500"/>
                                        <p:tgtEl>
                                          <p:spTgt spid="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randombar(horizontal)">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1331913" y="500063"/>
            <a:ext cx="6985000" cy="1071562"/>
          </a:xfrm>
          <a:prstGeom prst="rect">
            <a:avLst/>
          </a:prstGeom>
          <a:solidFill>
            <a:schemeClr val="accent6">
              <a:lumMod val="20000"/>
              <a:lumOff val="8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t>1.2. </a:t>
            </a:r>
            <a:r>
              <a:rPr lang="en-US" altLang="zh-CN" sz="2800" b="1"/>
              <a:t>Phân loại các phương pháp </a:t>
            </a:r>
          </a:p>
          <a:p>
            <a:pPr algn="ctr" eaLnBrk="1" hangingPunct="1"/>
            <a:r>
              <a:rPr lang="en-US" altLang="zh-CN" sz="2800" b="1"/>
              <a:t>phân tích điện hoá</a:t>
            </a:r>
          </a:p>
          <a:p>
            <a:pPr algn="ctr" eaLnBrk="1" hangingPunct="1"/>
            <a:endParaRPr lang="en-US" sz="2800" b="1"/>
          </a:p>
          <a:p>
            <a:pPr algn="ctr" eaLnBrk="1" hangingPunct="1"/>
            <a:endParaRPr lang="zh-CN" altLang="en-US" sz="2800"/>
          </a:p>
        </p:txBody>
      </p:sp>
      <p:sp>
        <p:nvSpPr>
          <p:cNvPr id="78851" name="Rectangle 8"/>
          <p:cNvSpPr>
            <a:spLocks noChangeArrowheads="1"/>
          </p:cNvSpPr>
          <p:nvPr/>
        </p:nvSpPr>
        <p:spPr bwMode="auto">
          <a:xfrm>
            <a:off x="1116013" y="1844675"/>
            <a:ext cx="7299325"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Nhóm 1: các phương pháp điện hoá có quá trình điện cực, thường là sự oxy hoá, sự khử của chất điện hoạt trên bề mặt điện cực.</a:t>
            </a:r>
          </a:p>
          <a:p>
            <a:pPr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Nhóm 2: các phương pháp điện hoá không có phản ứng điện cực như đo độ dẫn, điện trở,..</a:t>
            </a:r>
            <a:endParaRPr lang="en-US" altLang="zh-CN" sz="2200">
              <a:solidFill>
                <a:schemeClr val="tx2"/>
              </a:solidFill>
              <a:latin typeface="Arial" panose="020B0604020202020204" pitchFamily="34" charset="0"/>
              <a:cs typeface="Arial" panose="020B0604020202020204" pitchFamily="34" charset="0"/>
            </a:endParaRPr>
          </a:p>
        </p:txBody>
      </p:sp>
      <p:sp>
        <p:nvSpPr>
          <p:cNvPr id="7885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E22E0D2-971C-4CF5-A911-5D9722A0BF85}" type="slidenum">
              <a:rPr lang="en-US" altLang="ru-RU">
                <a:solidFill>
                  <a:srgbClr val="FFFFFF"/>
                </a:solidFill>
                <a:latin typeface="Arial" panose="020B0604020202020204" pitchFamily="34" charset="0"/>
                <a:cs typeface="Arial" panose="020B0604020202020204" pitchFamily="34" charset="0"/>
              </a:rPr>
              <a:pPr/>
              <a:t>65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8"/>
          <p:cNvSpPr>
            <a:spLocks noChangeArrowheads="1"/>
          </p:cNvSpPr>
          <p:nvPr/>
        </p:nvSpPr>
        <p:spPr bwMode="auto">
          <a:xfrm>
            <a:off x="755650" y="1844675"/>
            <a:ext cx="760095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60000"/>
              </a:lnSpc>
              <a:spcBef>
                <a:spcPct val="300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Phương pháp điện phân và điện lượng.</a:t>
            </a:r>
          </a:p>
          <a:p>
            <a:pPr algn="just" eaLnBrk="1" hangingPunct="1">
              <a:lnSpc>
                <a:spcPct val="160000"/>
              </a:lnSpc>
              <a:spcBef>
                <a:spcPct val="300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Phương pháp phân tích điện hoá chỉ dựa trên sự trao đổi điện tử ở điện cực.</a:t>
            </a:r>
          </a:p>
          <a:p>
            <a:pPr algn="just" eaLnBrk="1" hangingPunct="1">
              <a:lnSpc>
                <a:spcPct val="160000"/>
              </a:lnSpc>
              <a:spcBef>
                <a:spcPct val="30000"/>
              </a:spcBef>
              <a:buFontTx/>
              <a:buChar char="-"/>
            </a:pPr>
            <a:r>
              <a:rPr lang="en-US" altLang="zh-CN" sz="2200">
                <a:latin typeface="Arial" panose="020B0604020202020204" pitchFamily="34" charset="0"/>
                <a:cs typeface="Arial" panose="020B0604020202020204" pitchFamily="34" charset="0"/>
              </a:rPr>
              <a:t>Phương pháp điện thế kế trực tiếp</a:t>
            </a:r>
          </a:p>
          <a:p>
            <a:pPr algn="just" eaLnBrk="1" hangingPunct="1">
              <a:lnSpc>
                <a:spcPct val="160000"/>
              </a:lnSpc>
              <a:spcBef>
                <a:spcPct val="30000"/>
              </a:spcBef>
              <a:buFontTx/>
              <a:buChar char="-"/>
            </a:pPr>
            <a:r>
              <a:rPr lang="en-US" altLang="zh-CN" sz="2200">
                <a:latin typeface="Arial" panose="020B0604020202020204" pitchFamily="34" charset="0"/>
                <a:cs typeface="Arial" panose="020B0604020202020204" pitchFamily="34" charset="0"/>
              </a:rPr>
              <a:t>Phương pháp chuẩn độ điện thế (Potentionmetry)</a:t>
            </a:r>
          </a:p>
        </p:txBody>
      </p:sp>
      <p:sp>
        <p:nvSpPr>
          <p:cNvPr id="7987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E11F320-A219-4C7C-9C7C-21321C4B9384}" type="slidenum">
              <a:rPr lang="en-US" altLang="ru-RU">
                <a:solidFill>
                  <a:srgbClr val="FFFFFF"/>
                </a:solidFill>
                <a:latin typeface="Arial" panose="020B0604020202020204" pitchFamily="34" charset="0"/>
                <a:cs typeface="Arial" panose="020B0604020202020204" pitchFamily="34" charset="0"/>
              </a:rPr>
              <a:pPr/>
              <a:t>66</a:t>
            </a:fld>
            <a:endParaRPr lang="en-US" altLang="ru-RU">
              <a:solidFill>
                <a:srgbClr val="FFFFFF"/>
              </a:solidFill>
              <a:latin typeface="Arial" panose="020B0604020202020204" pitchFamily="34" charset="0"/>
              <a:cs typeface="Arial" panose="020B0604020202020204" pitchFamily="34" charset="0"/>
            </a:endParaRPr>
          </a:p>
        </p:txBody>
      </p:sp>
      <p:sp>
        <p:nvSpPr>
          <p:cNvPr id="5" name="Text Box 8"/>
          <p:cNvSpPr txBox="1">
            <a:spLocks noChangeArrowheads="1"/>
          </p:cNvSpPr>
          <p:nvPr/>
        </p:nvSpPr>
        <p:spPr bwMode="auto">
          <a:xfrm>
            <a:off x="1331913" y="500063"/>
            <a:ext cx="6985000" cy="1071562"/>
          </a:xfrm>
          <a:prstGeom prst="rect">
            <a:avLst/>
          </a:prstGeom>
          <a:solidFill>
            <a:schemeClr val="accent6">
              <a:lumMod val="20000"/>
              <a:lumOff val="8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t>1.2. </a:t>
            </a:r>
            <a:r>
              <a:rPr lang="en-US" altLang="zh-CN" sz="2800" b="1"/>
              <a:t>Phân loại các phương pháp </a:t>
            </a:r>
          </a:p>
          <a:p>
            <a:pPr algn="ctr" eaLnBrk="1" hangingPunct="1"/>
            <a:r>
              <a:rPr lang="en-US" altLang="zh-CN" sz="2800" b="1"/>
              <a:t>phân tích điện hoá</a:t>
            </a:r>
          </a:p>
          <a:p>
            <a:pPr algn="ctr" eaLnBrk="1" hangingPunct="1"/>
            <a:endParaRPr lang="en-US" sz="2800" b="1"/>
          </a:p>
          <a:p>
            <a:pPr algn="ctr" eaLnBrk="1" hangingPunct="1"/>
            <a:endParaRPr lang="zh-CN" altLang="en-US" sz="280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8"/>
          <p:cNvSpPr>
            <a:spLocks noChangeArrowheads="1"/>
          </p:cNvSpPr>
          <p:nvPr/>
        </p:nvSpPr>
        <p:spPr bwMode="auto">
          <a:xfrm>
            <a:off x="1308100" y="1052513"/>
            <a:ext cx="7440613" cy="38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Font typeface="Wingdings" panose="05000000000000000000" pitchFamily="2" charset="2"/>
              <a:buChar char="§"/>
            </a:pPr>
            <a:r>
              <a:rPr lang="en-US" altLang="zh-CN" sz="2200">
                <a:latin typeface="Arial" panose="020B0604020202020204" pitchFamily="34" charset="0"/>
                <a:cs typeface="Arial" panose="020B0604020202020204" pitchFamily="34" charset="0"/>
              </a:rPr>
              <a:t>Phương pháp phân tích điện hoá dựa trên sự truyền khối:</a:t>
            </a:r>
          </a:p>
          <a:p>
            <a:pPr algn="just" eaLnBrk="1" hangingPunct="1">
              <a:lnSpc>
                <a:spcPct val="150000"/>
              </a:lnSpc>
              <a:spcBef>
                <a:spcPts val="600"/>
              </a:spcBef>
              <a:spcAft>
                <a:spcPts val="600"/>
              </a:spcAft>
              <a:buFontTx/>
              <a:buChar char="-"/>
            </a:pPr>
            <a:r>
              <a:rPr lang="en-US" altLang="zh-CN" sz="2200">
                <a:latin typeface="Arial" panose="020B0604020202020204" pitchFamily="34" charset="0"/>
                <a:cs typeface="Arial" panose="020B0604020202020204" pitchFamily="34" charset="0"/>
              </a:rPr>
              <a:t>Phương pháp dựa trên sự truyền khối bằng khuếch tán: phương pháp cực phổ (Polarography) và phương pháp Volt – Ampe (</a:t>
            </a:r>
            <a:r>
              <a:rPr lang="en-GB" altLang="zh-CN" sz="2200">
                <a:latin typeface="Arial" panose="020B0604020202020204" pitchFamily="34" charset="0"/>
                <a:cs typeface="Arial" panose="020B0604020202020204" pitchFamily="34" charset="0"/>
              </a:rPr>
              <a:t>Voltammetry</a:t>
            </a:r>
            <a:r>
              <a:rPr lang="en-US" altLang="zh-CN" sz="2200">
                <a:latin typeface="Arial" panose="020B0604020202020204" pitchFamily="34" charset="0"/>
                <a:cs typeface="Arial" panose="020B0604020202020204" pitchFamily="34" charset="0"/>
              </a:rPr>
              <a:t>). </a:t>
            </a:r>
          </a:p>
          <a:p>
            <a:pPr algn="just" eaLnBrk="1" hangingPunct="1">
              <a:lnSpc>
                <a:spcPct val="150000"/>
              </a:lnSpc>
              <a:spcBef>
                <a:spcPts val="600"/>
              </a:spcBef>
              <a:spcAft>
                <a:spcPts val="600"/>
              </a:spcAft>
              <a:buFontTx/>
              <a:buChar char="-"/>
            </a:pPr>
            <a:r>
              <a:rPr lang="en-US" altLang="zh-CN" sz="2200">
                <a:latin typeface="Arial" panose="020B0604020202020204" pitchFamily="34" charset="0"/>
                <a:cs typeface="Arial" panose="020B0604020202020204" pitchFamily="34" charset="0"/>
              </a:rPr>
              <a:t>Phương pháp dựa trên sự truyền khối bằng cách điện di: phương pháp độ dẫn</a:t>
            </a:r>
          </a:p>
        </p:txBody>
      </p:sp>
      <p:sp>
        <p:nvSpPr>
          <p:cNvPr id="8089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21C9F65-86D0-4F7D-8A7A-C03A190F9D21}" type="slidenum">
              <a:rPr lang="en-US" altLang="ru-RU">
                <a:solidFill>
                  <a:srgbClr val="FFFFFF"/>
                </a:solidFill>
                <a:latin typeface="Arial" panose="020B0604020202020204" pitchFamily="34" charset="0"/>
                <a:cs typeface="Arial" panose="020B0604020202020204" pitchFamily="34" charset="0"/>
              </a:rPr>
              <a:pPr/>
              <a:t>67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7"/>
          <p:cNvSpPr txBox="1">
            <a:spLocks noChangeArrowheads="1"/>
          </p:cNvSpPr>
          <p:nvPr/>
        </p:nvSpPr>
        <p:spPr bwMode="auto">
          <a:xfrm>
            <a:off x="971550" y="177800"/>
            <a:ext cx="6337300" cy="534988"/>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fr-FR" altLang="zh-CN" sz="3200" b="1">
                <a:latin typeface="Times New Roman" panose="02020603050405020304" pitchFamily="18" charset="0"/>
                <a:cs typeface="Times New Roman" panose="02020603050405020304" pitchFamily="18" charset="0"/>
              </a:rPr>
              <a:t>Ch</a:t>
            </a:r>
            <a:r>
              <a:rPr lang="vi-VN" altLang="zh-CN" sz="3200" b="1">
                <a:latin typeface="Times New Roman" panose="02020603050405020304" pitchFamily="18" charset="0"/>
                <a:cs typeface="Times New Roman" panose="02020603050405020304" pitchFamily="18" charset="0"/>
              </a:rPr>
              <a:t>ươ</a:t>
            </a:r>
            <a:r>
              <a:rPr lang="en-US" altLang="zh-CN" sz="3200" b="1">
                <a:latin typeface="Times New Roman" panose="02020603050405020304" pitchFamily="18" charset="0"/>
                <a:cs typeface="Times New Roman" panose="02020603050405020304" pitchFamily="18" charset="0"/>
              </a:rPr>
              <a:t>ng 2: </a:t>
            </a:r>
            <a:r>
              <a:rPr lang="vi-VN" altLang="zh-CN" sz="3200" b="1">
                <a:latin typeface="Times New Roman" panose="02020603050405020304" pitchFamily="18" charset="0"/>
                <a:cs typeface="Times New Roman" panose="02020603050405020304" pitchFamily="18" charset="0"/>
              </a:rPr>
              <a:t>Phương pháp độ dẫn</a:t>
            </a:r>
            <a:endParaRPr lang="fr-FR" altLang="zh-CN" sz="3200" b="1">
              <a:latin typeface="Times New Roman" panose="02020603050405020304" pitchFamily="18" charset="0"/>
              <a:cs typeface="Times New Roman" panose="02020603050405020304" pitchFamily="18" charset="0"/>
            </a:endParaRPr>
          </a:p>
        </p:txBody>
      </p:sp>
      <p:sp>
        <p:nvSpPr>
          <p:cNvPr id="5" name="Text Box 8"/>
          <p:cNvSpPr txBox="1">
            <a:spLocks noChangeArrowheads="1"/>
          </p:cNvSpPr>
          <p:nvPr/>
        </p:nvSpPr>
        <p:spPr bwMode="auto">
          <a:xfrm>
            <a:off x="1042988" y="836613"/>
            <a:ext cx="6205537" cy="642937"/>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400" b="1"/>
              <a:t>2.1. </a:t>
            </a:r>
            <a:r>
              <a:rPr lang="vi-VN" sz="2400" b="1">
                <a:latin typeface="Arial" panose="020B0604020202020204" pitchFamily="34" charset="0"/>
              </a:rPr>
              <a:t>Cơ sở lý thuyết của phương pháp</a:t>
            </a:r>
            <a:endParaRPr lang="zh-CN" altLang="en-US" sz="2400" b="1"/>
          </a:p>
        </p:txBody>
      </p:sp>
      <p:sp>
        <p:nvSpPr>
          <p:cNvPr id="81924" name="Rectangle 9"/>
          <p:cNvSpPr>
            <a:spLocks noChangeArrowheads="1"/>
          </p:cNvSpPr>
          <p:nvPr/>
        </p:nvSpPr>
        <p:spPr bwMode="auto">
          <a:xfrm>
            <a:off x="1252538" y="1647825"/>
            <a:ext cx="7391400" cy="36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zh-CN" sz="2200">
                <a:latin typeface="Arial" panose="020B0604020202020204" pitchFamily="34" charset="0"/>
                <a:cs typeface="Arial" panose="020B0604020202020204" pitchFamily="34" charset="0"/>
              </a:rPr>
              <a:t>Phương pháp phân tích đo độ dẫn điện là phương pháp phân tích dựa vào việc đo độ dẫn điện của các dung dịch điện li được gây ra bởi sự chuyển động của các ion.</a:t>
            </a:r>
          </a:p>
          <a:p>
            <a:pPr algn="just" eaLnBrk="1" hangingPunct="1">
              <a:lnSpc>
                <a:spcPct val="150000"/>
              </a:lnSpc>
            </a:pPr>
            <a:r>
              <a:rPr lang="de-DE" altLang="zh-CN" sz="2200">
                <a:latin typeface="Arial" panose="020B0604020202020204" pitchFamily="34" charset="0"/>
                <a:cs typeface="Arial" panose="020B0604020202020204" pitchFamily="34" charset="0"/>
              </a:rPr>
              <a:t>Độ dẫn điện của một chất là khả năng cho dòng điện chạy qua chất dẫn điện dưới tác dụng của điện trường ngoài. </a:t>
            </a:r>
            <a:r>
              <a:rPr lang="en-US" altLang="zh-CN" sz="2200">
                <a:latin typeface="Arial" panose="020B0604020202020204" pitchFamily="34" charset="0"/>
                <a:cs typeface="Arial" panose="020B0604020202020204" pitchFamily="34" charset="0"/>
              </a:rPr>
              <a:t>Đơn vị của độ dẫn điện là simen (S)	</a:t>
            </a:r>
          </a:p>
          <a:p>
            <a:pPr algn="just" eaLnBrk="1" hangingPunct="1">
              <a:lnSpc>
                <a:spcPct val="150000"/>
              </a:lnSpc>
            </a:pPr>
            <a:r>
              <a:rPr lang="en-US" altLang="zh-CN" sz="2200">
                <a:latin typeface="Arial" panose="020B0604020202020204" pitchFamily="34" charset="0"/>
                <a:cs typeface="Arial" panose="020B0604020202020204" pitchFamily="34" charset="0"/>
              </a:rPr>
              <a:t>(1S = 1 A/V )</a:t>
            </a:r>
            <a:endParaRPr lang="zh-CN" altLang="en-US" sz="2200">
              <a:latin typeface="Arial" panose="020B0604020202020204" pitchFamily="34" charset="0"/>
              <a:cs typeface="Arial" panose="020B0604020202020204" pitchFamily="34" charset="0"/>
            </a:endParaRPr>
          </a:p>
        </p:txBody>
      </p:sp>
      <p:sp>
        <p:nvSpPr>
          <p:cNvPr id="8192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165F830-5C2F-466B-927D-3006F534E205}" type="slidenum">
              <a:rPr lang="en-US" altLang="ru-RU">
                <a:solidFill>
                  <a:srgbClr val="FFFFFF"/>
                </a:solidFill>
                <a:latin typeface="Arial" panose="020B0604020202020204" pitchFamily="34" charset="0"/>
                <a:cs typeface="Arial" panose="020B0604020202020204" pitchFamily="34" charset="0"/>
              </a:rPr>
              <a:pPr/>
              <a:t>68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txBox="1">
            <a:spLocks noChangeArrowheads="1"/>
          </p:cNvSpPr>
          <p:nvPr/>
        </p:nvSpPr>
        <p:spPr bwMode="auto">
          <a:xfrm>
            <a:off x="684213" y="912813"/>
            <a:ext cx="80613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a:lnSpc>
                <a:spcPct val="150000"/>
              </a:lnSpc>
              <a:spcBef>
                <a:spcPct val="20000"/>
              </a:spcBef>
              <a:spcAft>
                <a:spcPct val="0"/>
              </a:spcAft>
              <a:buClrTx/>
              <a:buSzTx/>
              <a:buFontTx/>
              <a:buChar char="•"/>
            </a:pPr>
            <a:r>
              <a:rPr lang="en-US" sz="2200">
                <a:solidFill>
                  <a:schemeClr val="tx1"/>
                </a:solidFill>
                <a:latin typeface="Arial" panose="020B0604020202020204" pitchFamily="34" charset="0"/>
                <a:cs typeface="Arial" panose="020B0604020202020204" pitchFamily="34" charset="0"/>
              </a:rPr>
              <a:t>Độ dẫn điện của môi trường là trị số nghịch đảo của điện trở môi trường:</a:t>
            </a:r>
          </a:p>
          <a:p>
            <a:pPr algn="ctr">
              <a:lnSpc>
                <a:spcPct val="150000"/>
              </a:lnSpc>
              <a:spcBef>
                <a:spcPct val="20000"/>
              </a:spcBef>
              <a:spcAft>
                <a:spcPct val="0"/>
              </a:spcAft>
              <a:buClrTx/>
              <a:buSzTx/>
              <a:buFontTx/>
              <a:buNone/>
            </a:pPr>
            <a:r>
              <a:rPr lang="en-US" sz="2200" b="1">
                <a:solidFill>
                  <a:schemeClr val="tx1"/>
                </a:solidFill>
                <a:latin typeface="Arial" panose="020B0604020202020204" pitchFamily="34" charset="0"/>
                <a:cs typeface="Arial" panose="020B0604020202020204" pitchFamily="34" charset="0"/>
              </a:rPr>
              <a:t>W=1/R</a:t>
            </a:r>
            <a:r>
              <a:rPr lang="en-US" sz="2200">
                <a:solidFill>
                  <a:schemeClr val="tx1"/>
                </a:solidFill>
                <a:latin typeface="Arial" panose="020B0604020202020204" pitchFamily="34" charset="0"/>
                <a:cs typeface="Arial" panose="020B0604020202020204" pitchFamily="34" charset="0"/>
              </a:rPr>
              <a:t>(simen_S); Ohm</a:t>
            </a:r>
            <a:r>
              <a:rPr lang="en-US" sz="2200" baseline="30000">
                <a:solidFill>
                  <a:schemeClr val="tx1"/>
                </a:solidFill>
                <a:latin typeface="Arial" panose="020B0604020202020204" pitchFamily="34" charset="0"/>
                <a:cs typeface="Arial" panose="020B0604020202020204" pitchFamily="34" charset="0"/>
              </a:rPr>
              <a:t>-1</a:t>
            </a:r>
          </a:p>
          <a:p>
            <a:pPr algn="just">
              <a:lnSpc>
                <a:spcPct val="150000"/>
              </a:lnSpc>
              <a:spcBef>
                <a:spcPct val="20000"/>
              </a:spcBef>
              <a:spcAft>
                <a:spcPct val="0"/>
              </a:spcAft>
              <a:buClrTx/>
              <a:buSzTx/>
              <a:buFontTx/>
              <a:buChar char="•"/>
            </a:pPr>
            <a:r>
              <a:rPr lang="en-US" sz="2200">
                <a:solidFill>
                  <a:schemeClr val="tx1"/>
                </a:solidFill>
                <a:latin typeface="Arial" panose="020B0604020202020204" pitchFamily="34" charset="0"/>
                <a:cs typeface="Arial" panose="020B0604020202020204" pitchFamily="34" charset="0"/>
              </a:rPr>
              <a:t>Độ dẫn điện riêng là độ dẫn điện của một lớp dung dịch chất điện li giữa hai mặt đối nhau của một khối lập phương mỗi cạnh là 1 cm:   </a:t>
            </a:r>
          </a:p>
          <a:p>
            <a:pPr algn="ctr">
              <a:lnSpc>
                <a:spcPct val="150000"/>
              </a:lnSpc>
              <a:spcBef>
                <a:spcPct val="20000"/>
              </a:spcBef>
              <a:spcAft>
                <a:spcPct val="0"/>
              </a:spcAft>
              <a:buClrTx/>
              <a:buSzTx/>
              <a:buFontTx/>
              <a:buNone/>
            </a:pPr>
            <a:r>
              <a:rPr lang="el-GR" sz="2200" b="1">
                <a:solidFill>
                  <a:schemeClr val="tx1"/>
                </a:solidFill>
                <a:latin typeface="Arial" panose="020B0604020202020204" pitchFamily="34" charset="0"/>
                <a:cs typeface="Arial" panose="020B0604020202020204" pitchFamily="34" charset="0"/>
              </a:rPr>
              <a:t>χ</a:t>
            </a:r>
            <a:r>
              <a:rPr lang="en-US" sz="2200" b="1">
                <a:solidFill>
                  <a:schemeClr val="tx1"/>
                </a:solidFill>
                <a:latin typeface="Arial" panose="020B0604020202020204" pitchFamily="34" charset="0"/>
                <a:cs typeface="Arial" panose="020B0604020202020204" pitchFamily="34" charset="0"/>
              </a:rPr>
              <a:t> = 1/</a:t>
            </a:r>
            <a:r>
              <a:rPr lang="el-GR" sz="2200" b="1">
                <a:solidFill>
                  <a:schemeClr val="tx1"/>
                </a:solidFill>
                <a:latin typeface="Arial" panose="020B0604020202020204" pitchFamily="34" charset="0"/>
                <a:cs typeface="Arial" panose="020B0604020202020204" pitchFamily="34" charset="0"/>
              </a:rPr>
              <a:t>ρ</a:t>
            </a:r>
            <a:r>
              <a:rPr lang="en-US" sz="2200" b="1">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(S/cm)</a:t>
            </a:r>
          </a:p>
          <a:p>
            <a:pPr algn="just">
              <a:lnSpc>
                <a:spcPct val="150000"/>
              </a:lnSpc>
              <a:spcBef>
                <a:spcPct val="20000"/>
              </a:spcBef>
              <a:spcAft>
                <a:spcPct val="0"/>
              </a:spcAft>
              <a:buClrTx/>
              <a:buSzTx/>
              <a:buFont typeface="Wingdings" panose="05000000000000000000" pitchFamily="2" charset="2"/>
              <a:buNone/>
            </a:pPr>
            <a:endParaRPr lang="en-US" sz="2200" b="1" baseline="-25000">
              <a:solidFill>
                <a:schemeClr val="tx1"/>
              </a:solidFill>
              <a:latin typeface="Arial" panose="020B0604020202020204" pitchFamily="34" charset="0"/>
              <a:cs typeface="Arial" panose="020B0604020202020204" pitchFamily="34" charset="0"/>
            </a:endParaRPr>
          </a:p>
        </p:txBody>
      </p:sp>
      <p:sp>
        <p:nvSpPr>
          <p:cNvPr id="82947"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B8C0DF7-6DE4-42F7-9896-154578A7862B}" type="slidenum">
              <a:rPr lang="en-US" altLang="ru-RU">
                <a:solidFill>
                  <a:srgbClr val="FFFFFF"/>
                </a:solidFill>
                <a:latin typeface="Arial" panose="020B0604020202020204" pitchFamily="34" charset="0"/>
                <a:cs typeface="Arial" panose="020B0604020202020204" pitchFamily="34" charset="0"/>
              </a:rPr>
              <a:pPr/>
              <a:t>69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txBox="1">
            <a:spLocks noChangeArrowheads="1"/>
          </p:cNvSpPr>
          <p:nvPr/>
        </p:nvSpPr>
        <p:spPr bwMode="auto">
          <a:xfrm>
            <a:off x="684213" y="404813"/>
            <a:ext cx="7929562" cy="684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a:lnSpc>
                <a:spcPct val="150000"/>
              </a:lnSpc>
              <a:spcBef>
                <a:spcPct val="20000"/>
              </a:spcBef>
              <a:spcAft>
                <a:spcPct val="0"/>
              </a:spcAft>
              <a:buClrTx/>
              <a:buSzTx/>
              <a:buFontTx/>
              <a:buChar char="•"/>
            </a:pPr>
            <a:r>
              <a:rPr lang="en-US" sz="2200">
                <a:solidFill>
                  <a:schemeClr val="tx1"/>
                </a:solidFill>
                <a:latin typeface="Arial" panose="020B0604020202020204" pitchFamily="34" charset="0"/>
                <a:cs typeface="Arial" panose="020B0604020202020204" pitchFamily="34" charset="0"/>
              </a:rPr>
              <a:t>Độ dẫn điện đương lượng là độ dẫn điện của lớp dung dịch chất điện ly có bề dày 1 cm, ở giữa hai cực có cùng điện tích đặt song song thế nào cho lớp dung dịch giữa hai điện cực phải chứa 1 mol đương lượng chất điện ly hòa tan:</a:t>
            </a:r>
          </a:p>
          <a:p>
            <a:pPr algn="ctr">
              <a:lnSpc>
                <a:spcPct val="150000"/>
              </a:lnSpc>
              <a:spcBef>
                <a:spcPct val="2000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a:t>
            </a:r>
            <a:r>
              <a:rPr lang="el-GR" sz="2200" b="1">
                <a:solidFill>
                  <a:schemeClr val="tx1"/>
                </a:solidFill>
                <a:latin typeface="Arial" panose="020B0604020202020204" pitchFamily="34" charset="0"/>
                <a:cs typeface="Arial" panose="020B0604020202020204" pitchFamily="34" charset="0"/>
              </a:rPr>
              <a:t>λ</a:t>
            </a:r>
            <a:r>
              <a:rPr lang="en-US" sz="2200" b="1">
                <a:solidFill>
                  <a:schemeClr val="tx1"/>
                </a:solidFill>
                <a:latin typeface="Arial" panose="020B0604020202020204" pitchFamily="34" charset="0"/>
                <a:cs typeface="Arial" panose="020B0604020202020204" pitchFamily="34" charset="0"/>
              </a:rPr>
              <a:t> = </a:t>
            </a:r>
            <a:r>
              <a:rPr lang="el-GR" sz="2200" b="1">
                <a:solidFill>
                  <a:schemeClr val="tx1"/>
                </a:solidFill>
                <a:latin typeface="Arial" panose="020B0604020202020204" pitchFamily="34" charset="0"/>
                <a:cs typeface="Arial" panose="020B0604020202020204" pitchFamily="34" charset="0"/>
              </a:rPr>
              <a:t>χ</a:t>
            </a:r>
            <a:r>
              <a:rPr lang="en-US" sz="2200" b="1">
                <a:solidFill>
                  <a:schemeClr val="tx1"/>
                </a:solidFill>
                <a:latin typeface="Arial" panose="020B0604020202020204" pitchFamily="34" charset="0"/>
                <a:cs typeface="Arial" panose="020B0604020202020204" pitchFamily="34" charset="0"/>
              </a:rPr>
              <a:t> /C     </a:t>
            </a:r>
            <a:r>
              <a:rPr lang="en-US" sz="2200">
                <a:solidFill>
                  <a:schemeClr val="tx1"/>
                </a:solidFill>
                <a:latin typeface="Arial" panose="020B0604020202020204" pitchFamily="34" charset="0"/>
                <a:cs typeface="Arial" panose="020B0604020202020204" pitchFamily="34" charset="0"/>
              </a:rPr>
              <a:t>(S.cm</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/mol) </a:t>
            </a:r>
          </a:p>
          <a:p>
            <a:pPr algn="just">
              <a:lnSpc>
                <a:spcPct val="150000"/>
              </a:lnSpc>
              <a:spcBef>
                <a:spcPct val="20000"/>
              </a:spcBef>
              <a:spcAft>
                <a:spcPct val="0"/>
              </a:spcAft>
              <a:buClrTx/>
              <a:buSzTx/>
              <a:buFont typeface="Wingdings" panose="05000000000000000000" pitchFamily="2" charset="2"/>
              <a:buNone/>
            </a:pPr>
            <a:r>
              <a:rPr lang="en-US" sz="2200" b="1">
                <a:solidFill>
                  <a:schemeClr val="tx1"/>
                </a:solidFill>
                <a:latin typeface="Arial" panose="020B0604020202020204" pitchFamily="34" charset="0"/>
                <a:cs typeface="Arial" panose="020B0604020202020204" pitchFamily="34" charset="0"/>
                <a:sym typeface="Wingdings 3" panose="05040102010807070707" pitchFamily="18" charset="2"/>
              </a:rPr>
              <a:t>	</a:t>
            </a:r>
            <a:r>
              <a:rPr lang="el-GR" sz="2200" b="1">
                <a:solidFill>
                  <a:schemeClr val="tx1"/>
                </a:solidFill>
                <a:latin typeface="Arial" panose="020B0604020202020204" pitchFamily="34" charset="0"/>
                <a:cs typeface="Arial" panose="020B0604020202020204" pitchFamily="34" charset="0"/>
              </a:rPr>
              <a:t>χ</a:t>
            </a:r>
            <a:r>
              <a:rPr lang="en-US" sz="2200" b="1">
                <a:solidFill>
                  <a:schemeClr val="tx1"/>
                </a:solidFill>
                <a:latin typeface="Arial" panose="020B0604020202020204" pitchFamily="34" charset="0"/>
                <a:cs typeface="Arial" panose="020B0604020202020204" pitchFamily="34" charset="0"/>
              </a:rPr>
              <a:t> </a:t>
            </a:r>
            <a:r>
              <a:rPr lang="en-US" sz="2200" i="1">
                <a:solidFill>
                  <a:schemeClr val="tx1"/>
                </a:solidFill>
                <a:latin typeface="Arial" panose="020B0604020202020204" pitchFamily="34" charset="0"/>
                <a:cs typeface="Arial" panose="020B0604020202020204" pitchFamily="34" charset="0"/>
              </a:rPr>
              <a:t>và</a:t>
            </a:r>
            <a:r>
              <a:rPr lang="en-US" sz="2200" b="1">
                <a:solidFill>
                  <a:schemeClr val="tx1"/>
                </a:solidFill>
                <a:latin typeface="Arial" panose="020B0604020202020204" pitchFamily="34" charset="0"/>
                <a:cs typeface="Arial" panose="020B0604020202020204" pitchFamily="34" charset="0"/>
              </a:rPr>
              <a:t> </a:t>
            </a:r>
            <a:r>
              <a:rPr lang="el-GR" sz="2200" b="1">
                <a:solidFill>
                  <a:schemeClr val="tx1"/>
                </a:solidFill>
                <a:latin typeface="Arial" panose="020B0604020202020204" pitchFamily="34" charset="0"/>
                <a:cs typeface="Arial" panose="020B0604020202020204" pitchFamily="34" charset="0"/>
              </a:rPr>
              <a:t>λ</a:t>
            </a:r>
            <a:r>
              <a:rPr lang="en-US" sz="2200" i="1">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phụ thuộc vào nhiệt độ, nồng độ và bản chất của chất khảo sát</a:t>
            </a:r>
            <a:endParaRPr lang="el-GR" sz="2200">
              <a:solidFill>
                <a:schemeClr val="tx1"/>
              </a:solidFill>
              <a:latin typeface="Arial" panose="020B0604020202020204" pitchFamily="34" charset="0"/>
              <a:cs typeface="Arial" panose="020B0604020202020204" pitchFamily="34" charset="0"/>
            </a:endParaRPr>
          </a:p>
          <a:p>
            <a:pPr algn="just">
              <a:lnSpc>
                <a:spcPct val="150000"/>
              </a:lnSpc>
              <a:spcBef>
                <a:spcPct val="20000"/>
              </a:spcBef>
              <a:spcAft>
                <a:spcPct val="0"/>
              </a:spcAft>
              <a:buClrTx/>
              <a:buSzTx/>
              <a:buFont typeface="Wingdings" panose="05000000000000000000" pitchFamily="2" charset="2"/>
              <a:buNone/>
            </a:pPr>
            <a:endParaRPr lang="en-US" sz="2200" b="1" baseline="-25000">
              <a:solidFill>
                <a:schemeClr val="tx1"/>
              </a:solidFill>
              <a:latin typeface="Arial" panose="020B0604020202020204" pitchFamily="34" charset="0"/>
              <a:cs typeface="Arial" panose="020B0604020202020204" pitchFamily="34" charset="0"/>
            </a:endParaRPr>
          </a:p>
        </p:txBody>
      </p:sp>
      <p:sp>
        <p:nvSpPr>
          <p:cNvPr id="83971"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6A63DCF-E3E9-45E1-9FC2-C16DEC08920C}" type="slidenum">
              <a:rPr lang="en-US" altLang="ru-RU">
                <a:solidFill>
                  <a:srgbClr val="FFFFFF"/>
                </a:solidFill>
                <a:latin typeface="Arial" panose="020B0604020202020204" pitchFamily="34" charset="0"/>
                <a:cs typeface="Arial" panose="020B0604020202020204" pitchFamily="34" charset="0"/>
              </a:rPr>
              <a:pPr/>
              <a:t>70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971550" y="1268413"/>
            <a:ext cx="7416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50000"/>
              </a:lnSpc>
              <a:spcBef>
                <a:spcPts val="600"/>
              </a:spcBef>
              <a:spcAft>
                <a:spcPts val="600"/>
              </a:spcAft>
              <a:buClrTx/>
              <a:buSzPct val="101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Đối với chất điện ly yếu, giả thiết là trong dung dịch vô cùng loãng (C </a:t>
            </a:r>
            <a:r>
              <a:rPr lang="en-US" sz="2200">
                <a:solidFill>
                  <a:schemeClr val="tx1"/>
                </a:solidFill>
                <a:latin typeface="Arial" panose="020B0604020202020204" pitchFamily="34" charset="0"/>
                <a:cs typeface="Arial" panose="020B0604020202020204" pitchFamily="34" charset="0"/>
                <a:sym typeface="Symbol" panose="05050102010706020507" pitchFamily="18" charset="2"/>
              </a:rPr>
              <a:t> 0, </a:t>
            </a:r>
            <a:r>
              <a:rPr lang="en-US" sz="22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sym typeface="Symbol" panose="05050102010706020507" pitchFamily="18" charset="2"/>
              </a:rPr>
              <a:t> 1) các ion chuyển động độc lập không ảnh hưởng lẫn nhau, ta có:</a:t>
            </a:r>
          </a:p>
          <a:p>
            <a:pPr algn="ctr" eaLnBrk="1" hangingPunct="1">
              <a:lnSpc>
                <a:spcPct val="150000"/>
              </a:lnSpc>
              <a:spcBef>
                <a:spcPts val="600"/>
              </a:spcBef>
              <a:spcAft>
                <a:spcPts val="600"/>
              </a:spcAft>
              <a:buClrTx/>
              <a:buSzPct val="101000"/>
              <a:buFont typeface="Wingdings 2" panose="05020102010507070707" pitchFamily="18" charset="2"/>
              <a:buNone/>
            </a:pPr>
            <a:r>
              <a:rPr lang="en-US" sz="2200" b="1">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sz="2200" b="1" baseline="-2500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sz="2200" b="1">
                <a:solidFill>
                  <a:srgbClr val="FF0000"/>
                </a:solidFill>
                <a:latin typeface="Arial" panose="020B0604020202020204" pitchFamily="34" charset="0"/>
                <a:cs typeface="Arial" panose="020B0604020202020204" pitchFamily="34" charset="0"/>
                <a:sym typeface="Symbol" panose="05050102010706020507" pitchFamily="18" charset="2"/>
              </a:rPr>
              <a:t> = </a:t>
            </a:r>
            <a:r>
              <a:rPr lang="en-US" sz="2200" b="1" baseline="3000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sz="2200" b="1" baseline="-2500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sz="2200" b="1">
                <a:solidFill>
                  <a:srgbClr val="FF0000"/>
                </a:solidFill>
                <a:latin typeface="Arial" panose="020B0604020202020204" pitchFamily="34" charset="0"/>
                <a:cs typeface="Arial" panose="020B0604020202020204" pitchFamily="34" charset="0"/>
                <a:sym typeface="Symbol" panose="05050102010706020507" pitchFamily="18" charset="2"/>
              </a:rPr>
              <a:t> + </a:t>
            </a:r>
            <a:r>
              <a:rPr lang="en-US" sz="2200" b="1" baseline="3000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sz="2200" b="1" baseline="-25000">
                <a:solidFill>
                  <a:srgbClr val="FF0000"/>
                </a:solidFill>
                <a:latin typeface="Arial" panose="020B0604020202020204" pitchFamily="34" charset="0"/>
                <a:cs typeface="Arial" panose="020B0604020202020204" pitchFamily="34" charset="0"/>
                <a:sym typeface="Symbol" panose="05050102010706020507" pitchFamily="18" charset="2"/>
              </a:rPr>
              <a:t></a:t>
            </a:r>
          </a:p>
        </p:txBody>
      </p:sp>
      <p:sp>
        <p:nvSpPr>
          <p:cNvPr id="8499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EEAAF33-C7E6-49C6-BACA-12B232403C43}" type="slidenum">
              <a:rPr lang="en-US" altLang="ru-RU">
                <a:solidFill>
                  <a:srgbClr val="FFFFFF"/>
                </a:solidFill>
                <a:latin typeface="Arial" panose="020B0604020202020204" pitchFamily="34" charset="0"/>
                <a:cs typeface="Arial" panose="020B0604020202020204" pitchFamily="34" charset="0"/>
              </a:rPr>
              <a:pPr/>
              <a:t>71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339"/>
          <p:cNvGraphicFramePr>
            <a:graphicFrameLocks noGrp="1"/>
          </p:cNvGraphicFramePr>
          <p:nvPr/>
        </p:nvGraphicFramePr>
        <p:xfrm>
          <a:off x="0" y="576263"/>
          <a:ext cx="8893175" cy="6316674"/>
        </p:xfrm>
        <a:graphic>
          <a:graphicData uri="http://schemas.openxmlformats.org/drawingml/2006/table">
            <a:tbl>
              <a:tblPr/>
              <a:tblGrid>
                <a:gridCol w="1304925"/>
                <a:gridCol w="1631950"/>
                <a:gridCol w="1306513"/>
                <a:gridCol w="1630362"/>
                <a:gridCol w="1470025"/>
                <a:gridCol w="1549400"/>
              </a:tblGrid>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Ion</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λ (S.cm</a:t>
                      </a:r>
                      <a:r>
                        <a:rPr kumimoji="0" lang="en-GB" sz="1200" b="1"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/mol)</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Ion</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λ (S.cm</a:t>
                      </a:r>
                      <a:r>
                        <a:rPr kumimoji="0" lang="en-GB" sz="1200" b="1"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/mol)</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Ion</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λ (S.cm</a:t>
                      </a:r>
                      <a:r>
                        <a:rPr kumimoji="0" lang="en-GB" sz="1200" b="1"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/mol)</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Ag</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61.9</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33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Cs</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77.3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Al</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40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Cu</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B(C</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5)4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18</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I</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76.8</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55.4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Ba</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63.6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IO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40.5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Fe(CN)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6</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100</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Be</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IO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54.4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Fe(CN)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6</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110.5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Br</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78.1</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K</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73.5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349.8</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BrO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55.8</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La</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69.5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54.6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40.9</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Li</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38.7</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44.5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32.6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Mg</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53.1</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HC</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74.2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6</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5</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32.3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Mn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44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SO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80</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56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MnO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53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Sn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59.5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CNS</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57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43.6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Sr</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59.5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69.5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5</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42.2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Tl</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74.7</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40.2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73.5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UO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51</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59.5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5</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59</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Zn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52.8</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Cd</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46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71.4</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65-70</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Ce</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69.9</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Na</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50.1</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Cl</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76.3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Ni</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49 (28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Co(CN)</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6</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98.9</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ClO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64.6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OH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198.6</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Co(NH</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6</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102.3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ClO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67.3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3-</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69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CrO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72 (18</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7</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95.9</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Rb</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77.8</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Pb</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2+</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69.5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l"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ReO</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4</a:t>
                      </a:r>
                      <a:r>
                        <a:rPr kumimoji="0" lang="en-GB" sz="1200" b="0" i="0" u="none" strike="noStrike" cap="none" normalizeH="0" baseline="30000" smtClean="0">
                          <a:ln>
                            <a:noFill/>
                          </a:ln>
                          <a:solidFill>
                            <a:schemeClr val="tx1"/>
                          </a:solidFill>
                          <a:effectLst/>
                          <a:latin typeface="Arial" panose="020B0604020202020204" pitchFamily="34" charset="0"/>
                          <a:cs typeface="Arial" panose="020B0604020202020204" pitchFamily="34" charset="0"/>
                        </a:rPr>
                        <a:t>-</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457200" rtl="0" eaLnBrk="0" fontAlgn="b"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kumimoji="0" lang="en-GB" sz="12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55</a:t>
                      </a:r>
                      <a:endParaRPr kumimoji="0" lang="en-GB" sz="1200" b="0" i="0" u="none" strike="noStrike" cap="none" normalizeH="0" baseline="0" smtClean="0">
                        <a:ln>
                          <a:noFill/>
                        </a:ln>
                        <a:solidFill>
                          <a:srgbClr val="FFFFFF"/>
                        </a:solidFill>
                        <a:effectLst/>
                        <a:latin typeface="Arial" panose="020B0604020202020204" pitchFamily="34" charset="0"/>
                        <a:cs typeface="Arial" panose="020B0604020202020204" pitchFamily="34" charset="0"/>
                      </a:endParaRPr>
                    </a:p>
                  </a:txBody>
                  <a:tcPr marL="91455" marR="91455" marT="45707" marB="4570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6188" name="Text Box 2340"/>
          <p:cNvSpPr txBox="1">
            <a:spLocks noChangeArrowheads="1"/>
          </p:cNvSpPr>
          <p:nvPr/>
        </p:nvSpPr>
        <p:spPr bwMode="auto">
          <a:xfrm>
            <a:off x="762000" y="0"/>
            <a:ext cx="838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sz="2800">
                <a:solidFill>
                  <a:srgbClr val="595959"/>
                </a:solidFill>
                <a:latin typeface="Times New Roman" panose="02020603050405020304" pitchFamily="18" charset="0"/>
              </a:rPr>
              <a:t>Bảng các giá trị độ dẫn điện đương lượng của các ion</a:t>
            </a:r>
          </a:p>
        </p:txBody>
      </p:sp>
      <p:sp>
        <p:nvSpPr>
          <p:cNvPr id="8618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0E16C4B-9B6C-43F1-B73E-5B61687BA2E8}" type="slidenum">
              <a:rPr lang="en-US" altLang="ru-RU">
                <a:solidFill>
                  <a:srgbClr val="FFFFFF"/>
                </a:solidFill>
                <a:latin typeface="Arial" panose="020B0604020202020204" pitchFamily="34" charset="0"/>
                <a:cs typeface="Arial" panose="020B0604020202020204" pitchFamily="34" charset="0"/>
              </a:rPr>
              <a:pPr/>
              <a:t>72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6"/>
          <p:cNvSpPr txBox="1">
            <a:spLocks noChangeArrowheads="1"/>
          </p:cNvSpPr>
          <p:nvPr/>
        </p:nvSpPr>
        <p:spPr bwMode="gray">
          <a:xfrm>
            <a:off x="468313" y="606425"/>
            <a:ext cx="8496300"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defRPr/>
            </a:pPr>
            <a:r>
              <a:rPr lang="en-US" altLang="zh-CN" sz="2600" b="1" smtClean="0">
                <a:latin typeface="Arial" panose="020B0604020202020204" pitchFamily="34" charset="0"/>
                <a:cs typeface="Arial" panose="020B0604020202020204" pitchFamily="34" charset="0"/>
              </a:rPr>
              <a:t>Tính chất của chất điện ly và bản chất của dung môi</a:t>
            </a:r>
          </a:p>
        </p:txBody>
      </p:sp>
      <p:sp>
        <p:nvSpPr>
          <p:cNvPr id="88067" name="Text Box 5"/>
          <p:cNvSpPr txBox="1">
            <a:spLocks noChangeArrowheads="1"/>
          </p:cNvSpPr>
          <p:nvPr/>
        </p:nvSpPr>
        <p:spPr bwMode="auto">
          <a:xfrm>
            <a:off x="900113" y="1773238"/>
            <a:ext cx="7175500"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tabLst>
                <a:tab pos="914400" algn="l"/>
              </a:tabLst>
              <a:defRPr>
                <a:solidFill>
                  <a:schemeClr val="tx1"/>
                </a:solidFill>
                <a:latin typeface="Calibri" panose="020F0502020204030204" pitchFamily="34" charset="0"/>
              </a:defRPr>
            </a:lvl1pPr>
            <a:lvl2pPr marL="742950" indent="-285750">
              <a:tabLst>
                <a:tab pos="914400" algn="l"/>
              </a:tabLst>
              <a:defRPr>
                <a:solidFill>
                  <a:schemeClr val="tx1"/>
                </a:solidFill>
                <a:latin typeface="Calibri" panose="020F0502020204030204" pitchFamily="34" charset="0"/>
              </a:defRPr>
            </a:lvl2pPr>
            <a:lvl3pPr marL="1143000" indent="-228600">
              <a:tabLst>
                <a:tab pos="914400" algn="l"/>
              </a:tabLst>
              <a:defRPr>
                <a:solidFill>
                  <a:schemeClr val="tx1"/>
                </a:solidFill>
                <a:latin typeface="Calibri" panose="020F0502020204030204" pitchFamily="34" charset="0"/>
              </a:defRPr>
            </a:lvl3pPr>
            <a:lvl4pPr marL="1600200" indent="-228600">
              <a:tabLst>
                <a:tab pos="914400" algn="l"/>
              </a:tabLst>
              <a:defRPr>
                <a:solidFill>
                  <a:schemeClr val="tx1"/>
                </a:solidFill>
                <a:latin typeface="Calibri" panose="020F0502020204030204" pitchFamily="34" charset="0"/>
              </a:defRPr>
            </a:lvl4pPr>
            <a:lvl5pPr marL="2057400" indent="-228600">
              <a:tabLst>
                <a:tab pos="9144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9144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9144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9144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914400" algn="l"/>
              </a:tabLst>
              <a:defRPr>
                <a:solidFill>
                  <a:schemeClr val="tx1"/>
                </a:solidFill>
                <a:latin typeface="Calibri" panose="020F0502020204030204" pitchFamily="34" charset="0"/>
              </a:defRPr>
            </a:lvl9pPr>
          </a:lstStyle>
          <a:p>
            <a:pPr algn="just" eaLnBrk="1" hangingPunct="1">
              <a:lnSpc>
                <a:spcPct val="150000"/>
              </a:lnSpc>
              <a:spcBef>
                <a:spcPct val="20000"/>
              </a:spcBef>
            </a:pPr>
            <a:r>
              <a:rPr lang="en-US" altLang="zh-CN" sz="2200">
                <a:latin typeface="Arial" panose="020B0604020202020204" pitchFamily="34" charset="0"/>
                <a:cs typeface="Arial" panose="020B0604020202020204" pitchFamily="34" charset="0"/>
              </a:rPr>
              <a:t>Độ dẫn điện của bất kỳ một dung dịch chất điện ly nào cũng đều phụ thuộc vào bản chất của chất tan và dung môi. </a:t>
            </a:r>
          </a:p>
          <a:p>
            <a:pPr algn="just" eaLnBrk="1" hangingPunct="1">
              <a:lnSpc>
                <a:spcPct val="150000"/>
              </a:lnSpc>
              <a:spcBef>
                <a:spcPct val="20000"/>
              </a:spcBef>
            </a:pPr>
            <a:r>
              <a:rPr lang="en-US" altLang="zh-CN" sz="2200">
                <a:latin typeface="Arial" panose="020B0604020202020204" pitchFamily="34" charset="0"/>
                <a:cs typeface="Arial" panose="020B0604020202020204" pitchFamily="34" charset="0"/>
              </a:rPr>
              <a:t>Độ dẫn điện của dung dịch phụ thuộc vào số lượng ion chứa trong dung dịch và độ linh động của các ion. </a:t>
            </a:r>
          </a:p>
        </p:txBody>
      </p:sp>
      <p:sp>
        <p:nvSpPr>
          <p:cNvPr id="8806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B64A6E3-59BD-4981-8306-EEDD5B3B69F2}" type="slidenum">
              <a:rPr lang="en-US" altLang="ru-RU">
                <a:solidFill>
                  <a:srgbClr val="FFFFFF"/>
                </a:solidFill>
                <a:latin typeface="Arial" panose="020B0604020202020204" pitchFamily="34" charset="0"/>
                <a:cs typeface="Arial" panose="020B0604020202020204" pitchFamily="34" charset="0"/>
              </a:rPr>
              <a:pPr/>
              <a:t>73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6"/>
          <p:cNvSpPr txBox="1">
            <a:spLocks noChangeArrowheads="1"/>
          </p:cNvSpPr>
          <p:nvPr/>
        </p:nvSpPr>
        <p:spPr bwMode="gray">
          <a:xfrm>
            <a:off x="457200" y="476250"/>
            <a:ext cx="8507413"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defRPr/>
            </a:pPr>
            <a:r>
              <a:rPr lang="en-US" altLang="zh-CN" sz="2600" b="1" smtClean="0">
                <a:latin typeface="Arial" panose="020B0604020202020204" pitchFamily="34" charset="0"/>
                <a:cs typeface="Arial" panose="020B0604020202020204" pitchFamily="34" charset="0"/>
              </a:rPr>
              <a:t>Tính chất của chất điện ly và bản chất của dung môi</a:t>
            </a:r>
          </a:p>
        </p:txBody>
      </p:sp>
      <p:sp>
        <p:nvSpPr>
          <p:cNvPr id="4" name="Text Box 5"/>
          <p:cNvSpPr txBox="1">
            <a:spLocks noChangeArrowheads="1"/>
          </p:cNvSpPr>
          <p:nvPr/>
        </p:nvSpPr>
        <p:spPr bwMode="auto">
          <a:xfrm>
            <a:off x="762000" y="1508125"/>
            <a:ext cx="7986713" cy="3341688"/>
          </a:xfrm>
          <a:prstGeom prst="rect">
            <a:avLst/>
          </a:prstGeom>
          <a:noFill/>
          <a:ln w="9525">
            <a:noFill/>
            <a:miter lim="800000"/>
            <a:headEnd/>
            <a:tailEnd/>
          </a:ln>
        </p:spPr>
        <p:txBody>
          <a:bodyPr>
            <a:spAutoFit/>
          </a:bodyPr>
          <a:lstStyle/>
          <a:p>
            <a:pPr indent="457200" algn="just" eaLnBrk="1" fontAlgn="auto" hangingPunct="1">
              <a:lnSpc>
                <a:spcPct val="150000"/>
              </a:lnSpc>
              <a:spcBef>
                <a:spcPct val="20000"/>
              </a:spcBef>
              <a:spcAft>
                <a:spcPts val="0"/>
              </a:spcAft>
              <a:tabLst>
                <a:tab pos="914400" algn="l"/>
              </a:tabLst>
              <a:defRPr/>
            </a:pPr>
            <a:r>
              <a:rPr lang="en-US" altLang="zh-CN" sz="2200" dirty="0" err="1">
                <a:latin typeface="+mn-lt"/>
              </a:rPr>
              <a:t>Độ</a:t>
            </a:r>
            <a:r>
              <a:rPr lang="en-US" altLang="zh-CN" sz="2200" dirty="0">
                <a:latin typeface="+mn-lt"/>
              </a:rPr>
              <a:t> </a:t>
            </a:r>
            <a:r>
              <a:rPr lang="en-US" altLang="zh-CN" sz="2200" dirty="0" err="1">
                <a:latin typeface="+mn-lt"/>
              </a:rPr>
              <a:t>linh</a:t>
            </a:r>
            <a:r>
              <a:rPr lang="en-US" altLang="zh-CN" sz="2200" dirty="0">
                <a:latin typeface="+mn-lt"/>
              </a:rPr>
              <a:t> </a:t>
            </a:r>
            <a:r>
              <a:rPr lang="en-US" altLang="zh-CN" sz="2200" dirty="0" err="1">
                <a:latin typeface="+mn-lt"/>
              </a:rPr>
              <a:t>động</a:t>
            </a:r>
            <a:r>
              <a:rPr lang="en-US" altLang="zh-CN" sz="2200" dirty="0">
                <a:latin typeface="+mn-lt"/>
              </a:rPr>
              <a:t> </a:t>
            </a:r>
            <a:r>
              <a:rPr lang="en-US" altLang="zh-CN" sz="2200" dirty="0" err="1">
                <a:latin typeface="+mn-lt"/>
              </a:rPr>
              <a:t>của</a:t>
            </a:r>
            <a:r>
              <a:rPr lang="en-US" altLang="zh-CN" sz="2200" dirty="0">
                <a:latin typeface="+mn-lt"/>
              </a:rPr>
              <a:t> ion </a:t>
            </a:r>
            <a:r>
              <a:rPr lang="en-US" altLang="zh-CN" sz="2200" dirty="0" err="1">
                <a:latin typeface="+mn-lt"/>
              </a:rPr>
              <a:t>phụ</a:t>
            </a:r>
            <a:r>
              <a:rPr lang="en-US" altLang="zh-CN" sz="2200" dirty="0">
                <a:latin typeface="+mn-lt"/>
              </a:rPr>
              <a:t> </a:t>
            </a:r>
            <a:r>
              <a:rPr lang="en-US" altLang="zh-CN" sz="2200" dirty="0" err="1">
                <a:latin typeface="+mn-lt"/>
              </a:rPr>
              <a:t>thuộc</a:t>
            </a:r>
            <a:r>
              <a:rPr lang="en-US" altLang="zh-CN" sz="2200" dirty="0">
                <a:latin typeface="+mn-lt"/>
              </a:rPr>
              <a:t> </a:t>
            </a:r>
            <a:r>
              <a:rPr lang="en-US" altLang="zh-CN" sz="2200" dirty="0" err="1">
                <a:latin typeface="+mn-lt"/>
              </a:rPr>
              <a:t>vào</a:t>
            </a:r>
            <a:r>
              <a:rPr lang="en-US" altLang="zh-CN" sz="2200" dirty="0">
                <a:latin typeface="+mn-lt"/>
              </a:rPr>
              <a:t> </a:t>
            </a:r>
            <a:r>
              <a:rPr lang="en-US" altLang="zh-CN" sz="2200" dirty="0" err="1">
                <a:latin typeface="+mn-lt"/>
              </a:rPr>
              <a:t>các</a:t>
            </a:r>
            <a:r>
              <a:rPr lang="en-US" altLang="zh-CN" sz="2200" dirty="0">
                <a:latin typeface="+mn-lt"/>
              </a:rPr>
              <a:t> </a:t>
            </a:r>
            <a:r>
              <a:rPr lang="en-US" altLang="zh-CN" sz="2200" dirty="0" err="1">
                <a:latin typeface="+mn-lt"/>
              </a:rPr>
              <a:t>yếu</a:t>
            </a:r>
            <a:r>
              <a:rPr lang="en-US" altLang="zh-CN" sz="2200" dirty="0">
                <a:latin typeface="+mn-lt"/>
              </a:rPr>
              <a:t> </a:t>
            </a:r>
            <a:r>
              <a:rPr lang="en-US" altLang="zh-CN" sz="2200" dirty="0" err="1">
                <a:latin typeface="+mn-lt"/>
              </a:rPr>
              <a:t>tố</a:t>
            </a:r>
            <a:r>
              <a:rPr lang="en-US" altLang="zh-CN" sz="2200" dirty="0">
                <a:latin typeface="+mn-lt"/>
              </a:rPr>
              <a:t> </a:t>
            </a:r>
            <a:r>
              <a:rPr lang="en-US" altLang="zh-CN" sz="2200" dirty="0" err="1">
                <a:latin typeface="+mn-lt"/>
              </a:rPr>
              <a:t>sau</a:t>
            </a:r>
            <a:r>
              <a:rPr lang="en-US" altLang="zh-CN" sz="2200" dirty="0">
                <a:latin typeface="+mn-lt"/>
              </a:rPr>
              <a:t>:</a:t>
            </a:r>
          </a:p>
          <a:p>
            <a:pPr marL="623888" lvl="1" indent="-333375" algn="just" eaLnBrk="1" fontAlgn="auto" hangingPunct="1">
              <a:lnSpc>
                <a:spcPct val="150000"/>
              </a:lnSpc>
              <a:spcBef>
                <a:spcPct val="20000"/>
              </a:spcBef>
              <a:spcAft>
                <a:spcPts val="0"/>
              </a:spcAft>
              <a:buFont typeface="Wingdings" pitchFamily="2" charset="2"/>
              <a:buChar char="§"/>
              <a:defRPr/>
            </a:pPr>
            <a:r>
              <a:rPr lang="en-US" altLang="zh-CN" sz="2200" dirty="0" err="1">
                <a:latin typeface="+mn-lt"/>
              </a:rPr>
              <a:t>Khi</a:t>
            </a:r>
            <a:r>
              <a:rPr lang="en-US" altLang="zh-CN" sz="2200" dirty="0">
                <a:latin typeface="+mn-lt"/>
              </a:rPr>
              <a:t> </a:t>
            </a:r>
            <a:r>
              <a:rPr lang="en-US" altLang="zh-CN" sz="2200" dirty="0" err="1">
                <a:latin typeface="+mn-lt"/>
              </a:rPr>
              <a:t>có</a:t>
            </a:r>
            <a:r>
              <a:rPr lang="en-US" altLang="zh-CN" sz="2200" dirty="0">
                <a:latin typeface="+mn-lt"/>
              </a:rPr>
              <a:t> </a:t>
            </a:r>
            <a:r>
              <a:rPr lang="en-US" altLang="zh-CN" sz="2200" dirty="0" err="1">
                <a:latin typeface="+mn-lt"/>
              </a:rPr>
              <a:t>cùng</a:t>
            </a:r>
            <a:r>
              <a:rPr lang="en-US" altLang="zh-CN" sz="2200" dirty="0">
                <a:latin typeface="+mn-lt"/>
              </a:rPr>
              <a:t> </a:t>
            </a:r>
            <a:r>
              <a:rPr lang="en-US" altLang="zh-CN" sz="2200" dirty="0" err="1">
                <a:latin typeface="+mn-lt"/>
              </a:rPr>
              <a:t>điện</a:t>
            </a:r>
            <a:r>
              <a:rPr lang="en-US" altLang="zh-CN" sz="2200" dirty="0">
                <a:latin typeface="+mn-lt"/>
              </a:rPr>
              <a:t> </a:t>
            </a:r>
            <a:r>
              <a:rPr lang="en-US" altLang="zh-CN" sz="2200" dirty="0" err="1">
                <a:latin typeface="+mn-lt"/>
              </a:rPr>
              <a:t>tích</a:t>
            </a:r>
            <a:r>
              <a:rPr lang="en-US" altLang="zh-CN" sz="2200" dirty="0">
                <a:latin typeface="+mn-lt"/>
              </a:rPr>
              <a:t>, ion </a:t>
            </a:r>
            <a:r>
              <a:rPr lang="en-US" altLang="zh-CN" sz="2200" dirty="0" err="1">
                <a:latin typeface="+mn-lt"/>
              </a:rPr>
              <a:t>nào</a:t>
            </a:r>
            <a:r>
              <a:rPr lang="en-US" altLang="zh-CN" sz="2200" dirty="0">
                <a:latin typeface="+mn-lt"/>
              </a:rPr>
              <a:t> </a:t>
            </a:r>
            <a:r>
              <a:rPr lang="en-US" altLang="zh-CN" sz="2200" dirty="0" err="1">
                <a:latin typeface="+mn-lt"/>
              </a:rPr>
              <a:t>có</a:t>
            </a:r>
            <a:r>
              <a:rPr lang="en-US" altLang="zh-CN" sz="2200" dirty="0">
                <a:latin typeface="+mn-lt"/>
              </a:rPr>
              <a:t> </a:t>
            </a:r>
            <a:r>
              <a:rPr lang="en-US" altLang="zh-CN" sz="2200" dirty="0" err="1">
                <a:latin typeface="+mn-lt"/>
              </a:rPr>
              <a:t>bán</a:t>
            </a:r>
            <a:r>
              <a:rPr lang="en-US" altLang="zh-CN" sz="2200" dirty="0">
                <a:latin typeface="+mn-lt"/>
              </a:rPr>
              <a:t> </a:t>
            </a:r>
            <a:r>
              <a:rPr lang="en-US" altLang="zh-CN" sz="2200" dirty="0" err="1">
                <a:latin typeface="+mn-lt"/>
              </a:rPr>
              <a:t>kính</a:t>
            </a:r>
            <a:r>
              <a:rPr lang="en-US" altLang="zh-CN" sz="2200" dirty="0">
                <a:latin typeface="+mn-lt"/>
              </a:rPr>
              <a:t> </a:t>
            </a:r>
            <a:r>
              <a:rPr lang="en-US" altLang="zh-CN" sz="2200" dirty="0" err="1">
                <a:latin typeface="+mn-lt"/>
              </a:rPr>
              <a:t>nhỏ</a:t>
            </a:r>
            <a:r>
              <a:rPr lang="en-US" altLang="zh-CN" sz="2200" dirty="0">
                <a:latin typeface="+mn-lt"/>
              </a:rPr>
              <a:t> </a:t>
            </a:r>
            <a:r>
              <a:rPr lang="en-US" altLang="zh-CN" sz="2200" dirty="0" err="1">
                <a:latin typeface="+mn-lt"/>
              </a:rPr>
              <a:t>thì</a:t>
            </a:r>
            <a:r>
              <a:rPr lang="en-US" altLang="zh-CN" sz="2200" dirty="0">
                <a:latin typeface="+mn-lt"/>
              </a:rPr>
              <a:t> </a:t>
            </a:r>
            <a:r>
              <a:rPr lang="en-US" altLang="zh-CN" sz="2200" dirty="0" err="1">
                <a:latin typeface="+mn-lt"/>
              </a:rPr>
              <a:t>độ</a:t>
            </a:r>
            <a:r>
              <a:rPr lang="en-US" altLang="zh-CN" sz="2200" dirty="0">
                <a:latin typeface="+mn-lt"/>
              </a:rPr>
              <a:t> </a:t>
            </a:r>
            <a:r>
              <a:rPr lang="en-US" altLang="zh-CN" sz="2200" dirty="0" err="1">
                <a:latin typeface="+mn-lt"/>
              </a:rPr>
              <a:t>linh</a:t>
            </a:r>
            <a:r>
              <a:rPr lang="en-US" altLang="zh-CN" sz="2200" dirty="0">
                <a:latin typeface="+mn-lt"/>
              </a:rPr>
              <a:t> </a:t>
            </a:r>
            <a:r>
              <a:rPr lang="en-US" altLang="zh-CN" sz="2200" dirty="0" err="1">
                <a:latin typeface="+mn-lt"/>
              </a:rPr>
              <a:t>động</a:t>
            </a:r>
            <a:r>
              <a:rPr lang="en-US" altLang="zh-CN" sz="2200" dirty="0">
                <a:latin typeface="+mn-lt"/>
              </a:rPr>
              <a:t> </a:t>
            </a:r>
            <a:r>
              <a:rPr lang="en-US" altLang="zh-CN" sz="2200" dirty="0" err="1">
                <a:latin typeface="+mn-lt"/>
              </a:rPr>
              <a:t>tăng</a:t>
            </a:r>
            <a:r>
              <a:rPr lang="en-US" altLang="zh-CN" sz="2200" dirty="0">
                <a:latin typeface="+mn-lt"/>
              </a:rPr>
              <a:t>.</a:t>
            </a:r>
          </a:p>
          <a:p>
            <a:pPr marL="623888" lvl="1" indent="-333375" algn="just" eaLnBrk="1" fontAlgn="auto" hangingPunct="1">
              <a:lnSpc>
                <a:spcPct val="150000"/>
              </a:lnSpc>
              <a:spcBef>
                <a:spcPct val="20000"/>
              </a:spcBef>
              <a:spcAft>
                <a:spcPts val="0"/>
              </a:spcAft>
              <a:buFont typeface="Wingdings" pitchFamily="2" charset="2"/>
              <a:buChar char="§"/>
              <a:tabLst>
                <a:tab pos="623888" algn="l"/>
              </a:tabLst>
              <a:defRPr/>
            </a:pPr>
            <a:r>
              <a:rPr lang="en-US" altLang="zh-CN" sz="2200" dirty="0" err="1">
                <a:latin typeface="+mn-lt"/>
              </a:rPr>
              <a:t>Nếu</a:t>
            </a:r>
            <a:r>
              <a:rPr lang="en-US" altLang="zh-CN" sz="2200" dirty="0">
                <a:latin typeface="+mn-lt"/>
              </a:rPr>
              <a:t> </a:t>
            </a:r>
            <a:r>
              <a:rPr lang="en-US" altLang="zh-CN" sz="2200" dirty="0" err="1">
                <a:latin typeface="+mn-lt"/>
              </a:rPr>
              <a:t>r</a:t>
            </a:r>
            <a:r>
              <a:rPr lang="en-US" altLang="zh-CN" sz="2200" baseline="-25000" dirty="0" err="1">
                <a:latin typeface="+mn-lt"/>
              </a:rPr>
              <a:t>cation</a:t>
            </a:r>
            <a:r>
              <a:rPr lang="en-US" altLang="zh-CN" sz="2200" dirty="0">
                <a:latin typeface="+mn-lt"/>
              </a:rPr>
              <a:t> </a:t>
            </a:r>
            <a:r>
              <a:rPr lang="en-US" altLang="zh-CN" sz="2200" dirty="0">
                <a:latin typeface="+mn-lt"/>
                <a:sym typeface="Symbol" pitchFamily="18" charset="2"/>
              </a:rPr>
              <a:t></a:t>
            </a:r>
            <a:r>
              <a:rPr lang="en-US" altLang="zh-CN" sz="2200" dirty="0">
                <a:latin typeface="+mn-lt"/>
              </a:rPr>
              <a:t> </a:t>
            </a:r>
            <a:r>
              <a:rPr lang="en-US" altLang="zh-CN" sz="2200" dirty="0" err="1">
                <a:latin typeface="+mn-lt"/>
              </a:rPr>
              <a:t>r</a:t>
            </a:r>
            <a:r>
              <a:rPr lang="en-US" altLang="zh-CN" sz="2200" baseline="-25000" dirty="0" err="1">
                <a:latin typeface="+mn-lt"/>
              </a:rPr>
              <a:t>anion</a:t>
            </a:r>
            <a:r>
              <a:rPr lang="en-US" altLang="zh-CN" sz="2200" dirty="0">
                <a:latin typeface="+mn-lt"/>
              </a:rPr>
              <a:t> </a:t>
            </a:r>
            <a:r>
              <a:rPr lang="en-US" altLang="zh-CN" sz="2200" dirty="0" err="1">
                <a:latin typeface="+mn-lt"/>
              </a:rPr>
              <a:t>thì</a:t>
            </a:r>
            <a:r>
              <a:rPr lang="en-US" altLang="zh-CN" sz="2200" dirty="0">
                <a:latin typeface="+mn-lt"/>
              </a:rPr>
              <a:t> </a:t>
            </a:r>
            <a:r>
              <a:rPr lang="en-US" altLang="zh-CN" sz="2200" dirty="0" err="1">
                <a:latin typeface="+mn-lt"/>
              </a:rPr>
              <a:t>độ</a:t>
            </a:r>
            <a:r>
              <a:rPr lang="en-US" altLang="zh-CN" sz="2200" dirty="0">
                <a:latin typeface="+mn-lt"/>
              </a:rPr>
              <a:t> </a:t>
            </a:r>
            <a:r>
              <a:rPr lang="en-US" altLang="zh-CN" sz="2200" dirty="0" err="1">
                <a:latin typeface="+mn-lt"/>
              </a:rPr>
              <a:t>linh</a:t>
            </a:r>
            <a:r>
              <a:rPr lang="en-US" altLang="zh-CN" sz="2200" dirty="0">
                <a:latin typeface="+mn-lt"/>
              </a:rPr>
              <a:t> </a:t>
            </a:r>
            <a:r>
              <a:rPr lang="en-US" altLang="zh-CN" sz="2200" dirty="0" err="1">
                <a:latin typeface="+mn-lt"/>
              </a:rPr>
              <a:t>động</a:t>
            </a:r>
            <a:r>
              <a:rPr lang="en-US" altLang="zh-CN" sz="2200" dirty="0">
                <a:latin typeface="+mn-lt"/>
              </a:rPr>
              <a:t> </a:t>
            </a:r>
            <a:r>
              <a:rPr lang="en-US" altLang="zh-CN" sz="2200" dirty="0" err="1">
                <a:latin typeface="+mn-lt"/>
              </a:rPr>
              <a:t>của</a:t>
            </a:r>
            <a:r>
              <a:rPr lang="en-US" altLang="zh-CN" sz="2200" dirty="0">
                <a:latin typeface="+mn-lt"/>
              </a:rPr>
              <a:t> </a:t>
            </a:r>
            <a:r>
              <a:rPr lang="en-US" altLang="zh-CN" sz="2200" dirty="0" err="1">
                <a:latin typeface="+mn-lt"/>
              </a:rPr>
              <a:t>cation</a:t>
            </a:r>
            <a:r>
              <a:rPr lang="en-US" altLang="zh-CN" sz="2200" dirty="0">
                <a:latin typeface="+mn-lt"/>
              </a:rPr>
              <a:t> </a:t>
            </a:r>
            <a:r>
              <a:rPr lang="en-US" altLang="zh-CN" sz="2200" dirty="0" err="1">
                <a:latin typeface="+mn-lt"/>
              </a:rPr>
              <a:t>lớn</a:t>
            </a:r>
            <a:r>
              <a:rPr lang="en-US" altLang="zh-CN" sz="2200" dirty="0">
                <a:latin typeface="+mn-lt"/>
              </a:rPr>
              <a:t> </a:t>
            </a:r>
            <a:r>
              <a:rPr lang="en-US" altLang="zh-CN" sz="2200" dirty="0" err="1">
                <a:latin typeface="+mn-lt"/>
              </a:rPr>
              <a:t>hơn</a:t>
            </a:r>
            <a:r>
              <a:rPr lang="en-US" altLang="zh-CN" sz="2200" dirty="0">
                <a:latin typeface="+mn-lt"/>
              </a:rPr>
              <a:t>.</a:t>
            </a:r>
          </a:p>
          <a:p>
            <a:pPr marL="568325" lvl="1" indent="-277813" algn="just" eaLnBrk="1" fontAlgn="auto" hangingPunct="1">
              <a:lnSpc>
                <a:spcPct val="150000"/>
              </a:lnSpc>
              <a:spcBef>
                <a:spcPct val="20000"/>
              </a:spcBef>
              <a:spcAft>
                <a:spcPts val="0"/>
              </a:spcAft>
              <a:buFont typeface="Wingdings" pitchFamily="2" charset="2"/>
              <a:buChar char="§"/>
              <a:tabLst>
                <a:tab pos="623888" algn="l"/>
              </a:tabLst>
              <a:defRPr/>
            </a:pPr>
            <a:r>
              <a:rPr lang="en-US" altLang="zh-CN" sz="2200" dirty="0" err="1">
                <a:latin typeface="+mn-lt"/>
              </a:rPr>
              <a:t>Độ</a:t>
            </a:r>
            <a:r>
              <a:rPr lang="en-US" altLang="zh-CN" sz="2200" dirty="0">
                <a:latin typeface="+mn-lt"/>
              </a:rPr>
              <a:t> </a:t>
            </a:r>
            <a:r>
              <a:rPr lang="en-US" altLang="zh-CN" sz="2200" dirty="0" err="1">
                <a:latin typeface="+mn-lt"/>
              </a:rPr>
              <a:t>linh</a:t>
            </a:r>
            <a:r>
              <a:rPr lang="en-US" altLang="zh-CN" sz="2200" dirty="0">
                <a:latin typeface="+mn-lt"/>
              </a:rPr>
              <a:t> </a:t>
            </a:r>
            <a:r>
              <a:rPr lang="en-US" altLang="zh-CN" sz="2200" dirty="0" err="1">
                <a:latin typeface="+mn-lt"/>
              </a:rPr>
              <a:t>động</a:t>
            </a:r>
            <a:r>
              <a:rPr lang="en-US" altLang="zh-CN" sz="2200" dirty="0">
                <a:latin typeface="+mn-lt"/>
              </a:rPr>
              <a:t> </a:t>
            </a:r>
            <a:r>
              <a:rPr lang="en-US" altLang="zh-CN" sz="2200" dirty="0" err="1">
                <a:latin typeface="+mn-lt"/>
              </a:rPr>
              <a:t>của</a:t>
            </a:r>
            <a:r>
              <a:rPr lang="en-US" altLang="zh-CN" sz="2200" dirty="0">
                <a:latin typeface="+mn-lt"/>
              </a:rPr>
              <a:t> ion H</a:t>
            </a:r>
            <a:r>
              <a:rPr lang="en-US" altLang="zh-CN" sz="2200" baseline="30000" dirty="0">
                <a:latin typeface="+mn-lt"/>
              </a:rPr>
              <a:t>+ </a:t>
            </a:r>
            <a:r>
              <a:rPr lang="en-US" altLang="zh-CN" sz="2200" dirty="0" err="1">
                <a:latin typeface="+mn-lt"/>
              </a:rPr>
              <a:t>và</a:t>
            </a:r>
            <a:r>
              <a:rPr lang="en-US" altLang="zh-CN" sz="2200" dirty="0">
                <a:latin typeface="+mn-lt"/>
              </a:rPr>
              <a:t> OH</a:t>
            </a:r>
            <a:r>
              <a:rPr lang="en-US" altLang="zh-CN" sz="2200" baseline="30000" dirty="0">
                <a:latin typeface="+mn-lt"/>
              </a:rPr>
              <a:t>-</a:t>
            </a:r>
            <a:r>
              <a:rPr lang="en-US" altLang="zh-CN" sz="2200" dirty="0">
                <a:latin typeface="+mn-lt"/>
              </a:rPr>
              <a:t> </a:t>
            </a:r>
            <a:r>
              <a:rPr lang="en-US" altLang="zh-CN" sz="2200" dirty="0" err="1">
                <a:latin typeface="+mn-lt"/>
              </a:rPr>
              <a:t>rất</a:t>
            </a:r>
            <a:r>
              <a:rPr lang="en-US" altLang="zh-CN" sz="2200" dirty="0">
                <a:latin typeface="+mn-lt"/>
              </a:rPr>
              <a:t> </a:t>
            </a:r>
            <a:r>
              <a:rPr lang="en-US" altLang="zh-CN" sz="2200" dirty="0" err="1">
                <a:latin typeface="+mn-lt"/>
              </a:rPr>
              <a:t>lớn</a:t>
            </a:r>
            <a:r>
              <a:rPr lang="en-US" altLang="zh-CN" sz="2200" dirty="0">
                <a:latin typeface="+mn-lt"/>
              </a:rPr>
              <a:t> </a:t>
            </a:r>
            <a:r>
              <a:rPr lang="en-US" altLang="zh-CN" sz="2200" dirty="0" err="1">
                <a:latin typeface="+mn-lt"/>
              </a:rPr>
              <a:t>và</a:t>
            </a:r>
            <a:r>
              <a:rPr lang="en-US" altLang="zh-CN" sz="2200" dirty="0">
                <a:latin typeface="+mn-lt"/>
              </a:rPr>
              <a:t> </a:t>
            </a:r>
            <a:r>
              <a:rPr lang="en-US" altLang="zh-CN" sz="2200" dirty="0" err="1">
                <a:latin typeface="+mn-lt"/>
              </a:rPr>
              <a:t>độ</a:t>
            </a:r>
            <a:r>
              <a:rPr lang="en-US" altLang="zh-CN" sz="2200" dirty="0">
                <a:latin typeface="+mn-lt"/>
              </a:rPr>
              <a:t> </a:t>
            </a:r>
            <a:r>
              <a:rPr lang="en-US" altLang="zh-CN" sz="2200" dirty="0" err="1">
                <a:latin typeface="+mn-lt"/>
              </a:rPr>
              <a:t>linh</a:t>
            </a:r>
            <a:r>
              <a:rPr lang="en-US" altLang="zh-CN" sz="2200" dirty="0">
                <a:latin typeface="+mn-lt"/>
              </a:rPr>
              <a:t> </a:t>
            </a:r>
            <a:r>
              <a:rPr lang="en-US" altLang="zh-CN" sz="2200" dirty="0" err="1">
                <a:latin typeface="+mn-lt"/>
              </a:rPr>
              <a:t>động</a:t>
            </a:r>
            <a:r>
              <a:rPr lang="en-US" altLang="zh-CN" sz="2200" dirty="0">
                <a:latin typeface="+mn-lt"/>
              </a:rPr>
              <a:t> </a:t>
            </a:r>
            <a:r>
              <a:rPr lang="en-US" altLang="zh-CN" sz="2200" dirty="0" err="1">
                <a:latin typeface="+mn-lt"/>
              </a:rPr>
              <a:t>của</a:t>
            </a:r>
            <a:r>
              <a:rPr lang="en-US" altLang="zh-CN" sz="2200" dirty="0">
                <a:latin typeface="+mn-lt"/>
              </a:rPr>
              <a:t> H</a:t>
            </a:r>
            <a:r>
              <a:rPr lang="en-US" altLang="zh-CN" sz="2200" baseline="30000" dirty="0">
                <a:latin typeface="+mn-lt"/>
              </a:rPr>
              <a:t>+</a:t>
            </a:r>
            <a:r>
              <a:rPr lang="en-US" altLang="zh-CN" sz="2200" dirty="0">
                <a:latin typeface="+mn-lt"/>
              </a:rPr>
              <a:t> &gt; OH</a:t>
            </a:r>
            <a:r>
              <a:rPr lang="en-US" altLang="zh-CN" sz="2200" baseline="30000" dirty="0">
                <a:latin typeface="+mn-lt"/>
              </a:rPr>
              <a:t>-</a:t>
            </a:r>
            <a:r>
              <a:rPr lang="en-US" altLang="zh-CN" sz="2200" dirty="0">
                <a:latin typeface="+mn-lt"/>
              </a:rPr>
              <a:t>.</a:t>
            </a:r>
          </a:p>
        </p:txBody>
      </p:sp>
      <p:sp>
        <p:nvSpPr>
          <p:cNvPr id="8909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A1CC091-5EC1-4F46-BA61-1B87663254AC}" type="slidenum">
              <a:rPr lang="en-US" altLang="ru-RU">
                <a:solidFill>
                  <a:srgbClr val="FFFFFF"/>
                </a:solidFill>
                <a:latin typeface="Arial" panose="020B0604020202020204" pitchFamily="34" charset="0"/>
                <a:cs typeface="Arial" panose="020B0604020202020204" pitchFamily="34" charset="0"/>
              </a:rPr>
              <a:pPr/>
              <a:t>74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587500" y="2057400"/>
            <a:ext cx="681831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SzPct val="80000"/>
              <a:buFont typeface="Wingdings" panose="05000000000000000000" pitchFamily="2" charset="2"/>
              <a:buChar char="Ø"/>
            </a:pPr>
            <a:r>
              <a:rPr lang="en-US" altLang="en-US" sz="2200">
                <a:latin typeface="Arial" panose="020B0604020202020204" pitchFamily="34" charset="0"/>
                <a:cs typeface="Arial" panose="020B0604020202020204" pitchFamily="34" charset="0"/>
              </a:rPr>
              <a:t>Tính chất của chất điện ly và bản chất của dung môi</a:t>
            </a:r>
          </a:p>
          <a:p>
            <a:pPr algn="just" eaLnBrk="1" hangingPunct="1">
              <a:lnSpc>
                <a:spcPct val="150000"/>
              </a:lnSpc>
              <a:spcBef>
                <a:spcPts val="600"/>
              </a:spcBef>
              <a:spcAft>
                <a:spcPts val="600"/>
              </a:spcAft>
              <a:buSzPct val="80000"/>
              <a:buFont typeface="Wingdings" panose="05000000000000000000" pitchFamily="2" charset="2"/>
              <a:buChar char="Ø"/>
            </a:pPr>
            <a:r>
              <a:rPr lang="en-US" altLang="en-US" sz="2200">
                <a:latin typeface="Arial" panose="020B0604020202020204" pitchFamily="34" charset="0"/>
                <a:cs typeface="Arial" panose="020B0604020202020204" pitchFamily="34" charset="0"/>
              </a:rPr>
              <a:t>Ảnh hưởng nồng độ đến độ dẫn điện</a:t>
            </a:r>
          </a:p>
          <a:p>
            <a:pPr algn="just" eaLnBrk="1" hangingPunct="1">
              <a:lnSpc>
                <a:spcPct val="150000"/>
              </a:lnSpc>
              <a:spcBef>
                <a:spcPts val="600"/>
              </a:spcBef>
              <a:spcAft>
                <a:spcPts val="600"/>
              </a:spcAft>
              <a:buSzPct val="80000"/>
              <a:buFont typeface="Wingdings" panose="05000000000000000000" pitchFamily="2" charset="2"/>
              <a:buChar char="Ø"/>
            </a:pPr>
            <a:r>
              <a:rPr lang="en-US" altLang="en-US" sz="2200">
                <a:latin typeface="Arial" panose="020B0604020202020204" pitchFamily="34" charset="0"/>
                <a:cs typeface="Arial" panose="020B0604020202020204" pitchFamily="34" charset="0"/>
              </a:rPr>
              <a:t>Sự phụ thuộc của độ dẫn điện vào nhiệt độ</a:t>
            </a:r>
          </a:p>
          <a:p>
            <a:pPr algn="just" eaLnBrk="1" hangingPunct="1">
              <a:lnSpc>
                <a:spcPct val="150000"/>
              </a:lnSpc>
              <a:spcBef>
                <a:spcPts val="600"/>
              </a:spcBef>
              <a:spcAft>
                <a:spcPts val="600"/>
              </a:spcAft>
              <a:buSzPct val="80000"/>
              <a:buFont typeface="Wingdings" panose="05000000000000000000" pitchFamily="2" charset="2"/>
              <a:buChar char="Ø"/>
            </a:pPr>
            <a:r>
              <a:rPr lang="en-US" altLang="en-US" sz="2200">
                <a:latin typeface="Arial" panose="020B0604020202020204" pitchFamily="34" charset="0"/>
                <a:cs typeface="Arial" panose="020B0604020202020204" pitchFamily="34" charset="0"/>
              </a:rPr>
              <a:t>Các yếu tố khác</a:t>
            </a:r>
          </a:p>
        </p:txBody>
      </p:sp>
      <p:sp>
        <p:nvSpPr>
          <p:cNvPr id="5" name="Rounded Rectangle 4"/>
          <p:cNvSpPr/>
          <p:nvPr/>
        </p:nvSpPr>
        <p:spPr>
          <a:xfrm>
            <a:off x="1547813" y="549275"/>
            <a:ext cx="6858000" cy="6858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b="1">
                <a:latin typeface="Arial" panose="020B0604020202020204" pitchFamily="34" charset="0"/>
                <a:cs typeface="Arial" panose="020B0604020202020204" pitchFamily="34" charset="0"/>
              </a:rPr>
              <a:t>Một số yếu tố ảnh hưởng đến độ dẫn điện</a:t>
            </a:r>
          </a:p>
        </p:txBody>
      </p:sp>
      <p:sp>
        <p:nvSpPr>
          <p:cNvPr id="9114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3A40C1F-3386-4721-B1FD-88366B46358E}" type="slidenum">
              <a:rPr lang="en-US" altLang="ru-RU">
                <a:solidFill>
                  <a:srgbClr val="FFFFFF"/>
                </a:solidFill>
                <a:latin typeface="Arial" panose="020B0604020202020204" pitchFamily="34" charset="0"/>
                <a:cs typeface="Arial" panose="020B0604020202020204" pitchFamily="34" charset="0"/>
              </a:rPr>
              <a:pPr/>
              <a:t>75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10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heckerboard(across)">
                                      <p:cBhvr>
                                        <p:cTn id="12" dur="10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heckerboard(across)">
                                      <p:cBhvr>
                                        <p:cTn id="17" dur="10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checkerboard(across)">
                                      <p:cBhvr>
                                        <p:cTn id="22"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481138" y="1289050"/>
            <a:ext cx="7108825" cy="550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SzPct val="100000"/>
              <a:buFont typeface="Wingdings" panose="05000000000000000000" pitchFamily="2" charset="2"/>
              <a:buChar char="§"/>
            </a:pPr>
            <a:r>
              <a:rPr lang="en-US" altLang="en-US" sz="2200">
                <a:latin typeface="Arial" panose="020B0604020202020204" pitchFamily="34" charset="0"/>
                <a:cs typeface="Arial" panose="020B0604020202020204" pitchFamily="34" charset="0"/>
              </a:rPr>
              <a:t>Đối với dung dịch loãng, độ dẫn điện riêng tăng khi tăng nồng độ chất điện ly.</a:t>
            </a:r>
          </a:p>
          <a:p>
            <a:pPr algn="just" eaLnBrk="1" hangingPunct="1">
              <a:lnSpc>
                <a:spcPct val="150000"/>
              </a:lnSpc>
              <a:spcBef>
                <a:spcPts val="600"/>
              </a:spcBef>
              <a:spcAft>
                <a:spcPts val="600"/>
              </a:spcAft>
              <a:buSzPct val="100000"/>
              <a:buFont typeface="Wingdings" panose="05000000000000000000" pitchFamily="2" charset="2"/>
              <a:buChar char="§"/>
            </a:pPr>
            <a:r>
              <a:rPr lang="en-US" altLang="en-US" sz="2200">
                <a:latin typeface="Arial" panose="020B0604020202020204" pitchFamily="34" charset="0"/>
                <a:cs typeface="Arial" panose="020B0604020202020204" pitchFamily="34" charset="0"/>
              </a:rPr>
              <a:t>Đối với dung dịch có nồng độ lớn, khi tăng nồng độ chất điện ly, độ dẫn điện riêng không tăng mà giảm do lực tương tác của các ion tăng, các ion sẽ tạo thành các cặp ion, và độ nhớt của dung dịch tăng. Sự pha loãng sẽ làm độ dẫn điện riêng tăng.</a:t>
            </a:r>
          </a:p>
        </p:txBody>
      </p:sp>
      <p:sp>
        <p:nvSpPr>
          <p:cNvPr id="7" name="Rounded Rectangle 6"/>
          <p:cNvSpPr/>
          <p:nvPr/>
        </p:nvSpPr>
        <p:spPr>
          <a:xfrm>
            <a:off x="1504950" y="404813"/>
            <a:ext cx="6858000" cy="5334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a:latin typeface="Arial" panose="020B0604020202020204" pitchFamily="34" charset="0"/>
                <a:cs typeface="Arial" panose="020B0604020202020204" pitchFamily="34" charset="0"/>
              </a:rPr>
              <a:t>Ảnh hưởng nồng độ đến độ dẫn điện</a:t>
            </a:r>
          </a:p>
        </p:txBody>
      </p:sp>
      <p:sp>
        <p:nvSpPr>
          <p:cNvPr id="9216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615D1DC-ECB2-4E69-9F93-40947FE3AA7C}" type="slidenum">
              <a:rPr lang="en-US" altLang="ru-RU">
                <a:solidFill>
                  <a:srgbClr val="FFFFFF"/>
                </a:solidFill>
                <a:latin typeface="Arial" panose="020B0604020202020204" pitchFamily="34" charset="0"/>
                <a:cs typeface="Arial" panose="020B0604020202020204" pitchFamily="34" charset="0"/>
              </a:rPr>
              <a:pPr/>
              <a:t>76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1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1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331913" y="1412875"/>
            <a:ext cx="3867150" cy="38068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SzPct val="100000"/>
              <a:buFont typeface="Wingdings 2" panose="05020102010507070707" pitchFamily="18" charset="2"/>
              <a:buNone/>
            </a:pPr>
            <a:r>
              <a:rPr lang="en-US" altLang="en-US" sz="2200">
                <a:latin typeface="Arial" panose="020B0604020202020204" pitchFamily="34" charset="0"/>
                <a:cs typeface="Arial" panose="020B0604020202020204" pitchFamily="34" charset="0"/>
              </a:rPr>
              <a:t>Độ dẫn điện riêng đạt giá trị cực đại ở nồng độ nhất định và giá trị cực đại này phụ thuộc vào bản chất của dung môi, nhiệt độ và độ phân ly của chất điện ly.</a:t>
            </a:r>
          </a:p>
        </p:txBody>
      </p:sp>
      <p:sp>
        <p:nvSpPr>
          <p:cNvPr id="5" name="Rounded Rectangle 4"/>
          <p:cNvSpPr/>
          <p:nvPr/>
        </p:nvSpPr>
        <p:spPr>
          <a:xfrm>
            <a:off x="1547813" y="304800"/>
            <a:ext cx="6858000" cy="5334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b="1">
                <a:latin typeface="Arial" panose="020B0604020202020204" pitchFamily="34" charset="0"/>
                <a:cs typeface="Arial" panose="020B0604020202020204" pitchFamily="34" charset="0"/>
              </a:rPr>
              <a:t>Ảnh hưởng nồng độ đến độ dẫn điện</a:t>
            </a:r>
          </a:p>
        </p:txBody>
      </p:sp>
      <p:pic>
        <p:nvPicPr>
          <p:cNvPr id="93188"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8450" y="1700213"/>
            <a:ext cx="3735388"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C7895A3-4C7C-4BBC-9A7A-D174BB7A5AF1}" type="slidenum">
              <a:rPr lang="en-US" altLang="ru-RU">
                <a:solidFill>
                  <a:srgbClr val="FFFFFF"/>
                </a:solidFill>
                <a:latin typeface="Arial" panose="020B0604020202020204" pitchFamily="34" charset="0"/>
                <a:cs typeface="Arial" panose="020B0604020202020204" pitchFamily="34" charset="0"/>
              </a:rPr>
              <a:pPr/>
              <a:t>77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checkerboard(across)">
                                      <p:cBhvr>
                                        <p:cTn id="7" dur="1000"/>
                                        <p:tgtEl>
                                          <p:spTgt spid="4">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checkerboard(across)">
                                      <p:cBhvr>
                                        <p:cTn id="12"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187450" y="1901825"/>
            <a:ext cx="4248150" cy="38481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SzPct val="100000"/>
              <a:buFont typeface="Wingdings 2" panose="05020102010507070707" pitchFamily="18" charset="2"/>
              <a:buNone/>
            </a:pPr>
            <a:r>
              <a:rPr lang="en-US" altLang="en-US" sz="2200">
                <a:latin typeface="Arial" panose="020B0604020202020204" pitchFamily="34" charset="0"/>
                <a:cs typeface="Arial" panose="020B0604020202020204" pitchFamily="34" charset="0"/>
              </a:rPr>
              <a:t>Độ dẫn điện đương lượng giới hạn </a:t>
            </a:r>
            <a:r>
              <a:rPr lang="en-US" altLang="en-US" sz="2200">
                <a:latin typeface="Arial" panose="020B0604020202020204" pitchFamily="34" charset="0"/>
                <a:cs typeface="Arial" panose="020B0604020202020204" pitchFamily="34" charset="0"/>
                <a:sym typeface="Symbol" panose="05050102010706020507" pitchFamily="18" charset="2"/>
              </a:rPr>
              <a:t></a:t>
            </a:r>
            <a:r>
              <a:rPr lang="en-US" altLang="en-US" sz="2200" baseline="-25000">
                <a:latin typeface="Arial" panose="020B0604020202020204" pitchFamily="34" charset="0"/>
                <a:cs typeface="Arial" panose="020B0604020202020204" pitchFamily="34" charset="0"/>
                <a:sym typeface="Symbol" panose="05050102010706020507" pitchFamily="18" charset="2"/>
              </a:rPr>
              <a:t>0</a:t>
            </a:r>
            <a:r>
              <a:rPr lang="en-US" altLang="en-US" sz="2200">
                <a:latin typeface="Arial" panose="020B0604020202020204" pitchFamily="34" charset="0"/>
                <a:cs typeface="Arial" panose="020B0604020202020204" pitchFamily="34" charset="0"/>
                <a:sym typeface="Symbol" panose="05050102010706020507" pitchFamily="18" charset="2"/>
              </a:rPr>
              <a:t> là độ dẫn điện của dung dịch khi pha loãng vô hạn (C = 0), giá trị </a:t>
            </a:r>
            <a:r>
              <a:rPr lang="en-US" altLang="en-US" sz="2200" baseline="-25000">
                <a:latin typeface="Arial" panose="020B0604020202020204" pitchFamily="34" charset="0"/>
                <a:cs typeface="Arial" panose="020B0604020202020204" pitchFamily="34" charset="0"/>
                <a:sym typeface="Symbol" panose="05050102010706020507" pitchFamily="18" charset="2"/>
              </a:rPr>
              <a:t>0 </a:t>
            </a:r>
            <a:r>
              <a:rPr lang="en-US" altLang="en-US" sz="2200">
                <a:latin typeface="Arial" panose="020B0604020202020204" pitchFamily="34" charset="0"/>
                <a:cs typeface="Arial" panose="020B0604020202020204" pitchFamily="34" charset="0"/>
                <a:sym typeface="Symbol" panose="05050102010706020507" pitchFamily="18" charset="2"/>
              </a:rPr>
              <a:t>là giá trị đặc trưng riêng đối với mỗi chất điện ly.</a:t>
            </a:r>
            <a:endParaRPr lang="en-US" altLang="en-US" sz="2200">
              <a:latin typeface="Arial" panose="020B0604020202020204" pitchFamily="34" charset="0"/>
              <a:cs typeface="Arial" panose="020B0604020202020204" pitchFamily="34" charset="0"/>
            </a:endParaRPr>
          </a:p>
        </p:txBody>
      </p:sp>
      <p:sp>
        <p:nvSpPr>
          <p:cNvPr id="7" name="Rounded Rectangle 6"/>
          <p:cNvSpPr/>
          <p:nvPr/>
        </p:nvSpPr>
        <p:spPr>
          <a:xfrm>
            <a:off x="1458913" y="304800"/>
            <a:ext cx="6858000" cy="5334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b="1">
                <a:latin typeface="Arial" panose="020B0604020202020204" pitchFamily="34" charset="0"/>
                <a:cs typeface="Arial" panose="020B0604020202020204" pitchFamily="34" charset="0"/>
              </a:rPr>
              <a:t>Ảnh hưởng nồng độ đến độ dẫn điện</a:t>
            </a:r>
          </a:p>
        </p:txBody>
      </p:sp>
      <p:grpSp>
        <p:nvGrpSpPr>
          <p:cNvPr id="94212" name="Group 8"/>
          <p:cNvGrpSpPr>
            <a:grpSpLocks/>
          </p:cNvGrpSpPr>
          <p:nvPr/>
        </p:nvGrpSpPr>
        <p:grpSpPr bwMode="auto">
          <a:xfrm>
            <a:off x="5643563" y="2205038"/>
            <a:ext cx="2971800" cy="3700462"/>
            <a:chOff x="4455894" y="1143000"/>
            <a:chExt cx="4093032" cy="4788307"/>
          </a:xfrm>
        </p:grpSpPr>
        <p:grpSp>
          <p:nvGrpSpPr>
            <p:cNvPr id="94214" name="Group 9"/>
            <p:cNvGrpSpPr>
              <a:grpSpLocks/>
            </p:cNvGrpSpPr>
            <p:nvPr/>
          </p:nvGrpSpPr>
          <p:grpSpPr bwMode="auto">
            <a:xfrm>
              <a:off x="4891326" y="1143000"/>
              <a:ext cx="3657600" cy="4038600"/>
              <a:chOff x="5486400" y="1143000"/>
              <a:chExt cx="3657600" cy="4038600"/>
            </a:xfrm>
          </p:grpSpPr>
          <p:sp>
            <p:nvSpPr>
              <p:cNvPr id="94217" name="Line 15"/>
              <p:cNvSpPr>
                <a:spLocks noChangeShapeType="1"/>
              </p:cNvSpPr>
              <p:nvPr/>
            </p:nvSpPr>
            <p:spPr bwMode="auto">
              <a:xfrm>
                <a:off x="5486400" y="5181600"/>
                <a:ext cx="3657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18" name="Line 16"/>
              <p:cNvSpPr>
                <a:spLocks noChangeShapeType="1"/>
              </p:cNvSpPr>
              <p:nvPr/>
            </p:nvSpPr>
            <p:spPr bwMode="auto">
              <a:xfrm flipV="1">
                <a:off x="5486400" y="1143000"/>
                <a:ext cx="0" cy="403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19" name="Freeform 17"/>
              <p:cNvSpPr>
                <a:spLocks/>
              </p:cNvSpPr>
              <p:nvPr/>
            </p:nvSpPr>
            <p:spPr bwMode="auto">
              <a:xfrm>
                <a:off x="5486400" y="1828800"/>
                <a:ext cx="3657600" cy="2006600"/>
              </a:xfrm>
              <a:custGeom>
                <a:avLst/>
                <a:gdLst>
                  <a:gd name="T0" fmla="*/ 0 w 2304"/>
                  <a:gd name="T1" fmla="*/ 0 h 1264"/>
                  <a:gd name="T2" fmla="*/ 2147483646 w 2304"/>
                  <a:gd name="T3" fmla="*/ 2147483646 h 1264"/>
                  <a:gd name="T4" fmla="*/ 2147483646 w 2304"/>
                  <a:gd name="T5" fmla="*/ 2147483646 h 1264"/>
                  <a:gd name="T6" fmla="*/ 2147483646 w 2304"/>
                  <a:gd name="T7" fmla="*/ 2147483646 h 1264"/>
                  <a:gd name="T8" fmla="*/ 2147483646 w 2304"/>
                  <a:gd name="T9" fmla="*/ 2147483646 h 1264"/>
                  <a:gd name="T10" fmla="*/ 0 60000 65536"/>
                  <a:gd name="T11" fmla="*/ 0 60000 65536"/>
                  <a:gd name="T12" fmla="*/ 0 60000 65536"/>
                  <a:gd name="T13" fmla="*/ 0 60000 65536"/>
                  <a:gd name="T14" fmla="*/ 0 60000 65536"/>
                  <a:gd name="T15" fmla="*/ 0 w 2304"/>
                  <a:gd name="T16" fmla="*/ 0 h 1264"/>
                  <a:gd name="T17" fmla="*/ 2304 w 2304"/>
                  <a:gd name="T18" fmla="*/ 1264 h 1264"/>
                </a:gdLst>
                <a:ahLst/>
                <a:cxnLst>
                  <a:cxn ang="T10">
                    <a:pos x="T0" y="T1"/>
                  </a:cxn>
                  <a:cxn ang="T11">
                    <a:pos x="T2" y="T3"/>
                  </a:cxn>
                  <a:cxn ang="T12">
                    <a:pos x="T4" y="T5"/>
                  </a:cxn>
                  <a:cxn ang="T13">
                    <a:pos x="T6" y="T7"/>
                  </a:cxn>
                  <a:cxn ang="T14">
                    <a:pos x="T8" y="T9"/>
                  </a:cxn>
                </a:cxnLst>
                <a:rect l="T15" t="T16" r="T17" b="T18"/>
                <a:pathLst>
                  <a:path w="2304" h="1264">
                    <a:moveTo>
                      <a:pt x="0" y="0"/>
                    </a:moveTo>
                    <a:cubicBezTo>
                      <a:pt x="88" y="288"/>
                      <a:pt x="176" y="576"/>
                      <a:pt x="240" y="768"/>
                    </a:cubicBezTo>
                    <a:cubicBezTo>
                      <a:pt x="304" y="960"/>
                      <a:pt x="296" y="1072"/>
                      <a:pt x="384" y="1152"/>
                    </a:cubicBezTo>
                    <a:cubicBezTo>
                      <a:pt x="472" y="1232"/>
                      <a:pt x="448" y="1232"/>
                      <a:pt x="768" y="1248"/>
                    </a:cubicBezTo>
                    <a:cubicBezTo>
                      <a:pt x="1088" y="1264"/>
                      <a:pt x="2048" y="1248"/>
                      <a:pt x="2304" y="124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94220" name="Freeform 18"/>
              <p:cNvSpPr>
                <a:spLocks/>
              </p:cNvSpPr>
              <p:nvPr/>
            </p:nvSpPr>
            <p:spPr bwMode="auto">
              <a:xfrm>
                <a:off x="5486400" y="3429000"/>
                <a:ext cx="3657600" cy="1181100"/>
              </a:xfrm>
              <a:custGeom>
                <a:avLst/>
                <a:gdLst>
                  <a:gd name="T0" fmla="*/ 0 w 2304"/>
                  <a:gd name="T1" fmla="*/ 0 h 744"/>
                  <a:gd name="T2" fmla="*/ 2147483646 w 2304"/>
                  <a:gd name="T3" fmla="*/ 2147483646 h 744"/>
                  <a:gd name="T4" fmla="*/ 2147483646 w 2304"/>
                  <a:gd name="T5" fmla="*/ 2147483646 h 744"/>
                  <a:gd name="T6" fmla="*/ 2147483646 w 2304"/>
                  <a:gd name="T7" fmla="*/ 2147483646 h 744"/>
                  <a:gd name="T8" fmla="*/ 0 60000 65536"/>
                  <a:gd name="T9" fmla="*/ 0 60000 65536"/>
                  <a:gd name="T10" fmla="*/ 0 60000 65536"/>
                  <a:gd name="T11" fmla="*/ 0 60000 65536"/>
                  <a:gd name="T12" fmla="*/ 0 w 2304"/>
                  <a:gd name="T13" fmla="*/ 0 h 744"/>
                  <a:gd name="T14" fmla="*/ 2304 w 2304"/>
                  <a:gd name="T15" fmla="*/ 744 h 744"/>
                </a:gdLst>
                <a:ahLst/>
                <a:cxnLst>
                  <a:cxn ang="T8">
                    <a:pos x="T0" y="T1"/>
                  </a:cxn>
                  <a:cxn ang="T9">
                    <a:pos x="T2" y="T3"/>
                  </a:cxn>
                  <a:cxn ang="T10">
                    <a:pos x="T4" y="T5"/>
                  </a:cxn>
                  <a:cxn ang="T11">
                    <a:pos x="T6" y="T7"/>
                  </a:cxn>
                </a:cxnLst>
                <a:rect l="T12" t="T13" r="T14" b="T15"/>
                <a:pathLst>
                  <a:path w="2304" h="744">
                    <a:moveTo>
                      <a:pt x="0" y="0"/>
                    </a:moveTo>
                    <a:cubicBezTo>
                      <a:pt x="100" y="228"/>
                      <a:pt x="200" y="456"/>
                      <a:pt x="336" y="576"/>
                    </a:cubicBezTo>
                    <a:cubicBezTo>
                      <a:pt x="472" y="696"/>
                      <a:pt x="488" y="696"/>
                      <a:pt x="816" y="720"/>
                    </a:cubicBezTo>
                    <a:cubicBezTo>
                      <a:pt x="1144" y="744"/>
                      <a:pt x="2056" y="720"/>
                      <a:pt x="2304" y="72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grpSp>
        <p:sp>
          <p:nvSpPr>
            <p:cNvPr id="94215" name="Text Box 19"/>
            <p:cNvSpPr txBox="1">
              <a:spLocks noChangeArrowheads="1"/>
            </p:cNvSpPr>
            <p:nvPr/>
          </p:nvSpPr>
          <p:spPr bwMode="auto">
            <a:xfrm>
              <a:off x="8001000" y="5334000"/>
              <a:ext cx="533400" cy="597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rPr>
                <a:t>C</a:t>
              </a:r>
            </a:p>
          </p:txBody>
        </p:sp>
        <p:sp>
          <p:nvSpPr>
            <p:cNvPr id="94216" name="Text Box 20"/>
            <p:cNvSpPr txBox="1">
              <a:spLocks noChangeArrowheads="1"/>
            </p:cNvSpPr>
            <p:nvPr/>
          </p:nvSpPr>
          <p:spPr bwMode="auto">
            <a:xfrm>
              <a:off x="4455894" y="1295401"/>
              <a:ext cx="533401" cy="107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r>
                <a:rPr lang="en-US" altLang="en-US" baseline="-25000">
                  <a:latin typeface="Arial" panose="020B0604020202020204" pitchFamily="34" charset="0"/>
                  <a:cs typeface="Arial" panose="020B0604020202020204" pitchFamily="34" charset="0"/>
                  <a:sym typeface="Symbol" panose="05050102010706020507" pitchFamily="18" charset="2"/>
                </a:rPr>
                <a:t>0</a:t>
              </a:r>
              <a:endParaRPr lang="en-US" altLang="en-US">
                <a:latin typeface="Arial" panose="020B0604020202020204" pitchFamily="34" charset="0"/>
                <a:cs typeface="Arial" panose="020B0604020202020204" pitchFamily="34" charset="0"/>
                <a:sym typeface="Symbol" panose="05050102010706020507" pitchFamily="18" charset="2"/>
              </a:endParaRPr>
            </a:p>
          </p:txBody>
        </p:sp>
      </p:grpSp>
      <p:sp>
        <p:nvSpPr>
          <p:cNvPr id="9421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13C0905-4E08-4DBF-9E97-8501A2EB4C87}" type="slidenum">
              <a:rPr lang="en-US" altLang="ru-RU">
                <a:solidFill>
                  <a:srgbClr val="FFFFFF"/>
                </a:solidFill>
                <a:latin typeface="Arial" panose="020B0604020202020204" pitchFamily="34" charset="0"/>
                <a:cs typeface="Arial" panose="020B0604020202020204" pitchFamily="34" charset="0"/>
              </a:rPr>
              <a:pPr/>
              <a:t>78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checkerboard(across)">
                                      <p:cBhvr>
                                        <p:cTn id="7" dur="1000"/>
                                        <p:tgtEl>
                                          <p:spTgt spid="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p:cNvSpPr txBox="1">
            <a:spLocks noChangeArrowheads="1"/>
          </p:cNvSpPr>
          <p:nvPr/>
        </p:nvSpPr>
        <p:spPr bwMode="auto">
          <a:xfrm>
            <a:off x="1430338" y="1268413"/>
            <a:ext cx="7051675"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30000"/>
              </a:lnSpc>
              <a:spcBef>
                <a:spcPts val="600"/>
              </a:spcBef>
              <a:spcAft>
                <a:spcPts val="600"/>
              </a:spcAft>
              <a:buClrTx/>
              <a:buFont typeface="Wingdings" panose="05000000000000000000" pitchFamily="2" charset="2"/>
              <a:buChar char="§"/>
            </a:pPr>
            <a:r>
              <a:rPr lang="en-US" sz="2200">
                <a:solidFill>
                  <a:schemeClr val="tx1"/>
                </a:solidFill>
                <a:latin typeface="Arial" panose="020B0604020202020204" pitchFamily="34" charset="0"/>
                <a:cs typeface="Arial" panose="020B0604020202020204" pitchFamily="34" charset="0"/>
              </a:rPr>
              <a:t>Ảnh hưởng của nhiệt độ đối với độ dẫn điện đương lượng trong vùng nhiệt độ hẹp có thể biểu diễn bằng phương trình: </a:t>
            </a:r>
          </a:p>
          <a:p>
            <a:pPr algn="just" eaLnBrk="1" hangingPunct="1">
              <a:lnSpc>
                <a:spcPct val="130000"/>
              </a:lnSpc>
              <a:spcBef>
                <a:spcPts val="600"/>
              </a:spcBef>
              <a:spcAft>
                <a:spcPts val="600"/>
              </a:spcAft>
              <a:buClrTx/>
              <a:buFont typeface="Wingdings" panose="05000000000000000000" pitchFamily="2" charset="2"/>
              <a:buChar char="§"/>
            </a:pPr>
            <a:r>
              <a:rPr lang="en-US" sz="2200">
                <a:solidFill>
                  <a:schemeClr val="tx1"/>
                </a:solidFill>
                <a:latin typeface="Arial" panose="020B0604020202020204" pitchFamily="34" charset="0"/>
                <a:cs typeface="Arial" panose="020B0604020202020204" pitchFamily="34" charset="0"/>
              </a:rPr>
              <a:t>Trong khoảng nhiệt độ rộng:</a:t>
            </a:r>
          </a:p>
          <a:p>
            <a:pPr algn="just" eaLnBrk="1" hangingPunct="1">
              <a:lnSpc>
                <a:spcPct val="130000"/>
              </a:lnSpc>
              <a:spcBef>
                <a:spcPts val="600"/>
              </a:spcBef>
              <a:spcAft>
                <a:spcPts val="600"/>
              </a:spcAft>
              <a:buClrTx/>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30000"/>
              </a:lnSpc>
              <a:spcBef>
                <a:spcPts val="600"/>
              </a:spcBef>
              <a:spcAft>
                <a:spcPts val="600"/>
              </a:spcAft>
              <a:buClrTx/>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30000"/>
              </a:lnSpc>
              <a:spcBef>
                <a:spcPts val="600"/>
              </a:spcBef>
              <a:spcAft>
                <a:spcPts val="600"/>
              </a:spcAft>
              <a:buClrTx/>
              <a:buFont typeface="Wingdings" panose="05000000000000000000" pitchFamily="2" charset="2"/>
              <a:buChar char="§"/>
            </a:pPr>
            <a:r>
              <a:rPr lang="en-US" sz="2200">
                <a:solidFill>
                  <a:schemeClr val="tx1"/>
                </a:solidFill>
                <a:latin typeface="Arial" panose="020B0604020202020204" pitchFamily="34" charset="0"/>
                <a:cs typeface="Arial" panose="020B0604020202020204" pitchFamily="34" charset="0"/>
              </a:rPr>
              <a:t>Với </a:t>
            </a:r>
            <a:r>
              <a:rPr lang="el-GR" sz="2200">
                <a:solidFill>
                  <a:schemeClr val="tx1"/>
                </a:solidFill>
                <a:latin typeface="Arial" panose="020B0604020202020204" pitchFamily="34" charset="0"/>
                <a:cs typeface="Arial" panose="020B0604020202020204" pitchFamily="34" charset="0"/>
              </a:rPr>
              <a:t>α</a:t>
            </a:r>
            <a:r>
              <a:rPr lang="en-US" sz="2200">
                <a:solidFill>
                  <a:schemeClr val="tx1"/>
                </a:solidFill>
                <a:latin typeface="Arial" panose="020B0604020202020204" pitchFamily="34" charset="0"/>
                <a:cs typeface="Arial" panose="020B0604020202020204" pitchFamily="34" charset="0"/>
              </a:rPr>
              <a:t> và </a:t>
            </a:r>
            <a:r>
              <a:rPr lang="el-GR" sz="2200">
                <a:solidFill>
                  <a:schemeClr val="tx1"/>
                </a:solidFill>
                <a:latin typeface="Arial" panose="020B0604020202020204" pitchFamily="34" charset="0"/>
                <a:cs typeface="Arial" panose="020B0604020202020204" pitchFamily="34" charset="0"/>
              </a:rPr>
              <a:t>β</a:t>
            </a:r>
            <a:r>
              <a:rPr lang="en-US" sz="2200">
                <a:solidFill>
                  <a:schemeClr val="tx1"/>
                </a:solidFill>
                <a:latin typeface="Arial" panose="020B0604020202020204" pitchFamily="34" charset="0"/>
                <a:cs typeface="Arial" panose="020B0604020202020204" pitchFamily="34" charset="0"/>
              </a:rPr>
              <a:t> là các hệ số thực nghiệm.</a:t>
            </a:r>
          </a:p>
          <a:p>
            <a:pPr algn="just" eaLnBrk="1" hangingPunct="1">
              <a:lnSpc>
                <a:spcPct val="130000"/>
              </a:lnSpc>
              <a:spcBef>
                <a:spcPts val="600"/>
              </a:spcBef>
              <a:spcAft>
                <a:spcPts val="600"/>
              </a:spcAft>
              <a:buClrTx/>
              <a:buFont typeface="Wingdings" panose="05000000000000000000" pitchFamily="2" charset="2"/>
              <a:buChar char="§"/>
            </a:pPr>
            <a:r>
              <a:rPr lang="en-US" sz="2200">
                <a:solidFill>
                  <a:schemeClr val="tx1"/>
                </a:solidFill>
                <a:latin typeface="Arial" panose="020B0604020202020204" pitchFamily="34" charset="0"/>
                <a:cs typeface="Arial" panose="020B0604020202020204" pitchFamily="34" charset="0"/>
              </a:rPr>
              <a:t>Khi tăng nhiệt độ thì tất cả các ion sẽ tăng độ linh động nên độ dẫn điện tăng.</a:t>
            </a:r>
          </a:p>
        </p:txBody>
      </p:sp>
      <p:sp>
        <p:nvSpPr>
          <p:cNvPr id="18" name="Rounded Rectangle 17"/>
          <p:cNvSpPr/>
          <p:nvPr/>
        </p:nvSpPr>
        <p:spPr>
          <a:xfrm>
            <a:off x="1601788" y="476250"/>
            <a:ext cx="6858000" cy="5334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a:latin typeface="Arial" panose="020B0604020202020204" pitchFamily="34" charset="0"/>
                <a:cs typeface="Arial" panose="020B0604020202020204" pitchFamily="34" charset="0"/>
              </a:rPr>
              <a:t>Sự phụ thuộc của độ dẫn điện vào nhiệt độ</a:t>
            </a:r>
          </a:p>
        </p:txBody>
      </p:sp>
      <p:graphicFrame>
        <p:nvGraphicFramePr>
          <p:cNvPr id="19" name="Object 341"/>
          <p:cNvGraphicFramePr>
            <a:graphicFrameLocks noChangeAspect="1"/>
          </p:cNvGraphicFramePr>
          <p:nvPr/>
        </p:nvGraphicFramePr>
        <p:xfrm>
          <a:off x="6140450" y="2565400"/>
          <a:ext cx="2317750" cy="496888"/>
        </p:xfrm>
        <a:graphic>
          <a:graphicData uri="http://schemas.openxmlformats.org/presentationml/2006/ole">
            <mc:AlternateContent xmlns:mc="http://schemas.openxmlformats.org/markup-compatibility/2006">
              <mc:Choice xmlns:v="urn:schemas-microsoft-com:vml" Requires="v">
                <p:oleObj spid="_x0000_s95239" name="Equation" r:id="rId3" imgW="1028700" imgH="228600" progId="">
                  <p:embed/>
                </p:oleObj>
              </mc:Choice>
              <mc:Fallback>
                <p:oleObj name="Equation" r:id="rId3" imgW="1028700" imgH="228600" progId="">
                  <p:embed/>
                  <p:pic>
                    <p:nvPicPr>
                      <p:cNvPr id="0" name="Object 3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0450" y="2565400"/>
                        <a:ext cx="2317750" cy="49688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342"/>
          <p:cNvGraphicFramePr>
            <a:graphicFrameLocks noChangeAspect="1"/>
          </p:cNvGraphicFramePr>
          <p:nvPr/>
        </p:nvGraphicFramePr>
        <p:xfrm>
          <a:off x="3492500" y="3860800"/>
          <a:ext cx="3311525" cy="557213"/>
        </p:xfrm>
        <a:graphic>
          <a:graphicData uri="http://schemas.openxmlformats.org/presentationml/2006/ole">
            <mc:AlternateContent xmlns:mc="http://schemas.openxmlformats.org/markup-compatibility/2006">
              <mc:Choice xmlns:v="urn:schemas-microsoft-com:vml" Requires="v">
                <p:oleObj spid="_x0000_s95240" name="Equation" r:id="rId5" imgW="1384300" imgH="241300" progId="">
                  <p:embed/>
                </p:oleObj>
              </mc:Choice>
              <mc:Fallback>
                <p:oleObj name="Equation" r:id="rId5" imgW="1384300" imgH="241300" progId="">
                  <p:embed/>
                  <p:pic>
                    <p:nvPicPr>
                      <p:cNvPr id="0" name="Object 3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3860800"/>
                        <a:ext cx="3311525" cy="5572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3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2B9CE39-DA5A-46E9-A418-F90E70D436E0}" type="slidenum">
              <a:rPr lang="en-US" altLang="ru-RU">
                <a:solidFill>
                  <a:srgbClr val="FFFFFF"/>
                </a:solidFill>
                <a:latin typeface="Arial" panose="020B0604020202020204" pitchFamily="34" charset="0"/>
                <a:cs typeface="Arial" panose="020B0604020202020204" pitchFamily="34" charset="0"/>
              </a:rPr>
              <a:pPr/>
              <a:t>79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checkerboard(across)">
                                      <p:cBhvr>
                                        <p:cTn id="7" dur="1000"/>
                                        <p:tgtEl>
                                          <p:spTgt spid="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checkerboard(across)">
                                      <p:cBhvr>
                                        <p:cTn id="12" dur="1000"/>
                                        <p:tgtEl>
                                          <p:spTgt spid="1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7">
                                            <p:txEl>
                                              <p:pRg st="4" end="4"/>
                                            </p:txEl>
                                          </p:spTgt>
                                        </p:tgtEl>
                                        <p:attrNameLst>
                                          <p:attrName>style.visibility</p:attrName>
                                        </p:attrNameLst>
                                      </p:cBhvr>
                                      <p:to>
                                        <p:strVal val="visible"/>
                                      </p:to>
                                    </p:set>
                                    <p:animEffect transition="in" filter="checkerboard(across)">
                                      <p:cBhvr>
                                        <p:cTn id="17" dur="1000"/>
                                        <p:tgtEl>
                                          <p:spTgt spid="1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7">
                                            <p:txEl>
                                              <p:pRg st="5" end="5"/>
                                            </p:txEl>
                                          </p:spTgt>
                                        </p:tgtEl>
                                        <p:attrNameLst>
                                          <p:attrName>style.visibility</p:attrName>
                                        </p:attrNameLst>
                                      </p:cBhvr>
                                      <p:to>
                                        <p:strVal val="visible"/>
                                      </p:to>
                                    </p:set>
                                    <p:animEffect transition="in" filter="checkerboard(across)">
                                      <p:cBhvr>
                                        <p:cTn id="22" dur="1000"/>
                                        <p:tgtEl>
                                          <p:spTgt spid="17">
                                            <p:txEl>
                                              <p:pRg st="5" end="5"/>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par>
                                <p:cTn id="26" presetID="14" presetClass="entr" presetSubtype="1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randombar(horizontal)">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95288" y="1341438"/>
            <a:ext cx="8424862"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SzPct val="100000"/>
              <a:buFont typeface="Wingdings" panose="05000000000000000000" pitchFamily="2" charset="2"/>
              <a:buChar char="§"/>
            </a:pPr>
            <a:r>
              <a:rPr lang="en-US" altLang="en-US" sz="2200">
                <a:latin typeface="Arial" panose="020B0604020202020204" pitchFamily="34" charset="0"/>
                <a:cs typeface="Arial" panose="020B0604020202020204" pitchFamily="34" charset="0"/>
              </a:rPr>
              <a:t>Độ dẫn điện chịu ảnh hưởng của tạp chất khi tạp chất phân ly thành ion tham gia dẫn điện hoặc không phân ly nhưng tham gia phản ứng hoá học làm thay đổi nồng độ của chất cần xác định.</a:t>
            </a:r>
          </a:p>
          <a:p>
            <a:pPr algn="just" eaLnBrk="1" hangingPunct="1">
              <a:lnSpc>
                <a:spcPct val="130000"/>
              </a:lnSpc>
              <a:spcBef>
                <a:spcPts val="600"/>
              </a:spcBef>
              <a:spcAft>
                <a:spcPts val="600"/>
              </a:spcAft>
              <a:buSzPct val="100000"/>
              <a:buFont typeface="Wingdings" panose="05000000000000000000" pitchFamily="2" charset="2"/>
              <a:buChar char="§"/>
            </a:pPr>
            <a:r>
              <a:rPr lang="en-US" altLang="en-US" sz="2200">
                <a:latin typeface="Arial" panose="020B0604020202020204" pitchFamily="34" charset="0"/>
                <a:cs typeface="Arial" panose="020B0604020202020204" pitchFamily="34" charset="0"/>
              </a:rPr>
              <a:t>Đối với chất điện ly mạnh, </a:t>
            </a:r>
            <a:r>
              <a:rPr lang="en-US" altLang="en-US" sz="2200">
                <a:latin typeface="Arial" panose="020B0604020202020204" pitchFamily="34" charset="0"/>
                <a:cs typeface="Arial" panose="020B0604020202020204" pitchFamily="34" charset="0"/>
                <a:sym typeface="Symbol" panose="05050102010706020507" pitchFamily="18" charset="2"/>
              </a:rPr>
              <a:t></a:t>
            </a:r>
            <a:r>
              <a:rPr lang="en-US" altLang="en-US" sz="2200">
                <a:latin typeface="Arial" panose="020B0604020202020204" pitchFamily="34" charset="0"/>
                <a:cs typeface="Arial" panose="020B0604020202020204" pitchFamily="34" charset="0"/>
              </a:rPr>
              <a:t> tăng khi P tăng trong khoảng 50-100 KT/cm</a:t>
            </a:r>
            <a:r>
              <a:rPr lang="en-US" altLang="en-US" sz="2200" baseline="30000">
                <a:latin typeface="Arial" panose="020B0604020202020204" pitchFamily="34" charset="0"/>
                <a:cs typeface="Arial" panose="020B0604020202020204" pitchFamily="34" charset="0"/>
              </a:rPr>
              <a:t>2</a:t>
            </a:r>
            <a:r>
              <a:rPr lang="en-US" altLang="en-US" sz="2200">
                <a:latin typeface="Arial" panose="020B0604020202020204" pitchFamily="34" charset="0"/>
                <a:cs typeface="Arial" panose="020B0604020202020204" pitchFamily="34" charset="0"/>
              </a:rPr>
              <a:t>. Nhưng nếu tiếp tục tăng P lên nữa thì </a:t>
            </a:r>
            <a:r>
              <a:rPr lang="en-US" altLang="en-US" sz="2200">
                <a:latin typeface="Arial" panose="020B0604020202020204" pitchFamily="34" charset="0"/>
                <a:cs typeface="Arial" panose="020B0604020202020204" pitchFamily="34" charset="0"/>
                <a:sym typeface="Symbol" panose="05050102010706020507" pitchFamily="18" charset="2"/>
              </a:rPr>
              <a:t></a:t>
            </a:r>
            <a:r>
              <a:rPr lang="en-US" altLang="en-US" sz="2200">
                <a:latin typeface="Arial" panose="020B0604020202020204" pitchFamily="34" charset="0"/>
                <a:cs typeface="Arial" panose="020B0604020202020204" pitchFamily="34" charset="0"/>
              </a:rPr>
              <a:t> lại giảm và giảm xuống đến những giá trị thấp hơn so với giá trị </a:t>
            </a:r>
            <a:r>
              <a:rPr lang="en-US" altLang="en-US" sz="2200">
                <a:latin typeface="Arial" panose="020B0604020202020204" pitchFamily="34" charset="0"/>
                <a:cs typeface="Arial" panose="020B0604020202020204" pitchFamily="34" charset="0"/>
                <a:sym typeface="Symbol" panose="05050102010706020507" pitchFamily="18" charset="2"/>
              </a:rPr>
              <a:t> </a:t>
            </a:r>
            <a:r>
              <a:rPr lang="en-US" altLang="en-US" sz="2200">
                <a:latin typeface="Arial" panose="020B0604020202020204" pitchFamily="34" charset="0"/>
                <a:cs typeface="Arial" panose="020B0604020202020204" pitchFamily="34" charset="0"/>
              </a:rPr>
              <a:t>khi chịu áp suất khí quyển.</a:t>
            </a:r>
          </a:p>
        </p:txBody>
      </p:sp>
      <p:sp>
        <p:nvSpPr>
          <p:cNvPr id="7" name="Rounded Rectangle 6"/>
          <p:cNvSpPr/>
          <p:nvPr/>
        </p:nvSpPr>
        <p:spPr>
          <a:xfrm>
            <a:off x="1042988" y="404813"/>
            <a:ext cx="7924800" cy="6858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b="1">
                <a:latin typeface="Arial" panose="020B0604020202020204" pitchFamily="34" charset="0"/>
                <a:cs typeface="Arial" panose="020B0604020202020204" pitchFamily="34" charset="0"/>
              </a:rPr>
              <a:t>Các yếu tố khác ảnh hưởng đến độ dẫn điện</a:t>
            </a:r>
          </a:p>
        </p:txBody>
      </p:sp>
      <p:sp>
        <p:nvSpPr>
          <p:cNvPr id="9626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55BD9D3-AE80-4F23-9DF8-D52FF746D5E1}" type="slidenum">
              <a:rPr lang="en-US" altLang="ru-RU">
                <a:solidFill>
                  <a:srgbClr val="FFFFFF"/>
                </a:solidFill>
                <a:latin typeface="Arial" panose="020B0604020202020204" pitchFamily="34" charset="0"/>
                <a:cs typeface="Arial" panose="020B0604020202020204" pitchFamily="34" charset="0"/>
              </a:rPr>
              <a:pPr/>
              <a:t>80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1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1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
          <p:cNvSpPr txBox="1">
            <a:spLocks noChangeArrowheads="1"/>
          </p:cNvSpPr>
          <p:nvPr/>
        </p:nvSpPr>
        <p:spPr bwMode="auto">
          <a:xfrm>
            <a:off x="755650" y="333375"/>
            <a:ext cx="6786563" cy="642938"/>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600" b="1">
                <a:solidFill>
                  <a:srgbClr val="0070C0"/>
                </a:solidFill>
              </a:rPr>
              <a:t>2.2. </a:t>
            </a:r>
            <a:r>
              <a:rPr lang="vi-VN" sz="2600" b="1">
                <a:solidFill>
                  <a:srgbClr val="0070C0"/>
                </a:solidFill>
                <a:latin typeface="Arial" panose="020B0604020202020204" pitchFamily="34" charset="0"/>
              </a:rPr>
              <a:t>Các phương pháp phân tích độ dẫn</a:t>
            </a:r>
            <a:endParaRPr lang="en-US" sz="2600" b="1">
              <a:solidFill>
                <a:srgbClr val="0070C0"/>
              </a:solidFill>
            </a:endParaRPr>
          </a:p>
        </p:txBody>
      </p:sp>
      <p:sp>
        <p:nvSpPr>
          <p:cNvPr id="140291" name="Text Box 8"/>
          <p:cNvSpPr txBox="1">
            <a:spLocks noChangeArrowheads="1"/>
          </p:cNvSpPr>
          <p:nvPr/>
        </p:nvSpPr>
        <p:spPr bwMode="gray">
          <a:xfrm>
            <a:off x="971550" y="1125538"/>
            <a:ext cx="6572250" cy="4603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zh-CN" sz="2400" b="1">
                <a:latin typeface="Arial" panose="020B0604020202020204" pitchFamily="34" charset="0"/>
                <a:cs typeface="Arial" panose="020B0604020202020204" pitchFamily="34" charset="0"/>
              </a:rPr>
              <a:t>2.2.1. Phương pháp độ dẫn trực tiếp</a:t>
            </a:r>
          </a:p>
        </p:txBody>
      </p:sp>
      <p:sp>
        <p:nvSpPr>
          <p:cNvPr id="6" name="Rectangle 3"/>
          <p:cNvSpPr txBox="1">
            <a:spLocks noChangeArrowheads="1"/>
          </p:cNvSpPr>
          <p:nvPr/>
        </p:nvSpPr>
        <p:spPr bwMode="auto">
          <a:xfrm>
            <a:off x="684213" y="1700213"/>
            <a:ext cx="6678612"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SzPct val="90000"/>
              <a:buFont typeface="Wingdings 2" panose="05020102010507070707" pitchFamily="18" charset="2"/>
              <a:buNone/>
            </a:pPr>
            <a:r>
              <a:rPr lang="de-DE" altLang="en-US" sz="2200">
                <a:latin typeface="Arial" panose="020B0604020202020204" pitchFamily="34" charset="0"/>
                <a:cs typeface="Arial" panose="020B0604020202020204" pitchFamily="34" charset="0"/>
              </a:rPr>
              <a:t>Dựa vào độ dẫn điện riêng của chất cần nghiên cứu có thể xác định được hàm lượng bằng phương pháp đồ thị chuẩn.</a:t>
            </a:r>
          </a:p>
        </p:txBody>
      </p:sp>
      <p:sp>
        <p:nvSpPr>
          <p:cNvPr id="9728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7986F87-7625-4042-871B-0FFF6814DD1E}" type="slidenum">
              <a:rPr lang="en-US" altLang="ru-RU">
                <a:solidFill>
                  <a:srgbClr val="FFFFFF"/>
                </a:solidFill>
                <a:latin typeface="Arial" panose="020B0604020202020204" pitchFamily="34" charset="0"/>
                <a:cs typeface="Arial" panose="020B0604020202020204" pitchFamily="34" charset="0"/>
              </a:rPr>
              <a:pPr/>
              <a:t>81</a:t>
            </a:fld>
            <a:endParaRPr lang="en-US" altLang="ru-RU">
              <a:solidFill>
                <a:srgbClr val="FFFFFF"/>
              </a:solidFill>
              <a:latin typeface="Arial" panose="020B0604020202020204" pitchFamily="34" charset="0"/>
              <a:cs typeface="Arial" panose="020B0604020202020204" pitchFamily="34" charset="0"/>
            </a:endParaRPr>
          </a:p>
        </p:txBody>
      </p:sp>
      <p:pic>
        <p:nvPicPr>
          <p:cNvPr id="97286" name="Picture 6" descr="http://www.gianong.com.vn/products/product_s4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3213100"/>
            <a:ext cx="2911475"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
          <p:cNvSpPr txBox="1">
            <a:spLocks noChangeArrowheads="1"/>
          </p:cNvSpPr>
          <p:nvPr/>
        </p:nvSpPr>
        <p:spPr bwMode="auto">
          <a:xfrm>
            <a:off x="755650" y="188913"/>
            <a:ext cx="6786563" cy="642937"/>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2.2. </a:t>
            </a:r>
            <a:r>
              <a:rPr lang="vi-VN" sz="2800" b="1">
                <a:solidFill>
                  <a:srgbClr val="072B39"/>
                </a:solidFill>
                <a:latin typeface="Times New Roman" panose="02020603050405020304" pitchFamily="18" charset="0"/>
                <a:cs typeface="Times New Roman" panose="02020603050405020304" pitchFamily="18" charset="0"/>
              </a:rPr>
              <a:t>Các phương pháp phân tích độ dẫn</a:t>
            </a:r>
            <a:endParaRPr lang="en-US" sz="2800" b="1">
              <a:solidFill>
                <a:srgbClr val="072B39"/>
              </a:solidFill>
              <a:latin typeface="Times New Roman" panose="02020603050405020304" pitchFamily="18" charset="0"/>
              <a:cs typeface="Times New Roman" panose="02020603050405020304" pitchFamily="18" charset="0"/>
            </a:endParaRPr>
          </a:p>
        </p:txBody>
      </p:sp>
      <p:sp>
        <p:nvSpPr>
          <p:cNvPr id="141315" name="Text Box 8"/>
          <p:cNvSpPr txBox="1">
            <a:spLocks noChangeArrowheads="1"/>
          </p:cNvSpPr>
          <p:nvPr/>
        </p:nvSpPr>
        <p:spPr bwMode="gray">
          <a:xfrm>
            <a:off x="971550" y="1125538"/>
            <a:ext cx="5616575" cy="4603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zh-CN" sz="2400" b="1">
                <a:latin typeface="Arial" panose="020B0604020202020204" pitchFamily="34" charset="0"/>
                <a:cs typeface="Arial" panose="020B0604020202020204" pitchFamily="34" charset="0"/>
              </a:rPr>
              <a:t>2.2.1. Phương pháp độ dẫn trực tiếp</a:t>
            </a:r>
          </a:p>
        </p:txBody>
      </p:sp>
      <p:sp>
        <p:nvSpPr>
          <p:cNvPr id="6" name="Rectangle 3"/>
          <p:cNvSpPr txBox="1">
            <a:spLocks noChangeArrowheads="1"/>
          </p:cNvSpPr>
          <p:nvPr/>
        </p:nvSpPr>
        <p:spPr>
          <a:xfrm>
            <a:off x="323850" y="1819275"/>
            <a:ext cx="6264275" cy="4724400"/>
          </a:xfrm>
          <a:prstGeom prst="rect">
            <a:avLst/>
          </a:prstGeom>
        </p:spPr>
        <p:txBody>
          <a:bodyPr/>
          <a:lstStyle>
            <a:lvl1pPr marL="80963">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50000"/>
              </a:lnSpc>
              <a:spcBef>
                <a:spcPts val="600"/>
              </a:spcBef>
              <a:spcAft>
                <a:spcPts val="600"/>
              </a:spcAft>
              <a:buClrTx/>
              <a:buSzPct val="90000"/>
              <a:buFont typeface="Wingdings 2" panose="05020102010507070707" pitchFamily="18" charset="2"/>
              <a:buNone/>
            </a:pPr>
            <a:r>
              <a:rPr lang="de-DE" sz="2200">
                <a:solidFill>
                  <a:schemeClr val="tx1"/>
                </a:solidFill>
                <a:latin typeface="Arial" panose="020B0604020202020204" pitchFamily="34" charset="0"/>
                <a:cs typeface="Arial" panose="020B0604020202020204" pitchFamily="34" charset="0"/>
              </a:rPr>
              <a:t>Phương pháp này có nhiều hạn chế do ảnh hưởng của nhiều yếu tố: </a:t>
            </a:r>
          </a:p>
          <a:p>
            <a:pPr algn="just" eaLnBrk="1" hangingPunct="1">
              <a:lnSpc>
                <a:spcPct val="150000"/>
              </a:lnSpc>
              <a:spcBef>
                <a:spcPts val="600"/>
              </a:spcBef>
              <a:spcAft>
                <a:spcPts val="600"/>
              </a:spcAft>
              <a:buClrTx/>
              <a:buSzPct val="90000"/>
              <a:buFont typeface="Wingdings" panose="05000000000000000000" pitchFamily="2" charset="2"/>
              <a:buChar char="ü"/>
            </a:pPr>
            <a:r>
              <a:rPr lang="de-DE" sz="2200">
                <a:solidFill>
                  <a:schemeClr val="tx1"/>
                </a:solidFill>
                <a:latin typeface="Arial" panose="020B0604020202020204" pitchFamily="34" charset="0"/>
                <a:cs typeface="Arial" panose="020B0604020202020204" pitchFamily="34" charset="0"/>
              </a:rPr>
              <a:t>Chỉ có thể suy ra nồng độ của chất khảo sát từ độ dẫn khi trong dung dịch chỉ chứa một chất duy nhất.</a:t>
            </a:r>
          </a:p>
          <a:p>
            <a:pPr algn="just" eaLnBrk="1" hangingPunct="1">
              <a:lnSpc>
                <a:spcPct val="150000"/>
              </a:lnSpc>
              <a:spcBef>
                <a:spcPts val="600"/>
              </a:spcBef>
              <a:spcAft>
                <a:spcPts val="600"/>
              </a:spcAft>
              <a:buClrTx/>
              <a:buSzPct val="90000"/>
              <a:buFont typeface="Wingdings" panose="05000000000000000000" pitchFamily="2" charset="2"/>
              <a:buChar char="ü"/>
            </a:pPr>
            <a:r>
              <a:rPr lang="de-DE" sz="2200">
                <a:solidFill>
                  <a:schemeClr val="tx1"/>
                </a:solidFill>
                <a:latin typeface="Arial" panose="020B0604020202020204" pitchFamily="34" charset="0"/>
                <a:cs typeface="Arial" panose="020B0604020202020204" pitchFamily="34" charset="0"/>
              </a:rPr>
              <a:t>Phải kiểm soát chặt chẽ nhiệt độ dung dịch trong suốt quá trình đo độ dẫn.</a:t>
            </a:r>
            <a:endParaRPr lang="en-US" sz="2200">
              <a:solidFill>
                <a:schemeClr val="tx1"/>
              </a:solidFill>
              <a:latin typeface="Arial" panose="020B0604020202020204" pitchFamily="34" charset="0"/>
              <a:cs typeface="Arial" panose="020B0604020202020204" pitchFamily="34" charset="0"/>
            </a:endParaRPr>
          </a:p>
        </p:txBody>
      </p:sp>
      <p:sp>
        <p:nvSpPr>
          <p:cNvPr id="9830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29510F5-2DCE-4214-8B78-BFFBE16FAC88}" type="slidenum">
              <a:rPr lang="en-US" altLang="ru-RU">
                <a:solidFill>
                  <a:srgbClr val="FFFFFF"/>
                </a:solidFill>
                <a:latin typeface="Arial" panose="020B0604020202020204" pitchFamily="34" charset="0"/>
                <a:cs typeface="Arial" panose="020B0604020202020204" pitchFamily="34" charset="0"/>
              </a:rPr>
              <a:pPr/>
              <a:t>82</a:t>
            </a:fld>
            <a:endParaRPr lang="en-US" altLang="ru-RU">
              <a:solidFill>
                <a:srgbClr val="FFFFFF"/>
              </a:solidFill>
              <a:latin typeface="Arial" panose="020B0604020202020204" pitchFamily="34" charset="0"/>
              <a:cs typeface="Arial" panose="020B0604020202020204" pitchFamily="34" charset="0"/>
            </a:endParaRPr>
          </a:p>
        </p:txBody>
      </p:sp>
      <p:pic>
        <p:nvPicPr>
          <p:cNvPr id="98310"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2133600"/>
            <a:ext cx="2482850"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1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10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6" descr="http://www.gianong.com.vn/products/product_s4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20713"/>
            <a:ext cx="3632200" cy="354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1" name="Picture 12" descr="http://www.hailong.com.vn/ImgUpload/imgEC_214_l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306388"/>
            <a:ext cx="4168775"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TextBox 1"/>
          <p:cNvSpPr txBox="1">
            <a:spLocks noChangeArrowheads="1"/>
          </p:cNvSpPr>
          <p:nvPr/>
        </p:nvSpPr>
        <p:spPr bwMode="auto">
          <a:xfrm>
            <a:off x="2740025" y="4945063"/>
            <a:ext cx="3960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200">
                <a:latin typeface="Arial" panose="020B0604020202020204" pitchFamily="34" charset="0"/>
                <a:cs typeface="Arial" panose="020B0604020202020204" pitchFamily="34" charset="0"/>
              </a:rPr>
              <a:t>Máy đo độ dẫn để bàn</a:t>
            </a:r>
          </a:p>
        </p:txBody>
      </p:sp>
      <p:sp>
        <p:nvSpPr>
          <p:cNvPr id="9933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43DE7EB-CB56-4226-9425-2451E3E78D1D}" type="slidenum">
              <a:rPr lang="en-US" altLang="ru-RU">
                <a:solidFill>
                  <a:srgbClr val="FFFFFF"/>
                </a:solidFill>
                <a:latin typeface="Arial" panose="020B0604020202020204" pitchFamily="34" charset="0"/>
                <a:cs typeface="Arial" panose="020B0604020202020204" pitchFamily="34" charset="0"/>
              </a:rPr>
              <a:pPr/>
              <a:t>83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AutoShape 2" descr="data:image/jpeg;base64,/9j/4AAQSkZJRgABAQAAAQABAAD/2wCEAAkGBhQSEBATEhMQFREVFRMQFRQQFhAUFxIQFRIWFhcQEhcYHCYeFxkjGRQSHy8gIyc1LCwsFR8xNTwqNSYrLSkBCQoKDgwNGQ8PGiwlHB8qLSwqKiwvLCk1NSksKSwsLC4sNS0yNSwsKSwpLyk1KiwpLCkpLCwsKSksLCkpLCwsLP/AABEIAMIBAwMBIgACEQEDEQH/xAAcAAEAAgMBAQEAAAAAAAAAAAAABQYCBAcBAwj/xAA8EAACAQIDBQUFBwMEAwEAAAAAAQIDEQQFIQYSMUFREyJhcYEUMlKRoQdCYnKxwfAjM+FTgqLRc8LxQ//EABkBAQADAQEAAAAAAAAAAAAAAAABAgMFBP/EACQRAQACAgICAQUBAQAAAAAAAAABAgMREjEEIRMiQVGBsWEj/9oADAMBAAIRAxEAPwDuIAAAAAAAAAAAAAAAAAAAAAAAAAAAAAAAAAAAAAAAAAAAAAAAAAAAAAAAAAAAAAAAAAAAAAAV/bPbSjl1DtKt5SekKcWt6o+dr8EubAkc4z2hhafaYipCnC9k5XvKXwwitZPwSuV9/aNHjHA5pKHKSoRV11UZTUrehXNjKjzjESzCrpGnOVLDUm7rDxjZup0dR3WvL5W6VDAwS91eoEDl/wBouCqzVOVV0ar0VPFwnQk30W+kpPyZZUyPzDZ+hWg4VKcJQejjJKSfo9Cq1cqxOV9/COpXwS9/BzblKnHnLCSlqmv9Nuz5WAvYNLJ84pYqjCtRkpU5q6fBprRxkuKkno0+BugAAAAAAAAAAAAAAAAAAAAAAAAAAAAMe0XVfNAZAAAAeAaecZpDDUKtao+5Ti5Pq7cIrxbsvU/Ku121FXHYidWrJu7dlyhG+kI+CO+ba7SNQqKLtBJ6pXd7NXWtrt3SXna70OabIbHRxeOU5xjajJTmrf3Krcmovwi42/2vqUi8TOl5p626p9lOSvDZbQhJWm4781+Obcmn5byXoXI+WGo7kVFcv1PqXUDxo9AFawGT+yY2vOm0sNid2cqWvcxSupVYckpR3brqrllIzPmlTTuk1JWvzfRfIkKMrxi/BAZgAAAAAAAAAAAAAAAAAAAAAAABg1Mwr2jZcX+gGpi8Y5Oy0j+via1iH2h2ijht3SLk1vPeluqMOF27c3ojHA7V0Z2U705P47br8prT5l/itMctMpy0i3GZ9p6nXlHg35PVG1HNre9F+cf+maMZJpNNNPg1qn5MFGqRWbRfBP6HwxmY70JxjeLacVJWvFte8rq10aMoc1ozGU9CBzjbXLq0VC0ZS1t2u/KTkrO0akUku69U7cbF4+z/AGc9npRvbe4yavrK3D04Gnm+IaslxbSXncu+XRtThZW0K1rELTbbZAKzn+3VPD1Xh6UJ4jF2UnRo/ci+Eq09VTT8my6qzBnLtoNsMypQ7SdTLsJSekVONWtUnL4IJPvy8voaGFx+f4rDtuWGpJv3XCdKrKHNNx3nTv6S15AXbM2sZiqMYa0cPNzlJaqeJ3XFRi+ahGUm38TS4plohGySXLQ57srtd7PVo4PG4X2Sc/6dCcJb+HqPV9nGfGMm+UtW34nREAAAAAAAAAAAAAAAAAAAAAAAAAIHMscoqdSTtGKb9F0/nMlsbVtB9Xoc12+z/cj2cdWmtPiqv3YeS95+ReleU/591Ml+Meu/sqO0WZSxOIknwT359L/cpf7Vx8WfKk5Q91teHL1XAwweG3Y6u8nrJvnJ8WbDRhkyzN+UfppjxRWnGff5bmAz+pSfdco/+P3fWD0+RaMt243tKkVL8VLRrzhL9ilOB52f/wBNI8jfq8b/AKynx9e8c6/jq+CzalW/tzi38PCS/wBr1PcZU3beLt/0ULZrAyrVYJttJqd+cYxa4Pjq7Jeb6Fy2iq2peO9F/W5fJWsamv3VxWtbcW+yPw9PtcVCPKL3v2X6/Q6HTjZJdNCobF4S8p1H1/QuJRsj8/r1YYXEzoR3q0aVSVOPG9RQe7pz1tockwe0fsmHccPRl2s5XrYzMFOlTliJaznu/wBzESTvaMVovU7LjcVGlTqVKjtCEZVJN8oRTbfyTOXVcx3MNWzatBdvUShhKT//ADhUdqNGC5Skv6k2tXw5AQeDzjDqtTnCqsfmlW6VXE3o08Olo3GMklSguUYLeZcsWsxwmFqYr2iNV0outOh2FKnSnSiryhC39SL3b2k5PxR8cg+yzD1MJbFwjVrVG6lWrNXnKtLWTjNd5JPRWfLxIba3ZzFZXg6/s+MqSwk4vDvD4p9rZVV2e7Qk9VLvaICw/aZXp4jI6uJilpChiaUucZOpTcWn1tJr1LhkWLdXDUJy96VOEpfmcU2cbrbRqth8Fk9aEqElKjCs6kobsqdNRlGCd7qUrJ2a42SbudrwNDcpxj0Xy8ANgAAAAAAAAAAAAAAAAAAAAAAPlia27FvnwXmBC7T5sqNOUvhVkutR8Echx1CdWt2jalFK6SvfflrKcl15eSLHtbm/a1tyLvCF1+af3pfsQlGhKckopuXKx0sfjROLVvW3IzeXMZvo96a6Rmoky9natrvcb6Xd/nb9SMq4ZxbWqa0cZaP/AKZ4L+HaPdJ26FPLrqOccXxcRGld2/iXUyas9UTWzOVdrVV13F35flT0j6v6RZjixbt9XUdtcuXVfp7npZ9mMs7KipNWnO0nf7sPux87Nt+MjQ2kxW9JRWqjq7c30JrM8duRdveeiIPL8I6tWPPW7NLTytspXjXULls1g+zoRXOyv/PO5LHzoUt2KXRWPoQsqv2pTayjGNXtuw3rcez7WG//AMd4q+0k4yq5BQSTpTc666b1OnTcH491y+Z0rH4KNalUpVFeFSMqcl1jJNNfJnLM3yHGYenh6UaUq88HU7TB4iEqSfZPR4fEwnKOm6kt6L4JAdXow3YpdEjjO2+3PtmYU8NhYOvHDtzpxXuVsb7qrVJcOxpXbvzfhqWTHvNMfSVKXY4OjNbtRUJTrVpRa1ipNKEE/C7JbZjYTDZfTclFLS85zd5St8cv/VaeAEVs/wDZhSlh6qxaVerX79arLjOpxTg+MFG+lv8ACmtg8VUjHE4OtN1KmDq9hGpL3qlBwjUpSl+JQnGL/KRue/bLgcK4waxEp3acI0pQcIrhP+pupp8rNklsNhpyVbFVUo1MTP2iUU77kZRjGnTvzcacYJvrcC1gAAAAAAAAAAAAAAAAAAAABU9s897Km1F96V4xty+KfoWLH4lQi79H6JcWzk2bY94rEae63uQvpaC5v6s9PjYudtz1DyeXm+Omo7npFli2YorcnL7192/RWv8Av9DQxuTbkHJSUkuPzSuvmfHLczlRba1i+MXz8V0Z07/9KTxcjHHw5I5rYnez4+X7oru01u0ja193X5u37m1V2pVu7Td/xNW+nEgsRXc5OUneT4mWHHaLbl6PIzUtXjVhGb4cfDj8v8F+y2isLQW9/cl3pfmtpH0Vl8yu7JZX2lXfku5T72vOf3V+/oS2aYtzqWXBaLxZ5/MyRvjH7b+DinXOf0+dWcqkvFlt2eyns47z4v8AlzVyHI+E5/zwLIkeB03oAAHjinxSPTGc0k22klq29El1YGnmua0cLSnWrTjTpQV3KWnourfRFJxm1UcZHtKc1KhruRi1q1zn0l4PgU37V9s6WOqUsNhoyqdnKS34uVpylZOMIrSXurV+NtLsgvs2yuv7ZVglakt6NWKu1Gom93X05cmSja2Y7IfbZUJbqUqdSE05JPuqa36b6xaT9UjsGCpbsIpK2hG5LkappOS16EyQkAAAAAAAAAAAAAAAAAAA8bPSMzvMI0qcnJ6RW9Ly5R827ExG/UImdRuVV25zt7vZRfenxtyp34er/Qp9DC1FapGL07yflztzRljMTKrUnUlxk7+S5JeSJf2+juwnq6kYuMYtS7t1a1+Fjr0rOKkViN77cS1oz5JtadRHSKxmbTqR3WoxjxahdXa63ZpXM5xFHCTnfdjJ242TPTERWPw8dpte3v2klkd1bfj2u7v7nSPi+XEi4QbaSTbbSSXNvgiSnndRx3WoqVt1zt3rdPAkNkctTnKtL3afC/OduPov1RhN7Y6za70/HTJetcf7S7o+zYaNOPv2vK3Ob4v04eiPMgy/taifLjr/AD+XNbGVXUqq3B6FzyHAdnSV1q19DjzaZncu7WsViIhIwgkklwRkAVWACK2i2lo4Kk6leaS+7Fe9N9IrmBu47HQo05VKslCEVdylokjie2G3tfM6vsuCU1Qd07aOoucpv7sP5rwNTNM5xeeV9yN6eGi+Gu5BcnN/fm+S/RanStj9h6eHppRTs7OUpe9Ua5vw6LggjtEbCfZzCglJpSqv3qjXC/GNO/BfV8+h0GhldOLulr1f6mzTgkkkrIyCQAAAAAAAAAAAAAAAAAAAABhVqKKbfBfyxRts1UqRildU23OTSbW9fSMrcEkXDMvdj5/saFjTHbhaLM8lOdZr+XK6tFx4/NcH6m5hcslODnwXK/P8T/Doy547Z6nUu0tyXWK0f5o8GV3F5PVoNySe78UNY2/EnrE6dfIi8aj1Lk28WaTuY3CBcepN5XiaapRi6jpyjJydl7/HTg78foaOPrOSjeKTu+9F3TXgaqqG1q/JXUvPW3xW3DYxCdWs9xazklFdb2SLZiEsPRhRj01fWXN/Mj9k8D71eS0j3YX+LnL0Wnqz6V5urNrnfTyuc/ysm54R1Dp+Ji1E5J7lv7N5Xvzu+Cd/5+hdUjRyfBKnTXVq5vnie8AKP9ou3zwVG1GO9UndKo7OFPlf8T+mmvQDf2129o5fTd2p12rwpJ/8p/DH6vkckwWWYrOMQ6+JlJUb2ulbT/Tox4adeC53Zt7MbFVcbV9pxjnJTe+oSb3qt/vS+GP1fguPZMpySNKMdErJJJJJRS4JLkT0jto7ObLU6FOMVBRguEV1+KT4tvqyxJHoISAAAAAAAAAAAAAAAAAAAAAAAAwrUVJWZFV8LKHJuPVfuiYAEFGaZlYkq+AjLXg+qNCthZw/Eusf3RIicZkNOpdpbknzjaz/ADR4MruJ2Tq7yUYp3fvxaUUurT1RdFNM8qz3U2b0z3p08+Tx6X7hC5glTpRpU/upL/L82ffZvAb81NrREbO86i/E7F2yvBdlTS9TCZ37lvEaj03EjyTPTGcbprqrEJQGa5nOTlCHdpuD79+85O6SSXBLjx1ul1tC4XII1HJTpRnJuPen3lFRaaSXCyavbz8b2JZbKUmmlGN+PXyJTD4ZQVkv8gfDAZdGmusubNwAAAAAAAAAAAAAAAAAAAAAAAAAAAAAAAAADWr4CMteEuq0IvG5dKzT1XWP7onQBV8lyq9Rtp2XUtB4onoAAAAAAAAAAAAAAAAAAAAAAAAAAAAAAAAAAAAAAAAAAAAAAAAAAAAAAAAAAAAAAAAAAAAAAAAAAAAAAAAAAAAAAAAAAAAAAAAAAAAAAAAAAAAAAAAAAAAAB//Z"/>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Arial" panose="020B0604020202020204" pitchFamily="34" charset="0"/>
              <a:cs typeface="Arial" panose="020B0604020202020204" pitchFamily="34" charset="0"/>
            </a:endParaRPr>
          </a:p>
        </p:txBody>
      </p:sp>
      <p:sp>
        <p:nvSpPr>
          <p:cNvPr id="100355" name="AutoShape 4" descr="data:image/jpeg;base64,/9j/4AAQSkZJRgABAQAAAQABAAD/2wCEAAkGBhQSEBATEhMQFREVFRMQFRQQFhAUFxIQFRIWFhcQEhcYHCYeFxkjGRQSHy8gIyc1LCwsFR8xNTwqNSYrLSkBCQoKDgwNGQ8PGiwlHB8qLSwqKiwvLCk1NSksKSwsLC4sNS0yNSwsKSwpLyk1KiwpLCkpLCwsKSksLCkpLCwsLP/AABEIAMIBAwMBIgACEQEDEQH/xAAcAAEAAgMBAQEAAAAAAAAAAAAABQYCBAcBAwj/xAA8EAACAQIDBQUFBwMEAwEAAAAAAQIDEQQFIQYSMUFREyJhcYEUMlKRoQdCYnKxwfAjM+FTgqLRc8LxQ//EABkBAQADAQEAAAAAAAAAAAAAAAABAgMFBP/EACQRAQACAgICAQUBAQAAAAAAAAABAgMREjEEIRMiQVGBsWEj/9oADAMBAAIRAxEAPwDuIAAAAAAAAAAAAAAAAAAAAAAAAAAAAAAAAAAAAAAAAAAAAAAAAAAAAAAAAAAAAAAAAAAAAAAV/bPbSjl1DtKt5SekKcWt6o+dr8EubAkc4z2hhafaYipCnC9k5XvKXwwitZPwSuV9/aNHjHA5pKHKSoRV11UZTUrehXNjKjzjESzCrpGnOVLDUm7rDxjZup0dR3WvL5W6VDAwS91eoEDl/wBouCqzVOVV0ar0VPFwnQk30W+kpPyZZUyPzDZ+hWg4VKcJQejjJKSfo9Cq1cqxOV9/COpXwS9/BzblKnHnLCSlqmv9Nuz5WAvYNLJ84pYqjCtRkpU5q6fBprRxkuKkno0+BugAAAAAAAAAAAAAAAAAAAAAAAAAAAAMe0XVfNAZAAAAeAaecZpDDUKtao+5Ti5Pq7cIrxbsvU/Ku121FXHYidWrJu7dlyhG+kI+CO+ba7SNQqKLtBJ6pXd7NXWtrt3SXna70OabIbHRxeOU5xjajJTmrf3Krcmovwi42/2vqUi8TOl5p626p9lOSvDZbQhJWm4781+Obcmn5byXoXI+WGo7kVFcv1PqXUDxo9AFawGT+yY2vOm0sNid2cqWvcxSupVYckpR3brqrllIzPmlTTuk1JWvzfRfIkKMrxi/BAZgAAAAAAAAAAAAAAAAAAAAAAABg1Mwr2jZcX+gGpi8Y5Oy0j+via1iH2h2ijht3SLk1vPeluqMOF27c3ojHA7V0Z2U705P47br8prT5l/itMctMpy0i3GZ9p6nXlHg35PVG1HNre9F+cf+maMZJpNNNPg1qn5MFGqRWbRfBP6HwxmY70JxjeLacVJWvFte8rq10aMoc1ozGU9CBzjbXLq0VC0ZS1t2u/KTkrO0akUku69U7cbF4+z/AGc9npRvbe4yavrK3D04Gnm+IaslxbSXncu+XRtThZW0K1rELTbbZAKzn+3VPD1Xh6UJ4jF2UnRo/ci+Eq09VTT8my6qzBnLtoNsMypQ7SdTLsJSekVONWtUnL4IJPvy8voaGFx+f4rDtuWGpJv3XCdKrKHNNx3nTv6S15AXbM2sZiqMYa0cPNzlJaqeJ3XFRi+ahGUm38TS4plohGySXLQ57srtd7PVo4PG4X2Sc/6dCcJb+HqPV9nGfGMm+UtW34nREAAAAAAAAAAAAAAAAAAAAAAAAAIHMscoqdSTtGKb9F0/nMlsbVtB9Xoc12+z/cj2cdWmtPiqv3YeS95+ReleU/591Ml+Meu/sqO0WZSxOIknwT359L/cpf7Vx8WfKk5Q91teHL1XAwweG3Y6u8nrJvnJ8WbDRhkyzN+UfppjxRWnGff5bmAz+pSfdco/+P3fWD0+RaMt243tKkVL8VLRrzhL9ilOB52f/wBNI8jfq8b/AKynx9e8c6/jq+CzalW/tzi38PCS/wBr1PcZU3beLt/0ULZrAyrVYJttJqd+cYxa4Pjq7Jeb6Fy2iq2peO9F/W5fJWsamv3VxWtbcW+yPw9PtcVCPKL3v2X6/Q6HTjZJdNCobF4S8p1H1/QuJRsj8/r1YYXEzoR3q0aVSVOPG9RQe7pz1tockwe0fsmHccPRl2s5XrYzMFOlTliJaznu/wBzESTvaMVovU7LjcVGlTqVKjtCEZVJN8oRTbfyTOXVcx3MNWzatBdvUShhKT//ADhUdqNGC5Skv6k2tXw5AQeDzjDqtTnCqsfmlW6VXE3o08Olo3GMklSguUYLeZcsWsxwmFqYr2iNV0outOh2FKnSnSiryhC39SL3b2k5PxR8cg+yzD1MJbFwjVrVG6lWrNXnKtLWTjNd5JPRWfLxIba3ZzFZXg6/s+MqSwk4vDvD4p9rZVV2e7Qk9VLvaICw/aZXp4jI6uJilpChiaUucZOpTcWn1tJr1LhkWLdXDUJy96VOEpfmcU2cbrbRqth8Fk9aEqElKjCs6kobsqdNRlGCd7qUrJ2a42SbudrwNDcpxj0Xy8ANgAAAAAAAAAAAAAAAAAAAAAAPlia27FvnwXmBC7T5sqNOUvhVkutR8Echx1CdWt2jalFK6SvfflrKcl15eSLHtbm/a1tyLvCF1+af3pfsQlGhKckopuXKx0sfjROLVvW3IzeXMZvo96a6Rmoky9natrvcb6Xd/nb9SMq4ZxbWqa0cZaP/AKZ4L+HaPdJ26FPLrqOccXxcRGld2/iXUyas9UTWzOVdrVV13F35flT0j6v6RZjixbt9XUdtcuXVfp7npZ9mMs7KipNWnO0nf7sPux87Nt+MjQ2kxW9JRWqjq7c30JrM8duRdveeiIPL8I6tWPPW7NLTytspXjXULls1g+zoRXOyv/PO5LHzoUt2KXRWPoQsqv2pTayjGNXtuw3rcez7WG//AMd4q+0k4yq5BQSTpTc666b1OnTcH491y+Z0rH4KNalUpVFeFSMqcl1jJNNfJnLM3yHGYenh6UaUq88HU7TB4iEqSfZPR4fEwnKOm6kt6L4JAdXow3YpdEjjO2+3PtmYU8NhYOvHDtzpxXuVsb7qrVJcOxpXbvzfhqWTHvNMfSVKXY4OjNbtRUJTrVpRa1ipNKEE/C7JbZjYTDZfTclFLS85zd5St8cv/VaeAEVs/wDZhSlh6qxaVerX79arLjOpxTg+MFG+lv8ACmtg8VUjHE4OtN1KmDq9hGpL3qlBwjUpSl+JQnGL/KRue/bLgcK4waxEp3acI0pQcIrhP+pupp8rNklsNhpyVbFVUo1MTP2iUU77kZRjGnTvzcacYJvrcC1gAAAAAAAAAAAAAAAAAAAABU9s897Km1F96V4xty+KfoWLH4lQi79H6JcWzk2bY94rEae63uQvpaC5v6s9PjYudtz1DyeXm+Omo7npFli2YorcnL7192/RWv8Av9DQxuTbkHJSUkuPzSuvmfHLczlRba1i+MXz8V0Z07/9KTxcjHHw5I5rYnez4+X7oru01u0ja193X5u37m1V2pVu7Td/xNW+nEgsRXc5OUneT4mWHHaLbl6PIzUtXjVhGb4cfDj8v8F+y2isLQW9/cl3pfmtpH0Vl8yu7JZX2lXfku5T72vOf3V+/oS2aYtzqWXBaLxZ5/MyRvjH7b+DinXOf0+dWcqkvFlt2eyns47z4v8AlzVyHI+E5/zwLIkeB03oAAHjinxSPTGc0k22klq29El1YGnmua0cLSnWrTjTpQV3KWnourfRFJxm1UcZHtKc1KhruRi1q1zn0l4PgU37V9s6WOqUsNhoyqdnKS34uVpylZOMIrSXurV+NtLsgvs2yuv7ZVglakt6NWKu1Gom93X05cmSja2Y7IfbZUJbqUqdSE05JPuqa36b6xaT9UjsGCpbsIpK2hG5LkappOS16EyQkAAAAAAAAAAAAAAAAAAA8bPSMzvMI0qcnJ6RW9Ly5R827ExG/UImdRuVV25zt7vZRfenxtyp34er/Qp9DC1FapGL07yflztzRljMTKrUnUlxk7+S5JeSJf2+juwnq6kYuMYtS7t1a1+Fjr0rOKkViN77cS1oz5JtadRHSKxmbTqR3WoxjxahdXa63ZpXM5xFHCTnfdjJ242TPTERWPw8dpte3v2klkd1bfj2u7v7nSPi+XEi4QbaSTbbSSXNvgiSnndRx3WoqVt1zt3rdPAkNkctTnKtL3afC/OduPov1RhN7Y6za70/HTJetcf7S7o+zYaNOPv2vK3Ob4v04eiPMgy/taifLjr/AD+XNbGVXUqq3B6FzyHAdnSV1q19DjzaZncu7WsViIhIwgkklwRkAVWACK2i2lo4Kk6leaS+7Fe9N9IrmBu47HQo05VKslCEVdylokjie2G3tfM6vsuCU1Qd07aOoucpv7sP5rwNTNM5xeeV9yN6eGi+Gu5BcnN/fm+S/RanStj9h6eHppRTs7OUpe9Ua5vw6LggjtEbCfZzCglJpSqv3qjXC/GNO/BfV8+h0GhldOLulr1f6mzTgkkkrIyCQAAAAAAAAAAAAAAAAAAAABhVqKKbfBfyxRts1UqRildU23OTSbW9fSMrcEkXDMvdj5/saFjTHbhaLM8lOdZr+XK6tFx4/NcH6m5hcslODnwXK/P8T/Doy547Z6nUu0tyXWK0f5o8GV3F5PVoNySe78UNY2/EnrE6dfIi8aj1Lk28WaTuY3CBcepN5XiaapRi6jpyjJydl7/HTg78foaOPrOSjeKTu+9F3TXgaqqG1q/JXUvPW3xW3DYxCdWs9xazklFdb2SLZiEsPRhRj01fWXN/Mj9k8D71eS0j3YX+LnL0Wnqz6V5urNrnfTyuc/ysm54R1Dp+Ji1E5J7lv7N5Xvzu+Cd/5+hdUjRyfBKnTXVq5vnie8AKP9ou3zwVG1GO9UndKo7OFPlf8T+mmvQDf2129o5fTd2p12rwpJ/8p/DH6vkckwWWYrOMQ6+JlJUb2ulbT/Tox4adeC53Zt7MbFVcbV9pxjnJTe+oSb3qt/vS+GP1fguPZMpySNKMdErJJJJJRS4JLkT0jto7ObLU6FOMVBRguEV1+KT4tvqyxJHoISAAAAAAAAAAAAAAAAAAAAAAAAwrUVJWZFV8LKHJuPVfuiYAEFGaZlYkq+AjLXg+qNCthZw/Eusf3RIicZkNOpdpbknzjaz/ADR4MruJ2Tq7yUYp3fvxaUUurT1RdFNM8qz3U2b0z3p08+Tx6X7hC5glTpRpU/upL/L82ffZvAb81NrREbO86i/E7F2yvBdlTS9TCZ37lvEaj03EjyTPTGcbprqrEJQGa5nOTlCHdpuD79+85O6SSXBLjx1ul1tC4XII1HJTpRnJuPen3lFRaaSXCyavbz8b2JZbKUmmlGN+PXyJTD4ZQVkv8gfDAZdGmusubNwAAAAAAAAAAAAAAAAAAAAAAAAAAAAAAAAADWr4CMteEuq0IvG5dKzT1XWP7onQBV8lyq9Rtp2XUtB4onoAAAAAAAAAAAAAAAAAAAAAAAAAAAAAAAAAAAAAAAAAAAAAAAAAAAAAAAAAAAAAAAAAAAAAAAAAAAAAAAAAAAAAAAAAAAAAAAAAAAAAAAAAAAAAAAAAAAAAB//Z"/>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Arial" panose="020B0604020202020204" pitchFamily="34" charset="0"/>
              <a:cs typeface="Arial" panose="020B0604020202020204" pitchFamily="34" charset="0"/>
            </a:endParaRPr>
          </a:p>
        </p:txBody>
      </p:sp>
      <p:sp>
        <p:nvSpPr>
          <p:cNvPr id="100356" name="AutoShape 6" descr="data:image/jpeg;base64,/9j/4AAQSkZJRgABAQAAAQABAAD/2wCEAAkGBhQSEBATEhMQFREVFRMQFRQQFhAUFxIQFRIWFhcQEhcYHCYeFxkjGRQSHy8gIyc1LCwsFR8xNTwqNSYrLSkBCQoKDgwNGQ8PGiwlHB8qLSwqKiwvLCk1NSksKSwsLC4sNS0yNSwsKSwpLyk1KiwpLCkpLCwsKSksLCkpLCwsLP/AABEIAMIBAwMBIgACEQEDEQH/xAAcAAEAAgMBAQEAAAAAAAAAAAAABQYCBAcBAwj/xAA8EAACAQIDBQUFBwMEAwEAAAAAAQIDEQQFIQYSMUFREyJhcYEUMlKRoQdCYnKxwfAjM+FTgqLRc8LxQ//EABkBAQADAQEAAAAAAAAAAAAAAAABAgMFBP/EACQRAQACAgICAQUBAQAAAAAAAAABAgMREjEEIRMiQVGBsWEj/9oADAMBAAIRAxEAPwDuIAAAAAAAAAAAAAAAAAAAAAAAAAAAAAAAAAAAAAAAAAAAAAAAAAAAAAAAAAAAAAAAAAAAAAAV/bPbSjl1DtKt5SekKcWt6o+dr8EubAkc4z2hhafaYipCnC9k5XvKXwwitZPwSuV9/aNHjHA5pKHKSoRV11UZTUrehXNjKjzjESzCrpGnOVLDUm7rDxjZup0dR3WvL5W6VDAwS91eoEDl/wBouCqzVOVV0ar0VPFwnQk30W+kpPyZZUyPzDZ+hWg4VKcJQejjJKSfo9Cq1cqxOV9/COpXwS9/BzblKnHnLCSlqmv9Nuz5WAvYNLJ84pYqjCtRkpU5q6fBprRxkuKkno0+BugAAAAAAAAAAAAAAAAAAAAAAAAAAAAMe0XVfNAZAAAAeAaecZpDDUKtao+5Ti5Pq7cIrxbsvU/Ku121FXHYidWrJu7dlyhG+kI+CO+ba7SNQqKLtBJ6pXd7NXWtrt3SXna70OabIbHRxeOU5xjajJTmrf3Krcmovwi42/2vqUi8TOl5p626p9lOSvDZbQhJWm4781+Obcmn5byXoXI+WGo7kVFcv1PqXUDxo9AFawGT+yY2vOm0sNid2cqWvcxSupVYckpR3brqrllIzPmlTTuk1JWvzfRfIkKMrxi/BAZgAAAAAAAAAAAAAAAAAAAAAAABg1Mwr2jZcX+gGpi8Y5Oy0j+via1iH2h2ijht3SLk1vPeluqMOF27c3ojHA7V0Z2U705P47br8prT5l/itMctMpy0i3GZ9p6nXlHg35PVG1HNre9F+cf+maMZJpNNNPg1qn5MFGqRWbRfBP6HwxmY70JxjeLacVJWvFte8rq10aMoc1ozGU9CBzjbXLq0VC0ZS1t2u/KTkrO0akUku69U7cbF4+z/AGc9npRvbe4yavrK3D04Gnm+IaslxbSXncu+XRtThZW0K1rELTbbZAKzn+3VPD1Xh6UJ4jF2UnRo/ci+Eq09VTT8my6qzBnLtoNsMypQ7SdTLsJSekVONWtUnL4IJPvy8voaGFx+f4rDtuWGpJv3XCdKrKHNNx3nTv6S15AXbM2sZiqMYa0cPNzlJaqeJ3XFRi+ahGUm38TS4plohGySXLQ57srtd7PVo4PG4X2Sc/6dCcJb+HqPV9nGfGMm+UtW34nREAAAAAAAAAAAAAAAAAAAAAAAAAIHMscoqdSTtGKb9F0/nMlsbVtB9Xoc12+z/cj2cdWmtPiqv3YeS95+ReleU/591Ml+Meu/sqO0WZSxOIknwT359L/cpf7Vx8WfKk5Q91teHL1XAwweG3Y6u8nrJvnJ8WbDRhkyzN+UfppjxRWnGff5bmAz+pSfdco/+P3fWD0+RaMt243tKkVL8VLRrzhL9ilOB52f/wBNI8jfq8b/AKynx9e8c6/jq+CzalW/tzi38PCS/wBr1PcZU3beLt/0ULZrAyrVYJttJqd+cYxa4Pjq7Jeb6Fy2iq2peO9F/W5fJWsamv3VxWtbcW+yPw9PtcVCPKL3v2X6/Q6HTjZJdNCobF4S8p1H1/QuJRsj8/r1YYXEzoR3q0aVSVOPG9RQe7pz1tockwe0fsmHccPRl2s5XrYzMFOlTliJaznu/wBzESTvaMVovU7LjcVGlTqVKjtCEZVJN8oRTbfyTOXVcx3MNWzatBdvUShhKT//ADhUdqNGC5Skv6k2tXw5AQeDzjDqtTnCqsfmlW6VXE3o08Olo3GMklSguUYLeZcsWsxwmFqYr2iNV0outOh2FKnSnSiryhC39SL3b2k5PxR8cg+yzD1MJbFwjVrVG6lWrNXnKtLWTjNd5JPRWfLxIba3ZzFZXg6/s+MqSwk4vDvD4p9rZVV2e7Qk9VLvaICw/aZXp4jI6uJilpChiaUucZOpTcWn1tJr1LhkWLdXDUJy96VOEpfmcU2cbrbRqth8Fk9aEqElKjCs6kobsqdNRlGCd7qUrJ2a42SbudrwNDcpxj0Xy8ANgAAAAAAAAAAAAAAAAAAAAAAPlia27FvnwXmBC7T5sqNOUvhVkutR8Echx1CdWt2jalFK6SvfflrKcl15eSLHtbm/a1tyLvCF1+af3pfsQlGhKckopuXKx0sfjROLVvW3IzeXMZvo96a6Rmoky9natrvcb6Xd/nb9SMq4ZxbWqa0cZaP/AKZ4L+HaPdJ26FPLrqOccXxcRGld2/iXUyas9UTWzOVdrVV13F35flT0j6v6RZjixbt9XUdtcuXVfp7npZ9mMs7KipNWnO0nf7sPux87Nt+MjQ2kxW9JRWqjq7c30JrM8duRdveeiIPL8I6tWPPW7NLTytspXjXULls1g+zoRXOyv/PO5LHzoUt2KXRWPoQsqv2pTayjGNXtuw3rcez7WG//AMd4q+0k4yq5BQSTpTc666b1OnTcH491y+Z0rH4KNalUpVFeFSMqcl1jJNNfJnLM3yHGYenh6UaUq88HU7TB4iEqSfZPR4fEwnKOm6kt6L4JAdXow3YpdEjjO2+3PtmYU8NhYOvHDtzpxXuVsb7qrVJcOxpXbvzfhqWTHvNMfSVKXY4OjNbtRUJTrVpRa1ipNKEE/C7JbZjYTDZfTclFLS85zd5St8cv/VaeAEVs/wDZhSlh6qxaVerX79arLjOpxTg+MFG+lv8ACmtg8VUjHE4OtN1KmDq9hGpL3qlBwjUpSl+JQnGL/KRue/bLgcK4waxEp3acI0pQcIrhP+pupp8rNklsNhpyVbFVUo1MTP2iUU77kZRjGnTvzcacYJvrcC1gAAAAAAAAAAAAAAAAAAAABU9s897Km1F96V4xty+KfoWLH4lQi79H6JcWzk2bY94rEae63uQvpaC5v6s9PjYudtz1DyeXm+Omo7npFli2YorcnL7192/RWv8Av9DQxuTbkHJSUkuPzSuvmfHLczlRba1i+MXz8V0Z07/9KTxcjHHw5I5rYnez4+X7oru01u0ja193X5u37m1V2pVu7Td/xNW+nEgsRXc5OUneT4mWHHaLbl6PIzUtXjVhGb4cfDj8v8F+y2isLQW9/cl3pfmtpH0Vl8yu7JZX2lXfku5T72vOf3V+/oS2aYtzqWXBaLxZ5/MyRvjH7b+DinXOf0+dWcqkvFlt2eyns47z4v8AlzVyHI+E5/zwLIkeB03oAAHjinxSPTGc0k22klq29El1YGnmua0cLSnWrTjTpQV3KWnourfRFJxm1UcZHtKc1KhruRi1q1zn0l4PgU37V9s6WOqUsNhoyqdnKS34uVpylZOMIrSXurV+NtLsgvs2yuv7ZVglakt6NWKu1Gom93X05cmSja2Y7IfbZUJbqUqdSE05JPuqa36b6xaT9UjsGCpbsIpK2hG5LkappOS16EyQkAAAAAAAAAAAAAAAAAAA8bPSMzvMI0qcnJ6RW9Ly5R827ExG/UImdRuVV25zt7vZRfenxtyp34er/Qp9DC1FapGL07yflztzRljMTKrUnUlxk7+S5JeSJf2+juwnq6kYuMYtS7t1a1+Fjr0rOKkViN77cS1oz5JtadRHSKxmbTqR3WoxjxahdXa63ZpXM5xFHCTnfdjJ242TPTERWPw8dpte3v2klkd1bfj2u7v7nSPi+XEi4QbaSTbbSSXNvgiSnndRx3WoqVt1zt3rdPAkNkctTnKtL3afC/OduPov1RhN7Y6za70/HTJetcf7S7o+zYaNOPv2vK3Ob4v04eiPMgy/taifLjr/AD+XNbGVXUqq3B6FzyHAdnSV1q19DjzaZncu7WsViIhIwgkklwRkAVWACK2i2lo4Kk6leaS+7Fe9N9IrmBu47HQo05VKslCEVdylokjie2G3tfM6vsuCU1Qd07aOoucpv7sP5rwNTNM5xeeV9yN6eGi+Gu5BcnN/fm+S/RanStj9h6eHppRTs7OUpe9Ua5vw6LggjtEbCfZzCglJpSqv3qjXC/GNO/BfV8+h0GhldOLulr1f6mzTgkkkrIyCQAAAAAAAAAAAAAAAAAAAABhVqKKbfBfyxRts1UqRildU23OTSbW9fSMrcEkXDMvdj5/saFjTHbhaLM8lOdZr+XK6tFx4/NcH6m5hcslODnwXK/P8T/Doy547Z6nUu0tyXWK0f5o8GV3F5PVoNySe78UNY2/EnrE6dfIi8aj1Lk28WaTuY3CBcepN5XiaapRi6jpyjJydl7/HTg78foaOPrOSjeKTu+9F3TXgaqqG1q/JXUvPW3xW3DYxCdWs9xazklFdb2SLZiEsPRhRj01fWXN/Mj9k8D71eS0j3YX+LnL0Wnqz6V5urNrnfTyuc/ysm54R1Dp+Ji1E5J7lv7N5Xvzu+Cd/5+hdUjRyfBKnTXVq5vnie8AKP9ou3zwVG1GO9UndKo7OFPlf8T+mmvQDf2129o5fTd2p12rwpJ/8p/DH6vkckwWWYrOMQ6+JlJUb2ulbT/Tox4adeC53Zt7MbFVcbV9pxjnJTe+oSb3qt/vS+GP1fguPZMpySNKMdErJJJJJRS4JLkT0jto7ObLU6FOMVBRguEV1+KT4tvqyxJHoISAAAAAAAAAAAAAAAAAAAAAAAAwrUVJWZFV8LKHJuPVfuiYAEFGaZlYkq+AjLXg+qNCthZw/Eusf3RIicZkNOpdpbknzjaz/ADR4MruJ2Tq7yUYp3fvxaUUurT1RdFNM8qz3U2b0z3p08+Tx6X7hC5glTpRpU/upL/L82ffZvAb81NrREbO86i/E7F2yvBdlTS9TCZ37lvEaj03EjyTPTGcbprqrEJQGa5nOTlCHdpuD79+85O6SSXBLjx1ul1tC4XII1HJTpRnJuPen3lFRaaSXCyavbz8b2JZbKUmmlGN+PXyJTD4ZQVkv8gfDAZdGmusubNwAAAAAAAAAAAAAAAAAAAAAAAAAAAAAAAAADWr4CMteEuq0IvG5dKzT1XWP7onQBV8lyq9Rtp2XUtB4onoAAAAAAAAAAAAAAAAAAAAAAAAAAAAAAAAAAAAAAAAAAAAAAAAAAAAAAAAAAAAAAAAAAAAAAAAAAAAAAAAAAAAAAAAAAAAAAAAAAAAAAAAAAAAAAAAAAAAAB//Z"/>
          <p:cNvSpPr>
            <a:spLocks noChangeAspect="1" noChangeArrowheads="1"/>
          </p:cNvSpPr>
          <p:nvPr/>
        </p:nvSpPr>
        <p:spPr bwMode="auto">
          <a:xfrm>
            <a:off x="460375" y="160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Arial" panose="020B0604020202020204" pitchFamily="34" charset="0"/>
              <a:cs typeface="Arial" panose="020B0604020202020204" pitchFamily="34" charset="0"/>
            </a:endParaRPr>
          </a:p>
        </p:txBody>
      </p:sp>
      <p:sp>
        <p:nvSpPr>
          <p:cNvPr id="100357" name="AutoShape 8" descr="data:image/jpeg;base64,/9j/4AAQSkZJRgABAQAAAQABAAD/2wCEAAkGBhQSEBUSEhIUExUVFBUVGBgVFxYXFxQVFBQWGBUWFBcYGycgGBkjGRgUHy8gJCcpLCwsFR4xNTAqNSYrLCkBCQoKDgwOGA8PGjIkHCQsLCktLS0vLy8sLDQsKSwpKSwpLC81LC8pKSwsLCwsLCwsKSksLCksKSksKSwpKSkpKf/AABEIAOEA4QMBIgACEQEDEQH/xAAcAAEAAgMBAQEAAAAAAAAAAAAABQcDBAYCCAH/xABSEAABAwICBAkGCAsGBAcAAAABAAIDBBESIQUGMUEHEyJRYXGBkaEyQlJyscEjJGJzdJLC0QgUFTOCorKztOHwFiU0NUOTVGNk0hhEU4OjxPH/xAAZAQEBAQEBAQAAAAAAAAAAAAAAAQIDBAX/xAAwEQEAAgIBAwEFBQkAAAAAAAAAAQIDETEEEiFBBRNhgfBRcZGhsRQVIjJCUsHR8f/aAAwDAQACEQMRAD8AvFERAREQEREBERAREQEREBERAREQEREBERAREQEREBERAREQEREBeZZQ0FziGgbSTYDrJXpVnpvR/wCVtMPo5nuFLSRtc5jSQJJHhpu761ugNNrXQWPBVsfmx7X+q4H2LKq007weuoPjmiC9j4xd9Pic9srB5XFhxJD7ebsdsyNl1Op+u0FfC1zHtEpbd0WIY22tchu0tzGfSg6JERAREQEREBERAREQEREBERAREQEREBERAREQEREBERAVb6Fl4jWeridkKinZKzpLQz7pO5WQq54U6N1PPR6ViGdNII5bb4pDYX6Llzf/AHEFjL5z1ix6I0698V7cYJ2Dc6OW5cw9H5xnYvoajqmyxtkYbte0OaecOFwqb/CD0deaklHlFkrDs2Ncxw29LnILi0fXNmiZLGbskY17TzhwuFsLgOBnS/GUHEOcMcL3AC4J4t/Ka6w3Yi8forv0BERAREQEREBERAREQEREBERAREQEREBERAREQEREBauk9HsnhfDK3EyRpY4c4cLHt6VtKvOHORzdFjC4j4xEDYkXFn5G269u5BrcH+nHUM8uiax4AiJfBK4gNfGc7F2wHzrc+MbguS4dy2aqp5IXtlHEuYeLcHhpbJcXwk2vi8OhV9oSIOmFxewce5p+9dM2jlc60LcVgL4WOda/PhBRdJTgb0iKevvMRGx9O9mJ5DQCHMcLk9RV1HWyj/4uD/cZ96omPQ1Ydkcn+y/3tW3Fq9XHYyT/AGvvCi6XQ7XKiH/m4frhZKTWqlleI46iNz3ZNAdmTYmw7AVRuktEVkMZkmEjGC13GNthcgAm2drkLPqjpUkxyPPKhqG33clrmk3t0Yghp9AIi4XhJ1omYYdH0R+N1ZsHDbDFsdJfcTY2O4NcdwVZSmnuEego38XNUtEg2sbd7m+sGjk9RW9oDW6lrRemnbIRmW7HD9E5rQ1T4P6WhhDWxtkkIvJK9oc97jtNzewvu77nNQnCLqmIojpGiaIamn+EdxYDRLGPLxNGRc0XN94BBvdBYSKK1W06KyjhqW2HGMuQPNeMnt7HAqVQEREBERAREQEREBERAREQEREBERAVd8Ov+Vj6RF7HqxFXfDmf7sb9Jj/ZkQUdq8Phj6rvsq1ODyxfO3PkuicLEjMY+bb1bFVur+UxJ9E+1q6TRum56d73QEDFYG4DrgG4yOzae9RpdNPGGgNGwAAdQUJPO20kb3F1pHHFG4kueWyYGG9sMjSGANblfBfaVwP9tq8/6rR1MZ/2r9/thX/8SR1Bn/YiadRroG/k+sIx3Eb8eLe4SPt1kNDP0SzfdV/q+bTVEfpWcP0r3/aC3a7TVVOwxy1DnsIsWnYRzEADJa1JShjzKXXcW2yy5rHwRYfQmiK7jKWKVxtiiY8nmuwF1/FcDwYxGtrKvS8gvxkhgp7+bEy2Y5uTgHWX868aS1g4nVmR7TZxElO3nvJMWZdTHE9i7DUPRApdG00NrERNc715OW7xcR2Kon1zPCDrL+JUmPihLxj+Jwk2FntdcnI3yGzpXTKuuG1/xOAc9QPCN66Yqxa8RLjmtNaTMNTgs02IYIqVsfIfM9oJcSW/B4ydmYJBy6VaCprg9/OUv0iT9w5XKu3VUrS+qx9bcOjyWvTdp+tQIiLyvYIvLngbSAvzjm8470HtEuiAiIgIiICIiAiIgIiIC4PhqpsWinH0JoXd7sH2l3i5jhMp8eiasc0WP/bc1/2UHzdos2mHSHDw/kp6OTcGk25guepzaVh+VbvuFORjkm/pA+BUluGwHH0T3t+9emPPo/rM+9fkMTmO8nOwy6yLexZzM/PkWJv+tv8ABZnubrFPVhLs9je17V6M5BFwLEhtw69idm5eZY3ONyAP62bV4lYWsN9xY7ucr59UnW/CarqjjqGkov8A1dKNBHyeLZ9p5Kv0BfPOgYy7S2j2eaKhz7fKaAb9zR3L6HWnORVnw3u+BpRzzOPcz+asxV5w20YNA2o3wStNr7Wycg26blvcV1xWit4mXHNWbUmI5c3wdn4Wk+fm8ICrnVJcDkwqKtvlARRySgXyxEiK/c4q7V16q9b33Wd/9cOjpalNWjU7/wAQIi/H7DbbZeV7EDPUHjXWJ8ordp3k7f62qNGbiSDcm561IUxWWm/DvWVa8TuVl2rYWmRERAREQEREBERAREQFH6w03GUlRHa+OCVvfG4BSC/HC4sg+Qg62F3MWnxC6Eef1A9xH3qF0jT4DIz0Hvb9Rxb7lNRm9j6UZPhdSW68t/iLm923wjk3eSDYHc09fataUYT5rgQCPKta5GV7HaCM+ZdDQ6Ma9kbxE55cxtzieBiaMJ8ki1sI7+hR2scAYYwAG3jzaCTY43HeSd641yxa3a72wWrTvnhHF98sI7AvzDdjxzsd9/uWfRtVxbsYIBFxY3zBFjYtzBXpzg6S4N8RdfKwGK+zozXWXGOUzqazFpKhf/zHH60Dz7le6ojUL/F0Z5pAO5kjPer3VYkVecOsxGiHAHJ08LT0jET7QO5WGq64eB/dJ+fh9rlUcdwAn45J9Ff/ABDFeyofgA/xsn0V38Q1XwiyKN0hU3dgGwbek8yklASu5bvWPtRGQALI0rBde2FRWXGRmDY/1tUlBNiaD/V96j5H5LY0Z5J9b3BUbiIiIIiICIiAiIgIiICIiD5i13pcGkKxn/USn67sY/aXjRxuyE87cPhZTXCvTYNLT5eW2J/fE1p8Wlc/ot/wTfkvPg7+aktV5bUTC6zQCSdgFzc9AC84cyCLEZW2ZjnWxSyGOTEHAFpO0XBvcEEc1su1KuXG4vJuXG5yt3KKxwsubDMmwHSTu71svp3RyAOFiCDkQQRfcRkdh7lrMyIP8vFbFRUl7sRJJta7jc9CoktVp+LnjPoVLe7jGuPgSvoBfONO6z5Otrx+k23uX0TSz42NeNjmtd9YApCWZVwPDhEDoeQnzZYSOvjAPYSu+XBcN3+TS/OQfvWqsuE/B/Px2X6K79+1XwqH/B+Hx2X6Kf4gK+EWRUbrDwlVFLWvjbxc0eN2T2kOby3DDiaRcWtmQetXkql1q1EpppHzETB4eTaJwN8T87NcD15WQhFDhmc3yqRp9WUjwLCpGl4V3PaHNoXkXIvxrbXG3zFzdVqFDyT+MTMDmhwxQtNrgGxtILEAi+SldFcEOLDI2stmbXgsQWuI2F/OCi6SVRwmT8kMpI23IBL5wdp3BoBJVoaNHJd6x9gXAU3BWA4PfWTGxDi1jWRh2G1g7M3GVupd/o3yT6x9yJLbRERBERARY5Zw3aQPevTHXzQekREBERAREQUbw4U2HSEb/Tp297JHg+BC4bRh+DkHM+/eArO4eqbOkk+eYf8A43D2OVYaJPKlbzhp8SEWHUaDo45HymRuLCGuAuRtuTsIvuW9W0UBgkdHGAWi4IvuI5ycsN+8KK0JpARPxEOIdGG8kXNwR0/J8VKVOm2mNzGQSDE0tzAaM22vlfZ7l4bxk95Exx49fxfVxWw+5mLa7vPp5+HlHauW/GGggG4ftAOYaSMj1Lqmvx8ZHYAYSMthxNIXFUUpjkDxhu03s5zR3532KaOs0m4Qt+u72GyubHa9omqdLmpjxzW8fl8ERCfhPWib+qbe9XzqlUY6Gnd/ymN7WDCfEFUN/qR5giz23F9ti7eOgK6ODioxUDB6D5G97y4eDgvZD5t3ULgeHA/3PL85B+9au+Vf8OR/ueT52D94FWHFfg/j43L9FP8AEK9VRn4P4+NS/Rv/ALBV5osi4qrpWveS5tyC6xzBF9tiF2q40vBc7ocb7edCHmLRwys+UWN/Lcb3ttxXvsUnQ0mE34yR2VrOdcbs9m37ytaEpX17o8OG2d73F9lunpK53vFKzaeHWlJyWiscpo7D1FZtHDkdpUdo6pc+LE61+VsFsgpOgHIHWfaVqtotETDF6zWZrPo2ERFpgXG6c1++MGioI/xmp84j81BzmR2y45r5c98lK681Mkej6h0JIkEZDSNouQCRzGxOax6i6Bp6WiiFOARIxkjn7XSuc0Evcd+05btiDPoTQb2fCVMnHTHafMb0MHv8AppEQEREBERAREQV1w4U2Kgjf6FQ3udHI32lqpXRptMR6TD4EFfQPCtT49Ez5XLeLeOjDKy/hdfPlPlPGecub3tKLCVxkNABI8rfvv8AdZeJHnCbWv0gbe1e2xlwsNocfED7lkZSHfb6w9yzDc+UFG0mOMMOGVruVtDr3uXO5x1bvGcD7775m3ev0RndHl03969Fpyvgb2tHvurtNS/Q7yTzSt/WBarc4Kai8MzPRlDux7APsFVBNkx1jiPJIAuc2m/MrL4KKm087PSjY76jiPtpC24Waq+4dP8AJ3/PQftqwVXnDt/lDvn4P21XNyXAA34xKf8Aph/EPV4KjvwfP8RU9ELB1fCuKvFFkXHv2nrK7Bck6kzJDiM722jx2d6EPUS2vxZj7Ymh1tl911qMheN7T2Ee8rPE6Qbmd7j7lmYieW4nXmEg1gawhoAFjkMlu0P5sdvtKjOOysdvRsUpQ/m29vtKsMSzoihdMa50VL+fqooyPNxAu+o27vBVElWYSxzXi7XAgg7wRYhVe7WOXQzywfGaNzjhaTaSEm5sDY8m98rW5rbFpaw8PDC5zKOASWNmukLhj6RGADt3ErhK/Sekq12LicIPosDQO15JRV06F4XqKfJznQO+WLt+s29h12WbTXC1o6na74yyV4BsyK78R3DEBhHaVQT9UZf9eojj6C/Ee4L9boOlZ5Uskp+SMI7yhp3/AP4hJC8EUsRYDymY347fJeRa/wCire0BpyOsp46iEkskF7HJzSMnNcNzgbhfMNRxDWOEUGE4TZznXc07iO2yu/gdrHy0szi0Nbx/JA2D4NmK3gg79EREEREENrnTcZo6qZz08tusMJHiAvmXHyo3c0je4lfVNbEXMc3c5paeoixVJVvBDJHyQ9z2jZZrRs2c6K5p9w42dYdG9PxhvnSd7l1FNwTud5QefWcfdZTFJwQM3xt7bu9pKml7ldyV0I2vHiUj0gwnkMe/1Wkq3qTgrjbuaOpoHsCl6fg/hbtzVTamqUTyEBlM7reQ0eKs/g+1Vkgl/GJZGXdGWYIwTbEWnlOO22EZAdq6mn1XhZsaFJxUzWiwCG2VQutOrcddTmnmBLC5rrNcWm7DcZjpU0sUtS1vlOa3rICI5XU3UCHRxe6HGXSABxe7FkDcAAAWzJ71M1+k5GDJl1nl03E3zj3EeLrBa7tNYvIhe/psbd9reKi6cRpvhHqIr2hPctjVnXOGrYBiEcw8qJ+Tr87L+U09GzepqunL7hwpo+hxDndzcXsUNNoelJvIWvPyYWjuMh+ym17ZdDjA2kDrWGXScTPKkaO1Qz54GiwYT85I631WYQsH9oAw/B8XH81G0HvsT4qba1CcGlMX5qKaXpax2H6xsPFZfypVWwtZBCBvlkDnfVZiXMSaXlk82WT1iSO43X62mqnbGBg6f5p5TwltIRulYW1NddhHKZFEGgjmJdtHYqerdH0wqJRBTPqWiQhjnOeQW2G5gAOeIX32C72qxNNnzE+qcuq/P1LxTzuBAbE93NiLvYAFytnpWdTL2Y+gz5I3FfHxmIcFXQVAaI20fFYi0twQEOu1wcCHEE5EDess9BWyfnMYv6brDuJ9yso/jZGTY4h04ftXWs+keM31LL8wAd4AWWZ6mP7Zd6+zMk/11/Of0hX0Oq0h2uA6gT7ltwanEnMSu6gB7bqy9WDNJKG8XHJGDynFmGw6C3K/RYru2ULBsaO5dceSLxuHh6jBbBbttMT9yldGcEwmkBkfKyPLkBrb9rzt7lcGgtEx00DYYmYGNGQ2kk5kuO8k71vtYBsC9Lo84iIgIiIC/C1fj3gC5Nh0qLrNZYWXAcHu5mnf0/yBWbWivMrETPCVDQv1cG/XWScNEUc0YdyS4BgEZvhcS4h2PCQdgANl+U+kopIo5JZC4uY1xDruAJAJA417ha/yVmuStpmIamkxy7GbS8LDZ0rAfRxAu+qM1gk0+wbGyHrbgHfKWrlxp6JgsxhI6yB3Mwt8FhOsEn+lGGeqAD3gX8VrZqHVfliR3kxZc5xH2Nw/rLVl0y/zpY29ALb/AFW8YVzTmVMu0OPXn7brPFqxUO2mw/rdsTyfwpGo0yzzpXu6AMP7x32VoS6dY3yWX6XPd+ywMHisWkNBR0zQ6omw3vZo8p1ttgOzvUQdLQDyIi7peT7AuV8lKeLS9eHpc2aN46ePtSR1jf5mFnzbGg99ifFYX1U0vmyP9Yk+DiVoHWB2xuBvqtF+85rNHV1EjSBxzr/Kwt7rZ965ftFJ4iZez915axu9oq9va8ZOexnRe5HYFrlzd8j3dDRYf12LVj0PU4/zTz14SFJQauVbt2Ht+5Y99lniunf9h6Snm+Tfz/1uWuGt3Qk9L3f/AIvXHkb4mdQxHwHvUpBqDK7y5LdQ+9SMHB4zznOPb9ydue3P1+DXvOgxcRv5b/Vy76sHyppHdDQG+JN15NTkbiWTmxSPIA3XA3rvKfUmBvm361JxaEibsaFY6e0/zSxf2njiNY6/Xy0pueMl1yx/cbKZjlqHgAcYQBbeFaH5Mj9ALKylaNjQrXpIieWL+2L2iI7Y8Kxj1fqX7WntKkaTUqQnlEKwAwcy9LrHT0h5L+081vG9fcj9GURjaG7hzKQRF3iNPn2tNp3IiIqyIiICIiDS0hoqOWxezFYWFy63cDZQ1Tq/ujja3v8AvXTIs9tZ86Xun7XFQ6kOsBiDQNzchtv7VuUuosbQATs5sl1KKxERwbmURBqxC3zb9a3otHRt2MC2UVR5awDYAvSIg09JaJjnAErGvtsxC9r8x3KKbqPTA34tvt9q6FFmaVmdzDrXNkrHbW0xCNg1fhZsYB2BbbKNg2NCzorqGJtM8y8CEcwXoNX6irOxERAREQEREBERAREQEREBERAREQEREBERAREQEREBERAREQEREBERAREQEREBERAREQEREBERAREQEREBERAREQEREBERAREQEREBERAREQEREBERAREQEREBERB//9k="/>
          <p:cNvSpPr>
            <a:spLocks noChangeAspect="1" noChangeArrowheads="1"/>
          </p:cNvSpPr>
          <p:nvPr/>
        </p:nvSpPr>
        <p:spPr bwMode="auto">
          <a:xfrm>
            <a:off x="612775" y="312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Arial" panose="020B0604020202020204" pitchFamily="34" charset="0"/>
              <a:cs typeface="Arial" panose="020B0604020202020204" pitchFamily="34" charset="0"/>
            </a:endParaRPr>
          </a:p>
        </p:txBody>
      </p:sp>
      <p:pic>
        <p:nvPicPr>
          <p:cNvPr id="100358"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0375" y="698500"/>
            <a:ext cx="4170363" cy="312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9"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91125" y="466725"/>
            <a:ext cx="3952875" cy="395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0" name="TextBox 7"/>
          <p:cNvSpPr txBox="1">
            <a:spLocks noChangeArrowheads="1"/>
          </p:cNvSpPr>
          <p:nvPr/>
        </p:nvSpPr>
        <p:spPr bwMode="auto">
          <a:xfrm>
            <a:off x="2649538" y="4916488"/>
            <a:ext cx="39608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200">
                <a:latin typeface="Arial" panose="020B0604020202020204" pitchFamily="34" charset="0"/>
                <a:cs typeface="Arial" panose="020B0604020202020204" pitchFamily="34" charset="0"/>
              </a:rPr>
              <a:t>Máy đo độ dẫn cầm tay</a:t>
            </a:r>
          </a:p>
        </p:txBody>
      </p:sp>
      <p:sp>
        <p:nvSpPr>
          <p:cNvPr id="100361"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3A42121-901D-4E94-BF0F-FA54DEC7D833}" type="slidenum">
              <a:rPr lang="en-US" altLang="ru-RU">
                <a:solidFill>
                  <a:srgbClr val="FFFFFF"/>
                </a:solidFill>
                <a:latin typeface="Arial" panose="020B0604020202020204" pitchFamily="34" charset="0"/>
                <a:cs typeface="Arial" panose="020B0604020202020204" pitchFamily="34" charset="0"/>
              </a:rPr>
              <a:pPr/>
              <a:t>84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conductivity electrod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877888"/>
            <a:ext cx="4121150" cy="411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79" name="Picture 4" descr="Conductivity cells, conductivity electrod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913" y="954088"/>
            <a:ext cx="3889375"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0" name="TextBox 3"/>
          <p:cNvSpPr txBox="1">
            <a:spLocks noChangeArrowheads="1"/>
          </p:cNvSpPr>
          <p:nvPr/>
        </p:nvSpPr>
        <p:spPr bwMode="auto">
          <a:xfrm>
            <a:off x="3067050" y="5284788"/>
            <a:ext cx="39608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200">
                <a:latin typeface="Arial" panose="020B0604020202020204" pitchFamily="34" charset="0"/>
                <a:cs typeface="Arial" panose="020B0604020202020204" pitchFamily="34" charset="0"/>
              </a:rPr>
              <a:t>Điện cực đo độ dẫn</a:t>
            </a:r>
          </a:p>
        </p:txBody>
      </p:sp>
      <p:sp>
        <p:nvSpPr>
          <p:cNvPr id="10138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E9BDE20-6DF6-46C4-9FFC-9751F6D52094}" type="slidenum">
              <a:rPr lang="en-US" altLang="ru-RU">
                <a:solidFill>
                  <a:srgbClr val="FFFFFF"/>
                </a:solidFill>
                <a:latin typeface="Arial" panose="020B0604020202020204" pitchFamily="34" charset="0"/>
                <a:cs typeface="Arial" panose="020B0604020202020204" pitchFamily="34" charset="0"/>
              </a:rPr>
              <a:pPr/>
              <a:t>85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5"/>
          <p:cNvSpPr txBox="1">
            <a:spLocks noChangeArrowheads="1"/>
          </p:cNvSpPr>
          <p:nvPr/>
        </p:nvSpPr>
        <p:spPr bwMode="auto">
          <a:xfrm>
            <a:off x="1258888" y="620713"/>
            <a:ext cx="7200900" cy="375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06400">
              <a:defRPr>
                <a:solidFill>
                  <a:schemeClr val="tx1"/>
                </a:solidFill>
                <a:latin typeface="Calibri" panose="020F0502020204030204" pitchFamily="34" charset="0"/>
              </a:defRPr>
            </a:lvl1pPr>
            <a:lvl2pPr marL="692150" indent="-290513">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5000"/>
              </a:spcBef>
            </a:pPr>
            <a:r>
              <a:rPr lang="en-US" altLang="zh-CN" sz="2200">
                <a:latin typeface="Arial" panose="020B0604020202020204" pitchFamily="34" charset="0"/>
                <a:cs typeface="Arial" panose="020B0604020202020204" pitchFamily="34" charset="0"/>
              </a:rPr>
              <a:t>Các ứng dụng chủ yếu của phương pháp độ dẫn trực tiếp hiện nay là:</a:t>
            </a:r>
          </a:p>
          <a:p>
            <a:pPr lvl="1" algn="just" eaLnBrk="1" hangingPunct="1">
              <a:lnSpc>
                <a:spcPct val="150000"/>
              </a:lnSpc>
              <a:spcBef>
                <a:spcPct val="250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Sử dụng trong các nghiên cứu cơ bản chủ yếu trong PTN điện hoá học và hoá phân tích. Sử dụng trong các phòng kiểm tra chất lượng nước.</a:t>
            </a:r>
          </a:p>
          <a:p>
            <a:pPr lvl="1" algn="just" eaLnBrk="1" hangingPunct="1">
              <a:lnSpc>
                <a:spcPct val="150000"/>
              </a:lnSpc>
              <a:spcBef>
                <a:spcPct val="250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Sử dụng làm detector trong sắc ký ion, trong máy điều chế nước trao đổi ion.</a:t>
            </a:r>
          </a:p>
        </p:txBody>
      </p:sp>
      <p:sp>
        <p:nvSpPr>
          <p:cNvPr id="10240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0DF883B-8A66-4993-AA59-12D6DEE9E873}" type="slidenum">
              <a:rPr lang="en-US" altLang="ru-RU">
                <a:solidFill>
                  <a:srgbClr val="FFFFFF"/>
                </a:solidFill>
                <a:latin typeface="Arial" panose="020B0604020202020204" pitchFamily="34" charset="0"/>
                <a:cs typeface="Arial" panose="020B0604020202020204" pitchFamily="34" charset="0"/>
              </a:rPr>
              <a:pPr/>
              <a:t>86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9"/>
          <p:cNvSpPr txBox="1">
            <a:spLocks noChangeArrowheads="1"/>
          </p:cNvSpPr>
          <p:nvPr/>
        </p:nvSpPr>
        <p:spPr bwMode="gray">
          <a:xfrm>
            <a:off x="1258888" y="260350"/>
            <a:ext cx="6626225" cy="1092200"/>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zh-CN" sz="2600" b="1">
                <a:latin typeface="Arial" panose="020B0604020202020204" pitchFamily="34" charset="0"/>
                <a:cs typeface="Arial" panose="020B0604020202020204" pitchFamily="34" charset="0"/>
              </a:rPr>
              <a:t>2.2.2. Phương pháp độ dẫn gián tiếp </a:t>
            </a:r>
          </a:p>
          <a:p>
            <a:pPr algn="ctr" eaLnBrk="1" hangingPunct="1">
              <a:spcBef>
                <a:spcPct val="50000"/>
              </a:spcBef>
            </a:pPr>
            <a:r>
              <a:rPr lang="en-US" altLang="zh-CN" sz="2600" b="1">
                <a:latin typeface="Arial" panose="020B0604020202020204" pitchFamily="34" charset="0"/>
                <a:cs typeface="Arial" panose="020B0604020202020204" pitchFamily="34" charset="0"/>
              </a:rPr>
              <a:t>Phương pháp chuẩn độ độ dẫn</a:t>
            </a:r>
          </a:p>
        </p:txBody>
      </p:sp>
      <p:sp>
        <p:nvSpPr>
          <p:cNvPr id="103427" name="Rectangle 3"/>
          <p:cNvSpPr txBox="1">
            <a:spLocks noChangeArrowheads="1"/>
          </p:cNvSpPr>
          <p:nvPr/>
        </p:nvSpPr>
        <p:spPr bwMode="auto">
          <a:xfrm>
            <a:off x="1476375" y="1773238"/>
            <a:ext cx="696277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FontTx/>
              <a:buChar char="•"/>
            </a:pPr>
            <a:r>
              <a:rPr lang="en-US" altLang="en-US" sz="2200">
                <a:latin typeface="Arial" panose="020B0604020202020204" pitchFamily="34" charset="0"/>
                <a:cs typeface="Arial" panose="020B0604020202020204" pitchFamily="34" charset="0"/>
              </a:rPr>
              <a:t>D</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a trên s</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 đo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d</a:t>
            </a:r>
            <a:r>
              <a:rPr lang="vi-VN" altLang="en-US" sz="2200">
                <a:latin typeface="Arial" panose="020B0604020202020204" pitchFamily="34" charset="0"/>
                <a:cs typeface="Arial" panose="020B0604020202020204" pitchFamily="34" charset="0"/>
              </a:rPr>
              <a:t>ẫn</a:t>
            </a:r>
            <a:r>
              <a:rPr lang="en-US" altLang="en-US" sz="2200">
                <a:latin typeface="Arial" panose="020B0604020202020204" pitchFamily="34" charset="0"/>
                <a:cs typeface="Arial" panose="020B0604020202020204" pitchFamily="34" charset="0"/>
              </a:rPr>
              <a:t>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c</a:t>
            </a:r>
            <a:r>
              <a:rPr lang="vi-VN" altLang="en-US" sz="2200">
                <a:latin typeface="Arial" panose="020B0604020202020204" pitchFamily="34" charset="0"/>
                <a:cs typeface="Arial" panose="020B0604020202020204" pitchFamily="34" charset="0"/>
              </a:rPr>
              <a:t>ủ</a:t>
            </a:r>
            <a:r>
              <a:rPr lang="en-US" altLang="en-US" sz="2200">
                <a:latin typeface="Arial" panose="020B0604020202020204" pitchFamily="34" charset="0"/>
                <a:cs typeface="Arial" panose="020B0604020202020204" pitchFamily="34" charset="0"/>
              </a:rPr>
              <a:t>a dung d</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ch (nhi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t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xác đ</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nh).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d</a:t>
            </a:r>
            <a:r>
              <a:rPr lang="vi-VN" altLang="en-US" sz="2200">
                <a:latin typeface="Arial" panose="020B0604020202020204" pitchFamily="34" charset="0"/>
                <a:cs typeface="Arial" panose="020B0604020202020204" pitchFamily="34" charset="0"/>
              </a:rPr>
              <a:t>ẫn</a:t>
            </a:r>
            <a:r>
              <a:rPr lang="en-US" altLang="en-US" sz="2200">
                <a:latin typeface="Arial" panose="020B0604020202020204" pitchFamily="34" charset="0"/>
                <a:cs typeface="Arial" panose="020B0604020202020204" pitchFamily="34" charset="0"/>
              </a:rPr>
              <a:t>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t</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 l</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 v</a:t>
            </a:r>
            <a:r>
              <a:rPr lang="vi-VN" altLang="en-US" sz="2200">
                <a:latin typeface="Arial" panose="020B0604020202020204" pitchFamily="34" charset="0"/>
                <a:cs typeface="Arial" panose="020B0604020202020204" pitchFamily="34" charset="0"/>
              </a:rPr>
              <a:t>ớ</a:t>
            </a:r>
            <a:r>
              <a:rPr lang="en-US" altLang="en-US" sz="2200">
                <a:latin typeface="Arial" panose="020B0604020202020204" pitchFamily="34" charset="0"/>
                <a:cs typeface="Arial" panose="020B0604020202020204" pitchFamily="34" charset="0"/>
              </a:rPr>
              <a:t>i n</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ng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c</a:t>
            </a:r>
            <a:r>
              <a:rPr lang="vi-VN" altLang="en-US" sz="2200">
                <a:latin typeface="Arial" panose="020B0604020202020204" pitchFamily="34" charset="0"/>
                <a:cs typeface="Arial" panose="020B0604020202020204" pitchFamily="34" charset="0"/>
              </a:rPr>
              <a:t>ủ</a:t>
            </a:r>
            <a:r>
              <a:rPr lang="en-US" altLang="en-US" sz="2200">
                <a:latin typeface="Arial" panose="020B0604020202020204" pitchFamily="34" charset="0"/>
                <a:cs typeface="Arial" panose="020B0604020202020204" pitchFamily="34" charset="0"/>
              </a:rPr>
              <a:t>a ch</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t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ly.</a:t>
            </a:r>
          </a:p>
          <a:p>
            <a:pPr algn="just" eaLnBrk="1" hangingPunct="1">
              <a:lnSpc>
                <a:spcPct val="150000"/>
              </a:lnSpc>
              <a:spcBef>
                <a:spcPts val="600"/>
              </a:spcBef>
              <a:spcAft>
                <a:spcPts val="600"/>
              </a:spcAft>
              <a:buFontTx/>
              <a:buChar char="•"/>
            </a:pPr>
            <a:r>
              <a:rPr lang="en-US" altLang="en-US" sz="2200">
                <a:latin typeface="Arial" panose="020B0604020202020204" pitchFamily="34" charset="0"/>
                <a:cs typeface="Arial" panose="020B0604020202020204" pitchFamily="34" charset="0"/>
              </a:rPr>
              <a:t> Ta d</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ng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th</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d</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 thể tích (n</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ng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c</a:t>
            </a:r>
            <a:r>
              <a:rPr lang="vi-VN" altLang="en-US" sz="2200">
                <a:latin typeface="Arial" panose="020B0604020202020204" pitchFamily="34" charset="0"/>
                <a:cs typeface="Arial" panose="020B0604020202020204" pitchFamily="34" charset="0"/>
              </a:rPr>
              <a:t>ủ</a:t>
            </a:r>
            <a:r>
              <a:rPr lang="en-US" altLang="en-US" sz="2200">
                <a:latin typeface="Arial" panose="020B0604020202020204" pitchFamily="34" charset="0"/>
                <a:cs typeface="Arial" panose="020B0604020202020204" pitchFamily="34" charset="0"/>
              </a:rPr>
              <a:t>a ch</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t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ly.</a:t>
            </a:r>
          </a:p>
        </p:txBody>
      </p:sp>
      <p:sp>
        <p:nvSpPr>
          <p:cNvPr id="10342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603EF04-9D77-42F6-960F-A2BE978086E5}" type="slidenum">
              <a:rPr lang="en-US" altLang="ru-RU">
                <a:solidFill>
                  <a:srgbClr val="FFFFFF"/>
                </a:solidFill>
                <a:latin typeface="Arial" panose="020B0604020202020204" pitchFamily="34" charset="0"/>
                <a:cs typeface="Arial" panose="020B0604020202020204" pitchFamily="34" charset="0"/>
              </a:rPr>
              <a:pPr/>
              <a:t>87</a:t>
            </a:fld>
            <a:endParaRPr lang="en-US" altLang="ru-RU">
              <a:solidFill>
                <a:srgbClr val="FFFFFF"/>
              </a:solidFill>
              <a:latin typeface="Arial" panose="020B0604020202020204" pitchFamily="34" charset="0"/>
              <a:cs typeface="Arial" panose="020B0604020202020204" pitchFamily="34" charset="0"/>
            </a:endParaRPr>
          </a:p>
        </p:txBody>
      </p:sp>
      <p:grpSp>
        <p:nvGrpSpPr>
          <p:cNvPr id="3" name="Group 7"/>
          <p:cNvGrpSpPr>
            <a:grpSpLocks/>
          </p:cNvGrpSpPr>
          <p:nvPr/>
        </p:nvGrpSpPr>
        <p:grpSpPr bwMode="auto">
          <a:xfrm>
            <a:off x="4262438" y="4437063"/>
            <a:ext cx="3679825" cy="1533525"/>
            <a:chOff x="864" y="1054"/>
            <a:chExt cx="3791" cy="1945"/>
          </a:xfrm>
        </p:grpSpPr>
        <p:sp>
          <p:nvSpPr>
            <p:cNvPr id="103430" name="Line 8"/>
            <p:cNvSpPr>
              <a:spLocks noChangeShapeType="1"/>
            </p:cNvSpPr>
            <p:nvPr/>
          </p:nvSpPr>
          <p:spPr bwMode="auto">
            <a:xfrm>
              <a:off x="1198" y="2635"/>
              <a:ext cx="3346" cy="1"/>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431" name="Line 9"/>
            <p:cNvSpPr>
              <a:spLocks noChangeShapeType="1"/>
            </p:cNvSpPr>
            <p:nvPr/>
          </p:nvSpPr>
          <p:spPr bwMode="auto">
            <a:xfrm flipV="1">
              <a:off x="1198" y="1053"/>
              <a:ext cx="1" cy="1583"/>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432" name="Line 10"/>
            <p:cNvSpPr>
              <a:spLocks noChangeShapeType="1"/>
            </p:cNvSpPr>
            <p:nvPr/>
          </p:nvSpPr>
          <p:spPr bwMode="auto">
            <a:xfrm>
              <a:off x="1366" y="1319"/>
              <a:ext cx="1003" cy="789"/>
            </a:xfrm>
            <a:prstGeom prst="line">
              <a:avLst/>
            </a:prstGeom>
            <a:noFill/>
            <a:ln w="572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3433" name="Line 11"/>
            <p:cNvSpPr>
              <a:spLocks noChangeShapeType="1"/>
            </p:cNvSpPr>
            <p:nvPr/>
          </p:nvSpPr>
          <p:spPr bwMode="auto">
            <a:xfrm flipV="1">
              <a:off x="2370" y="1711"/>
              <a:ext cx="1673" cy="399"/>
            </a:xfrm>
            <a:prstGeom prst="line">
              <a:avLst/>
            </a:prstGeom>
            <a:noFill/>
            <a:ln w="572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3434" name="Line 12"/>
            <p:cNvSpPr>
              <a:spLocks noChangeShapeType="1"/>
            </p:cNvSpPr>
            <p:nvPr/>
          </p:nvSpPr>
          <p:spPr bwMode="auto">
            <a:xfrm>
              <a:off x="2370" y="2108"/>
              <a:ext cx="1" cy="526"/>
            </a:xfrm>
            <a:prstGeom prst="line">
              <a:avLst/>
            </a:prstGeom>
            <a:noFill/>
            <a:ln w="3816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03435" name="Object 515"/>
            <p:cNvGraphicFramePr>
              <a:graphicFrameLocks noChangeAspect="1"/>
            </p:cNvGraphicFramePr>
            <p:nvPr/>
          </p:nvGraphicFramePr>
          <p:xfrm>
            <a:off x="864" y="1056"/>
            <a:ext cx="223" cy="190"/>
          </p:xfrm>
          <a:graphic>
            <a:graphicData uri="http://schemas.openxmlformats.org/presentationml/2006/ole">
              <mc:AlternateContent xmlns:mc="http://schemas.openxmlformats.org/markup-compatibility/2006">
                <mc:Choice xmlns:v="urn:schemas-microsoft-com:vml" Requires="v">
                  <p:oleObj spid="_x0000_s103438" r:id="rId3" imgW="172800" imgH="187200" progId="Equation.3">
                    <p:embed/>
                  </p:oleObj>
                </mc:Choice>
                <mc:Fallback>
                  <p:oleObj r:id="rId3" imgW="172800" imgH="187200" progId="Equation.3">
                    <p:embed/>
                    <p:pic>
                      <p:nvPicPr>
                        <p:cNvPr id="0" name="Object 5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056"/>
                          <a:ext cx="223" cy="190"/>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6" name="Object 516"/>
            <p:cNvGraphicFramePr>
              <a:graphicFrameLocks noChangeAspect="1"/>
            </p:cNvGraphicFramePr>
            <p:nvPr/>
          </p:nvGraphicFramePr>
          <p:xfrm>
            <a:off x="4043" y="2766"/>
            <a:ext cx="613" cy="234"/>
          </p:xfrm>
          <a:graphic>
            <a:graphicData uri="http://schemas.openxmlformats.org/presentationml/2006/ole">
              <mc:AlternateContent xmlns:mc="http://schemas.openxmlformats.org/markup-compatibility/2006">
                <mc:Choice xmlns:v="urn:schemas-microsoft-com:vml" Requires="v">
                  <p:oleObj spid="_x0000_s103439" r:id="rId5" imgW="463565" imgH="224759" progId="Equation.3">
                    <p:embed/>
                  </p:oleObj>
                </mc:Choice>
                <mc:Fallback>
                  <p:oleObj r:id="rId5" imgW="463565" imgH="224759" progId="Equation.3">
                    <p:embed/>
                    <p:pic>
                      <p:nvPicPr>
                        <p:cNvPr id="0" name="Object 5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3" y="2766"/>
                          <a:ext cx="613" cy="234"/>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7" name="Object 517"/>
            <p:cNvGraphicFramePr>
              <a:graphicFrameLocks noChangeAspect="1"/>
            </p:cNvGraphicFramePr>
            <p:nvPr/>
          </p:nvGraphicFramePr>
          <p:xfrm>
            <a:off x="2202" y="2635"/>
            <a:ext cx="297" cy="263"/>
          </p:xfrm>
          <a:graphic>
            <a:graphicData uri="http://schemas.openxmlformats.org/presentationml/2006/ole">
              <mc:AlternateContent xmlns:mc="http://schemas.openxmlformats.org/markup-compatibility/2006">
                <mc:Choice xmlns:v="urn:schemas-microsoft-com:vml" Requires="v">
                  <p:oleObj spid="_x0000_s103440" r:id="rId7" imgW="237290" imgH="266951" progId="Equation.3">
                    <p:embed/>
                  </p:oleObj>
                </mc:Choice>
                <mc:Fallback>
                  <p:oleObj r:id="rId7" imgW="237290" imgH="266951" progId="Equation.3">
                    <p:embed/>
                    <p:pic>
                      <p:nvPicPr>
                        <p:cNvPr id="0" name="Object 5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2" y="2635"/>
                          <a:ext cx="297" cy="263"/>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75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9"/>
          <p:cNvSpPr txBox="1">
            <a:spLocks noChangeArrowheads="1"/>
          </p:cNvSpPr>
          <p:nvPr/>
        </p:nvSpPr>
        <p:spPr bwMode="gray">
          <a:xfrm>
            <a:off x="971550" y="47625"/>
            <a:ext cx="6624638" cy="1092200"/>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zh-CN" sz="2600" b="1">
                <a:latin typeface="Arial" panose="020B0604020202020204" pitchFamily="34" charset="0"/>
                <a:cs typeface="Arial" panose="020B0604020202020204" pitchFamily="34" charset="0"/>
              </a:rPr>
              <a:t>2.2.2. Phương pháp độ dẫn gián tiếp </a:t>
            </a:r>
          </a:p>
          <a:p>
            <a:pPr algn="ctr" eaLnBrk="1" hangingPunct="1">
              <a:spcBef>
                <a:spcPct val="50000"/>
              </a:spcBef>
            </a:pPr>
            <a:r>
              <a:rPr lang="en-US" altLang="zh-CN" sz="2600" b="1">
                <a:latin typeface="Arial" panose="020B0604020202020204" pitchFamily="34" charset="0"/>
                <a:cs typeface="Arial" panose="020B0604020202020204" pitchFamily="34" charset="0"/>
              </a:rPr>
              <a:t>Phương pháp chuẩn độ độ dẫn</a:t>
            </a:r>
          </a:p>
        </p:txBody>
      </p:sp>
      <p:sp>
        <p:nvSpPr>
          <p:cNvPr id="104451" name="Rectangle 3"/>
          <p:cNvSpPr txBox="1">
            <a:spLocks noChangeArrowheads="1"/>
          </p:cNvSpPr>
          <p:nvPr/>
        </p:nvSpPr>
        <p:spPr bwMode="auto">
          <a:xfrm>
            <a:off x="395288" y="1150938"/>
            <a:ext cx="8343900" cy="525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Trong chu</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d</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m cu</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i chu</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đư</a:t>
            </a:r>
            <a:r>
              <a:rPr lang="vi-VN" altLang="en-US" sz="2200">
                <a:latin typeface="Arial" panose="020B0604020202020204" pitchFamily="34" charset="0"/>
                <a:cs typeface="Arial" panose="020B0604020202020204" pitchFamily="34" charset="0"/>
              </a:rPr>
              <a:t>ợ</a:t>
            </a:r>
            <a:r>
              <a:rPr lang="en-US" altLang="en-US" sz="2200">
                <a:latin typeface="Arial" panose="020B0604020202020204" pitchFamily="34" charset="0"/>
                <a:cs typeface="Arial" panose="020B0604020202020204" pitchFamily="34" charset="0"/>
              </a:rPr>
              <a:t>c thi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t l</a:t>
            </a:r>
            <a:r>
              <a:rPr lang="vi-VN" altLang="en-US" sz="2200">
                <a:latin typeface="Arial" panose="020B0604020202020204" pitchFamily="34" charset="0"/>
                <a:cs typeface="Arial" panose="020B0604020202020204" pitchFamily="34" charset="0"/>
              </a:rPr>
              <a:t>ặ</a:t>
            </a:r>
            <a:r>
              <a:rPr lang="en-US" altLang="en-US" sz="2200">
                <a:latin typeface="Arial" panose="020B0604020202020204" pitchFamily="34" charset="0"/>
                <a:cs typeface="Arial" panose="020B0604020202020204" pitchFamily="34" charset="0"/>
              </a:rPr>
              <a:t>p theo </a:t>
            </a:r>
            <a:r>
              <a:rPr lang="en-US" altLang="en-US" sz="2200">
                <a:solidFill>
                  <a:srgbClr val="C00000"/>
                </a:solidFill>
                <a:latin typeface="Arial" panose="020B0604020202020204" pitchFamily="34" charset="0"/>
                <a:cs typeface="Arial" panose="020B0604020202020204" pitchFamily="34" charset="0"/>
              </a:rPr>
              <a:t>s</a:t>
            </a:r>
            <a:r>
              <a:rPr lang="vi-VN" altLang="en-US" sz="2200">
                <a:solidFill>
                  <a:srgbClr val="C00000"/>
                </a:solidFill>
                <a:latin typeface="Arial" panose="020B0604020202020204" pitchFamily="34" charset="0"/>
                <a:cs typeface="Arial" panose="020B0604020202020204" pitchFamily="34" charset="0"/>
              </a:rPr>
              <a:t>ự</a:t>
            </a:r>
            <a:r>
              <a:rPr lang="en-US" altLang="en-US" sz="2200">
                <a:solidFill>
                  <a:srgbClr val="C00000"/>
                </a:solidFill>
                <a:latin typeface="Arial" panose="020B0604020202020204" pitchFamily="34" charset="0"/>
                <a:cs typeface="Arial" panose="020B0604020202020204" pitchFamily="34" charset="0"/>
              </a:rPr>
              <a:t> thay đ</a:t>
            </a:r>
            <a:r>
              <a:rPr lang="vi-VN" altLang="en-US" sz="2200">
                <a:solidFill>
                  <a:srgbClr val="C00000"/>
                </a:solidFill>
                <a:latin typeface="Arial" panose="020B0604020202020204" pitchFamily="34" charset="0"/>
                <a:cs typeface="Arial" panose="020B0604020202020204" pitchFamily="34" charset="0"/>
              </a:rPr>
              <a:t>ổ</a:t>
            </a:r>
            <a:r>
              <a:rPr lang="en-US" altLang="en-US" sz="2200">
                <a:solidFill>
                  <a:srgbClr val="C00000"/>
                </a:solidFill>
                <a:latin typeface="Arial" panose="020B0604020202020204" pitchFamily="34" charset="0"/>
                <a:cs typeface="Arial" panose="020B0604020202020204" pitchFamily="34" charset="0"/>
              </a:rPr>
              <a:t>i đ</a:t>
            </a:r>
            <a:r>
              <a:rPr lang="vi-VN" altLang="en-US" sz="2200">
                <a:solidFill>
                  <a:srgbClr val="C00000"/>
                </a:solidFill>
                <a:latin typeface="Arial" panose="020B0604020202020204" pitchFamily="34" charset="0"/>
                <a:cs typeface="Arial" panose="020B0604020202020204" pitchFamily="34" charset="0"/>
              </a:rPr>
              <a:t>ộ</a:t>
            </a:r>
            <a:r>
              <a:rPr lang="en-US" altLang="en-US" sz="2200">
                <a:solidFill>
                  <a:srgbClr val="C00000"/>
                </a:solidFill>
                <a:latin typeface="Arial" panose="020B0604020202020204" pitchFamily="34" charset="0"/>
                <a:cs typeface="Arial" panose="020B0604020202020204" pitchFamily="34" charset="0"/>
              </a:rPr>
              <a:t> d</a:t>
            </a:r>
            <a:r>
              <a:rPr lang="vi-VN" altLang="en-US" sz="2200">
                <a:solidFill>
                  <a:srgbClr val="C00000"/>
                </a:solidFill>
                <a:latin typeface="Arial" panose="020B0604020202020204" pitchFamily="34" charset="0"/>
                <a:cs typeface="Arial" panose="020B0604020202020204" pitchFamily="34" charset="0"/>
              </a:rPr>
              <a:t>ẫ</a:t>
            </a:r>
            <a:r>
              <a:rPr lang="en-US" altLang="en-US" sz="2200">
                <a:solidFill>
                  <a:srgbClr val="C00000"/>
                </a:solidFill>
                <a:latin typeface="Arial" panose="020B0604020202020204" pitchFamily="34" charset="0"/>
                <a:cs typeface="Arial" panose="020B0604020202020204" pitchFamily="34" charset="0"/>
              </a:rPr>
              <a:t>n đi</a:t>
            </a:r>
            <a:r>
              <a:rPr lang="vi-VN" altLang="en-US" sz="2200">
                <a:solidFill>
                  <a:srgbClr val="C00000"/>
                </a:solidFill>
                <a:latin typeface="Arial" panose="020B0604020202020204" pitchFamily="34" charset="0"/>
                <a:cs typeface="Arial" panose="020B0604020202020204" pitchFamily="34" charset="0"/>
              </a:rPr>
              <a:t>ệ</a:t>
            </a:r>
            <a:r>
              <a:rPr lang="en-US" altLang="en-US" sz="2200">
                <a:solidFill>
                  <a:srgbClr val="C00000"/>
                </a:solidFill>
                <a:latin typeface="Arial" panose="020B0604020202020204" pitchFamily="34" charset="0"/>
                <a:cs typeface="Arial" panose="020B0604020202020204" pitchFamily="34" charset="0"/>
              </a:rPr>
              <a:t>n c</a:t>
            </a:r>
            <a:r>
              <a:rPr lang="vi-VN" altLang="en-US" sz="2200">
                <a:solidFill>
                  <a:srgbClr val="C00000"/>
                </a:solidFill>
                <a:latin typeface="Arial" panose="020B0604020202020204" pitchFamily="34" charset="0"/>
                <a:cs typeface="Arial" panose="020B0604020202020204" pitchFamily="34" charset="0"/>
              </a:rPr>
              <a:t>ủ</a:t>
            </a:r>
            <a:r>
              <a:rPr lang="en-US" altLang="en-US" sz="2200">
                <a:solidFill>
                  <a:srgbClr val="C00000"/>
                </a:solidFill>
                <a:latin typeface="Arial" panose="020B0604020202020204" pitchFamily="34" charset="0"/>
                <a:cs typeface="Arial" panose="020B0604020202020204" pitchFamily="34" charset="0"/>
              </a:rPr>
              <a:t>a dung d</a:t>
            </a:r>
            <a:r>
              <a:rPr lang="vi-VN" altLang="en-US" sz="2200">
                <a:solidFill>
                  <a:srgbClr val="C00000"/>
                </a:solidFill>
                <a:latin typeface="Arial" panose="020B0604020202020204" pitchFamily="34" charset="0"/>
                <a:cs typeface="Arial" panose="020B0604020202020204" pitchFamily="34" charset="0"/>
              </a:rPr>
              <a:t>ị</a:t>
            </a:r>
            <a:r>
              <a:rPr lang="en-US" altLang="en-US" sz="2200">
                <a:solidFill>
                  <a:srgbClr val="C00000"/>
                </a:solidFill>
                <a:latin typeface="Arial" panose="020B0604020202020204" pitchFamily="34" charset="0"/>
                <a:cs typeface="Arial" panose="020B0604020202020204" pitchFamily="34" charset="0"/>
              </a:rPr>
              <a:t>ch</a:t>
            </a:r>
            <a:r>
              <a:rPr lang="en-US" altLang="en-US" sz="2200">
                <a:latin typeface="Arial" panose="020B0604020202020204" pitchFamily="34" charset="0"/>
                <a:cs typeface="Arial" panose="020B0604020202020204" pitchFamily="34" charset="0"/>
              </a:rPr>
              <a:t>. </a:t>
            </a:r>
          </a:p>
          <a:p>
            <a:pPr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Sản phẩm của sự chuẩn độ có th</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 là h</a:t>
            </a:r>
            <a:r>
              <a:rPr lang="vi-VN" altLang="en-US" sz="2200">
                <a:latin typeface="Arial" panose="020B0604020202020204" pitchFamily="34" charset="0"/>
                <a:cs typeface="Arial" panose="020B0604020202020204" pitchFamily="34" charset="0"/>
              </a:rPr>
              <a:t>ợ</a:t>
            </a:r>
            <a:r>
              <a:rPr lang="en-US" altLang="en-US" sz="2200">
                <a:latin typeface="Arial" panose="020B0604020202020204" pitchFamily="34" charset="0"/>
                <a:cs typeface="Arial" panose="020B0604020202020204" pitchFamily="34" charset="0"/>
              </a:rPr>
              <a:t>p ch</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t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ly y</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u hoặc ít tan do đó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d</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c</a:t>
            </a:r>
            <a:r>
              <a:rPr lang="vi-VN" altLang="en-US" sz="2200">
                <a:latin typeface="Arial" panose="020B0604020202020204" pitchFamily="34" charset="0"/>
                <a:cs typeface="Arial" panose="020B0604020202020204" pitchFamily="34" charset="0"/>
              </a:rPr>
              <a:t>ủ</a:t>
            </a:r>
            <a:r>
              <a:rPr lang="en-US" altLang="en-US" sz="2200">
                <a:latin typeface="Arial" panose="020B0604020202020204" pitchFamily="34" charset="0"/>
                <a:cs typeface="Arial" panose="020B0604020202020204" pitchFamily="34" charset="0"/>
              </a:rPr>
              <a:t>a dung d</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ch gi</a:t>
            </a:r>
            <a:r>
              <a:rPr lang="vi-VN" altLang="en-US" sz="2200">
                <a:latin typeface="Arial" panose="020B0604020202020204" pitchFamily="34" charset="0"/>
                <a:cs typeface="Arial" panose="020B0604020202020204" pitchFamily="34" charset="0"/>
              </a:rPr>
              <a:t>ả</a:t>
            </a:r>
            <a:r>
              <a:rPr lang="en-US" altLang="en-US" sz="2200">
                <a:latin typeface="Arial" panose="020B0604020202020204" pitchFamily="34" charset="0"/>
                <a:cs typeface="Arial" panose="020B0604020202020204" pitchFamily="34" charset="0"/>
              </a:rPr>
              <a:t>m m</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t cách đáng k</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a:t>
            </a:r>
          </a:p>
          <a:p>
            <a:pPr algn="just" eaLnBrk="1" hangingPunct="1">
              <a:lnSpc>
                <a:spcPct val="150000"/>
              </a:lnSpc>
              <a:spcBef>
                <a:spcPts val="600"/>
              </a:spcBef>
              <a:spcAft>
                <a:spcPts val="600"/>
              </a:spcAft>
            </a:pPr>
            <a:r>
              <a:rPr lang="en-US" altLang="en-US" sz="2200">
                <a:solidFill>
                  <a:srgbClr val="C00000"/>
                </a:solidFill>
                <a:latin typeface="Arial" panose="020B0604020202020204" pitchFamily="34" charset="0"/>
                <a:cs typeface="Arial" panose="020B0604020202020204" pitchFamily="34" charset="0"/>
              </a:rPr>
              <a:t>Đi</a:t>
            </a:r>
            <a:r>
              <a:rPr lang="vi-VN" altLang="en-US" sz="2200">
                <a:solidFill>
                  <a:srgbClr val="C00000"/>
                </a:solidFill>
                <a:latin typeface="Arial" panose="020B0604020202020204" pitchFamily="34" charset="0"/>
                <a:cs typeface="Arial" panose="020B0604020202020204" pitchFamily="34" charset="0"/>
              </a:rPr>
              <a:t>ể</a:t>
            </a:r>
            <a:r>
              <a:rPr lang="en-US" altLang="en-US" sz="2200">
                <a:solidFill>
                  <a:srgbClr val="C00000"/>
                </a:solidFill>
                <a:latin typeface="Arial" panose="020B0604020202020204" pitchFamily="34" charset="0"/>
                <a:cs typeface="Arial" panose="020B0604020202020204" pitchFamily="34" charset="0"/>
              </a:rPr>
              <a:t>m cu</a:t>
            </a:r>
            <a:r>
              <a:rPr lang="vi-VN" altLang="en-US" sz="2200">
                <a:solidFill>
                  <a:srgbClr val="C00000"/>
                </a:solidFill>
                <a:latin typeface="Arial" panose="020B0604020202020204" pitchFamily="34" charset="0"/>
                <a:cs typeface="Arial" panose="020B0604020202020204" pitchFamily="34" charset="0"/>
              </a:rPr>
              <a:t>ố</a:t>
            </a:r>
            <a:r>
              <a:rPr lang="en-US" altLang="en-US" sz="2200">
                <a:solidFill>
                  <a:srgbClr val="C00000"/>
                </a:solidFill>
                <a:latin typeface="Arial" panose="020B0604020202020204" pitchFamily="34" charset="0"/>
                <a:cs typeface="Arial" panose="020B0604020202020204" pitchFamily="34" charset="0"/>
              </a:rPr>
              <a:t>i chu</a:t>
            </a:r>
            <a:r>
              <a:rPr lang="vi-VN" altLang="en-US" sz="2200">
                <a:solidFill>
                  <a:srgbClr val="C00000"/>
                </a:solidFill>
                <a:latin typeface="Arial" panose="020B0604020202020204" pitchFamily="34" charset="0"/>
                <a:cs typeface="Arial" panose="020B0604020202020204" pitchFamily="34" charset="0"/>
              </a:rPr>
              <a:t>ẩ</a:t>
            </a:r>
            <a:r>
              <a:rPr lang="en-US" altLang="en-US" sz="2200">
                <a:solidFill>
                  <a:srgbClr val="C00000"/>
                </a:solidFill>
                <a:latin typeface="Arial" panose="020B0604020202020204" pitchFamily="34" charset="0"/>
                <a:cs typeface="Arial" panose="020B0604020202020204" pitchFamily="34" charset="0"/>
              </a:rPr>
              <a:t>n đ</a:t>
            </a:r>
            <a:r>
              <a:rPr lang="vi-VN" altLang="en-US" sz="2200">
                <a:solidFill>
                  <a:srgbClr val="C00000"/>
                </a:solidFill>
                <a:latin typeface="Arial" panose="020B0604020202020204" pitchFamily="34" charset="0"/>
                <a:cs typeface="Arial" panose="020B0604020202020204" pitchFamily="34" charset="0"/>
              </a:rPr>
              <a:t>ộ</a:t>
            </a:r>
            <a:r>
              <a:rPr lang="en-US" altLang="en-US" sz="2200">
                <a:solidFill>
                  <a:srgbClr val="C00000"/>
                </a:solidFill>
                <a:latin typeface="Arial" panose="020B0604020202020204" pitchFamily="34" charset="0"/>
                <a:cs typeface="Arial" panose="020B0604020202020204" pitchFamily="34" charset="0"/>
              </a:rPr>
              <a:t> </a:t>
            </a:r>
            <a:r>
              <a:rPr lang="en-US" altLang="en-US" sz="2200">
                <a:latin typeface="Arial" panose="020B0604020202020204" pitchFamily="34" charset="0"/>
                <a:cs typeface="Arial" panose="020B0604020202020204" pitchFamily="34" charset="0"/>
              </a:rPr>
              <a:t>tương </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ng v</a:t>
            </a:r>
            <a:r>
              <a:rPr lang="vi-VN" altLang="en-US" sz="2200">
                <a:latin typeface="Arial" panose="020B0604020202020204" pitchFamily="34" charset="0"/>
                <a:cs typeface="Arial" panose="020B0604020202020204" pitchFamily="34" charset="0"/>
              </a:rPr>
              <a:t>ớ</a:t>
            </a:r>
            <a:r>
              <a:rPr lang="en-US" altLang="en-US" sz="2200">
                <a:latin typeface="Arial" panose="020B0604020202020204" pitchFamily="34" charset="0"/>
                <a:cs typeface="Arial" panose="020B0604020202020204" pitchFamily="34" charset="0"/>
              </a:rPr>
              <a:t>i </a:t>
            </a:r>
            <a:r>
              <a:rPr lang="en-US" altLang="en-US" sz="2200">
                <a:solidFill>
                  <a:srgbClr val="C00000"/>
                </a:solidFill>
                <a:latin typeface="Arial" panose="020B0604020202020204" pitchFamily="34" charset="0"/>
                <a:cs typeface="Arial" panose="020B0604020202020204" pitchFamily="34" charset="0"/>
              </a:rPr>
              <a:t>đi</a:t>
            </a:r>
            <a:r>
              <a:rPr lang="vi-VN" altLang="en-US" sz="2200">
                <a:solidFill>
                  <a:srgbClr val="C00000"/>
                </a:solidFill>
                <a:latin typeface="Arial" panose="020B0604020202020204" pitchFamily="34" charset="0"/>
                <a:cs typeface="Arial" panose="020B0604020202020204" pitchFamily="34" charset="0"/>
              </a:rPr>
              <a:t>ể</a:t>
            </a:r>
            <a:r>
              <a:rPr lang="en-US" altLang="en-US" sz="2200">
                <a:solidFill>
                  <a:srgbClr val="C00000"/>
                </a:solidFill>
                <a:latin typeface="Arial" panose="020B0604020202020204" pitchFamily="34" charset="0"/>
                <a:cs typeface="Arial" panose="020B0604020202020204" pitchFamily="34" charset="0"/>
              </a:rPr>
              <a:t>m c</a:t>
            </a:r>
            <a:r>
              <a:rPr lang="vi-VN" altLang="en-US" sz="2200">
                <a:solidFill>
                  <a:srgbClr val="C00000"/>
                </a:solidFill>
                <a:latin typeface="Arial" panose="020B0604020202020204" pitchFamily="34" charset="0"/>
                <a:cs typeface="Arial" panose="020B0604020202020204" pitchFamily="34" charset="0"/>
              </a:rPr>
              <a:t>ự</a:t>
            </a:r>
            <a:r>
              <a:rPr lang="en-US" altLang="en-US" sz="2200">
                <a:solidFill>
                  <a:srgbClr val="C00000"/>
                </a:solidFill>
                <a:latin typeface="Arial" panose="020B0604020202020204" pitchFamily="34" charset="0"/>
                <a:cs typeface="Arial" panose="020B0604020202020204" pitchFamily="34" charset="0"/>
              </a:rPr>
              <a:t>c ti</a:t>
            </a:r>
            <a:r>
              <a:rPr lang="vi-VN" altLang="en-US" sz="2200">
                <a:solidFill>
                  <a:srgbClr val="C00000"/>
                </a:solidFill>
                <a:latin typeface="Arial" panose="020B0604020202020204" pitchFamily="34" charset="0"/>
                <a:cs typeface="Arial" panose="020B0604020202020204" pitchFamily="34" charset="0"/>
              </a:rPr>
              <a:t>ể</a:t>
            </a:r>
            <a:r>
              <a:rPr lang="en-US" altLang="en-US" sz="2200">
                <a:solidFill>
                  <a:srgbClr val="C00000"/>
                </a:solidFill>
                <a:latin typeface="Arial" panose="020B0604020202020204" pitchFamily="34" charset="0"/>
                <a:cs typeface="Arial" panose="020B0604020202020204" pitchFamily="34" charset="0"/>
              </a:rPr>
              <a:t>u c</a:t>
            </a:r>
            <a:r>
              <a:rPr lang="vi-VN" altLang="en-US" sz="2200">
                <a:solidFill>
                  <a:srgbClr val="C00000"/>
                </a:solidFill>
                <a:latin typeface="Arial" panose="020B0604020202020204" pitchFamily="34" charset="0"/>
                <a:cs typeface="Arial" panose="020B0604020202020204" pitchFamily="34" charset="0"/>
              </a:rPr>
              <a:t>ủ</a:t>
            </a:r>
            <a:r>
              <a:rPr lang="en-US" altLang="en-US" sz="2200">
                <a:solidFill>
                  <a:srgbClr val="C00000"/>
                </a:solidFill>
                <a:latin typeface="Arial" panose="020B0604020202020204" pitchFamily="34" charset="0"/>
                <a:cs typeface="Arial" panose="020B0604020202020204" pitchFamily="34" charset="0"/>
              </a:rPr>
              <a:t>a đ</a:t>
            </a:r>
            <a:r>
              <a:rPr lang="vi-VN" altLang="en-US" sz="2200">
                <a:solidFill>
                  <a:srgbClr val="C00000"/>
                </a:solidFill>
                <a:latin typeface="Arial" panose="020B0604020202020204" pitchFamily="34" charset="0"/>
                <a:cs typeface="Arial" panose="020B0604020202020204" pitchFamily="34" charset="0"/>
              </a:rPr>
              <a:t>ộ</a:t>
            </a:r>
            <a:r>
              <a:rPr lang="en-US" altLang="en-US" sz="2200">
                <a:solidFill>
                  <a:srgbClr val="C00000"/>
                </a:solidFill>
                <a:latin typeface="Arial" panose="020B0604020202020204" pitchFamily="34" charset="0"/>
                <a:cs typeface="Arial" panose="020B0604020202020204" pitchFamily="34" charset="0"/>
              </a:rPr>
              <a:t> d</a:t>
            </a:r>
            <a:r>
              <a:rPr lang="vi-VN" altLang="en-US" sz="2200">
                <a:solidFill>
                  <a:srgbClr val="C00000"/>
                </a:solidFill>
                <a:latin typeface="Arial" panose="020B0604020202020204" pitchFamily="34" charset="0"/>
                <a:cs typeface="Arial" panose="020B0604020202020204" pitchFamily="34" charset="0"/>
              </a:rPr>
              <a:t>ẫ</a:t>
            </a:r>
            <a:r>
              <a:rPr lang="en-US" altLang="en-US" sz="2200">
                <a:solidFill>
                  <a:srgbClr val="C00000"/>
                </a:solidFill>
                <a:latin typeface="Arial" panose="020B0604020202020204" pitchFamily="34" charset="0"/>
                <a:cs typeface="Arial" panose="020B0604020202020204" pitchFamily="34" charset="0"/>
              </a:rPr>
              <a:t>n đi</a:t>
            </a:r>
            <a:r>
              <a:rPr lang="vi-VN" altLang="en-US" sz="2200">
                <a:solidFill>
                  <a:srgbClr val="C00000"/>
                </a:solidFill>
                <a:latin typeface="Arial" panose="020B0604020202020204" pitchFamily="34" charset="0"/>
                <a:cs typeface="Arial" panose="020B0604020202020204" pitchFamily="34" charset="0"/>
              </a:rPr>
              <a:t>ệ</a:t>
            </a:r>
            <a:r>
              <a:rPr lang="en-US" altLang="en-US" sz="2200">
                <a:solidFill>
                  <a:srgbClr val="C00000"/>
                </a:solidFill>
                <a:latin typeface="Arial" panose="020B0604020202020204" pitchFamily="34" charset="0"/>
                <a:cs typeface="Arial" panose="020B0604020202020204" pitchFamily="34" charset="0"/>
              </a:rPr>
              <a:t>n trên đư</a:t>
            </a:r>
            <a:r>
              <a:rPr lang="vi-VN" altLang="en-US" sz="2200">
                <a:solidFill>
                  <a:srgbClr val="C00000"/>
                </a:solidFill>
                <a:latin typeface="Arial" panose="020B0604020202020204" pitchFamily="34" charset="0"/>
                <a:cs typeface="Arial" panose="020B0604020202020204" pitchFamily="34" charset="0"/>
              </a:rPr>
              <a:t>ờ</a:t>
            </a:r>
            <a:r>
              <a:rPr lang="en-US" altLang="en-US" sz="2200">
                <a:solidFill>
                  <a:srgbClr val="C00000"/>
                </a:solidFill>
                <a:latin typeface="Arial" panose="020B0604020202020204" pitchFamily="34" charset="0"/>
                <a:cs typeface="Arial" panose="020B0604020202020204" pitchFamily="34" charset="0"/>
              </a:rPr>
              <a:t>ng cong chu</a:t>
            </a:r>
            <a:r>
              <a:rPr lang="vi-VN" altLang="en-US" sz="2200">
                <a:solidFill>
                  <a:srgbClr val="C00000"/>
                </a:solidFill>
                <a:latin typeface="Arial" panose="020B0604020202020204" pitchFamily="34" charset="0"/>
                <a:cs typeface="Arial" panose="020B0604020202020204" pitchFamily="34" charset="0"/>
              </a:rPr>
              <a:t>ẩ</a:t>
            </a:r>
            <a:r>
              <a:rPr lang="en-US" altLang="en-US" sz="2200">
                <a:solidFill>
                  <a:srgbClr val="C00000"/>
                </a:solidFill>
                <a:latin typeface="Arial" panose="020B0604020202020204" pitchFamily="34" charset="0"/>
                <a:cs typeface="Arial" panose="020B0604020202020204" pitchFamily="34" charset="0"/>
              </a:rPr>
              <a:t>n đ</a:t>
            </a:r>
            <a:r>
              <a:rPr lang="vi-VN" altLang="en-US" sz="2200">
                <a:solidFill>
                  <a:srgbClr val="C00000"/>
                </a:solidFill>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a:t>
            </a:r>
          </a:p>
          <a:p>
            <a:pPr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 S</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 thêm ti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p m</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t lư</a:t>
            </a:r>
            <a:r>
              <a:rPr lang="vi-VN" altLang="en-US" sz="2200">
                <a:latin typeface="Arial" panose="020B0604020202020204" pitchFamily="34" charset="0"/>
                <a:cs typeface="Arial" panose="020B0604020202020204" pitchFamily="34" charset="0"/>
              </a:rPr>
              <a:t>ợ</a:t>
            </a:r>
            <a:r>
              <a:rPr lang="en-US" altLang="en-US" sz="2200">
                <a:latin typeface="Arial" panose="020B0604020202020204" pitchFamily="34" charset="0"/>
                <a:cs typeface="Arial" panose="020B0604020202020204" pitchFamily="34" charset="0"/>
              </a:rPr>
              <a:t>ng nh</a:t>
            </a:r>
            <a:r>
              <a:rPr lang="vi-VN" altLang="en-US" sz="2200">
                <a:latin typeface="Arial" panose="020B0604020202020204" pitchFamily="34" charset="0"/>
                <a:cs typeface="Arial" panose="020B0604020202020204" pitchFamily="34" charset="0"/>
              </a:rPr>
              <a:t>ỏ</a:t>
            </a:r>
            <a:r>
              <a:rPr lang="en-US" altLang="en-US" sz="2200">
                <a:latin typeface="Arial" panose="020B0604020202020204" pitchFamily="34" charset="0"/>
                <a:cs typeface="Arial" panose="020B0604020202020204" pitchFamily="34" charset="0"/>
              </a:rPr>
              <a:t> dung d</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ch thu</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c th</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 d</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s</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 tăng v</a:t>
            </a:r>
            <a:r>
              <a:rPr lang="vi-VN" altLang="en-US" sz="2200">
                <a:latin typeface="Arial" panose="020B0604020202020204" pitchFamily="34" charset="0"/>
                <a:cs typeface="Arial" panose="020B0604020202020204" pitchFamily="34" charset="0"/>
              </a:rPr>
              <a:t>ọ</a:t>
            </a:r>
            <a:r>
              <a:rPr lang="en-US" altLang="en-US" sz="2200">
                <a:latin typeface="Arial" panose="020B0604020202020204" pitchFamily="34" charset="0"/>
                <a:cs typeface="Arial" panose="020B0604020202020204" pitchFamily="34" charset="0"/>
              </a:rPr>
              <a:t>t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 d</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n c</a:t>
            </a:r>
            <a:r>
              <a:rPr lang="vi-VN" altLang="en-US" sz="2200">
                <a:latin typeface="Arial" panose="020B0604020202020204" pitchFamily="34" charset="0"/>
                <a:cs typeface="Arial" panose="020B0604020202020204" pitchFamily="34" charset="0"/>
              </a:rPr>
              <a:t>ủ</a:t>
            </a:r>
            <a:r>
              <a:rPr lang="en-US" altLang="en-US" sz="2200">
                <a:latin typeface="Arial" panose="020B0604020202020204" pitchFamily="34" charset="0"/>
                <a:cs typeface="Arial" panose="020B0604020202020204" pitchFamily="34" charset="0"/>
              </a:rPr>
              <a:t>a dung d</a:t>
            </a:r>
            <a:r>
              <a:rPr lang="vi-VN" altLang="en-US" sz="2200">
                <a:latin typeface="Arial" panose="020B0604020202020204" pitchFamily="34" charset="0"/>
                <a:cs typeface="Arial" panose="020B0604020202020204" pitchFamily="34" charset="0"/>
              </a:rPr>
              <a:t>ị</a:t>
            </a:r>
            <a:r>
              <a:rPr lang="en-US" altLang="en-US" sz="2200">
                <a:latin typeface="Arial" panose="020B0604020202020204" pitchFamily="34" charset="0"/>
                <a:cs typeface="Arial" panose="020B0604020202020204" pitchFamily="34" charset="0"/>
              </a:rPr>
              <a:t>ch,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u đó ch</a:t>
            </a:r>
            <a:r>
              <a:rPr lang="vi-VN" altLang="en-US" sz="2200">
                <a:latin typeface="Arial" panose="020B0604020202020204" pitchFamily="34" charset="0"/>
                <a:cs typeface="Arial" panose="020B0604020202020204" pitchFamily="34" charset="0"/>
              </a:rPr>
              <a:t>ứ</a:t>
            </a:r>
            <a:r>
              <a:rPr lang="en-US" altLang="en-US" sz="2200">
                <a:latin typeface="Arial" panose="020B0604020202020204" pitchFamily="34" charset="0"/>
                <a:cs typeface="Arial" panose="020B0604020202020204" pitchFamily="34" charset="0"/>
              </a:rPr>
              <a:t>ng t</a:t>
            </a:r>
            <a:r>
              <a:rPr lang="vi-VN" altLang="en-US" sz="2200">
                <a:latin typeface="Arial" panose="020B0604020202020204" pitchFamily="34" charset="0"/>
                <a:cs typeface="Arial" panose="020B0604020202020204" pitchFamily="34" charset="0"/>
              </a:rPr>
              <a:t>ỏ</a:t>
            </a:r>
            <a:r>
              <a:rPr lang="en-US" altLang="en-US" sz="2200">
                <a:latin typeface="Arial" panose="020B0604020202020204" pitchFamily="34" charset="0"/>
                <a:cs typeface="Arial" panose="020B0604020202020204" pitchFamily="34" charset="0"/>
              </a:rPr>
              <a:t> đã đ</a:t>
            </a:r>
            <a:r>
              <a:rPr lang="vi-VN" altLang="en-US" sz="2200">
                <a:latin typeface="Arial" panose="020B0604020202020204" pitchFamily="34" charset="0"/>
                <a:cs typeface="Arial" panose="020B0604020202020204" pitchFamily="34" charset="0"/>
              </a:rPr>
              <a:t>ạ</a:t>
            </a:r>
            <a:r>
              <a:rPr lang="en-US" altLang="en-US" sz="2200">
                <a:latin typeface="Arial" panose="020B0604020202020204" pitchFamily="34" charset="0"/>
                <a:cs typeface="Arial" panose="020B0604020202020204" pitchFamily="34" charset="0"/>
              </a:rPr>
              <a:t>t t</a:t>
            </a:r>
            <a:r>
              <a:rPr lang="vi-VN" altLang="en-US" sz="2200">
                <a:latin typeface="Arial" panose="020B0604020202020204" pitchFamily="34" charset="0"/>
                <a:cs typeface="Arial" panose="020B0604020202020204" pitchFamily="34" charset="0"/>
              </a:rPr>
              <a:t>ớ</a:t>
            </a:r>
            <a:r>
              <a:rPr lang="en-US" altLang="en-US" sz="2200">
                <a:latin typeface="Arial" panose="020B0604020202020204" pitchFamily="34" charset="0"/>
                <a:cs typeface="Arial" panose="020B0604020202020204" pitchFamily="34" charset="0"/>
              </a:rPr>
              <a:t>i đi</a:t>
            </a:r>
            <a:r>
              <a:rPr lang="vi-VN" altLang="en-US" sz="2200">
                <a:latin typeface="Arial" panose="020B0604020202020204" pitchFamily="34" charset="0"/>
                <a:cs typeface="Arial" panose="020B0604020202020204" pitchFamily="34" charset="0"/>
              </a:rPr>
              <a:t>ể</a:t>
            </a:r>
            <a:r>
              <a:rPr lang="en-US" altLang="en-US" sz="2200">
                <a:latin typeface="Arial" panose="020B0604020202020204" pitchFamily="34" charset="0"/>
                <a:cs typeface="Arial" panose="020B0604020202020204" pitchFamily="34" charset="0"/>
              </a:rPr>
              <a:t>m cu</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i chu</a:t>
            </a:r>
            <a:r>
              <a:rPr lang="vi-VN" altLang="en-US" sz="2200">
                <a:latin typeface="Arial" panose="020B0604020202020204" pitchFamily="34" charset="0"/>
                <a:cs typeface="Arial" panose="020B0604020202020204" pitchFamily="34" charset="0"/>
              </a:rPr>
              <a:t>ẩ</a:t>
            </a:r>
            <a:r>
              <a:rPr lang="en-US" altLang="en-US" sz="2200">
                <a:latin typeface="Arial" panose="020B0604020202020204" pitchFamily="34" charset="0"/>
                <a:cs typeface="Arial" panose="020B0604020202020204" pitchFamily="34" charset="0"/>
              </a:rPr>
              <a:t>n đ</a:t>
            </a:r>
            <a:r>
              <a:rPr lang="vi-VN" altLang="en-US" sz="2200">
                <a:latin typeface="Arial" panose="020B0604020202020204" pitchFamily="34" charset="0"/>
                <a:cs typeface="Arial" panose="020B0604020202020204" pitchFamily="34" charset="0"/>
              </a:rPr>
              <a:t>ộ</a:t>
            </a:r>
            <a:r>
              <a:rPr lang="en-US" altLang="en-US" sz="2200">
                <a:latin typeface="Arial" panose="020B0604020202020204" pitchFamily="34" charset="0"/>
                <a:cs typeface="Arial" panose="020B0604020202020204" pitchFamily="34" charset="0"/>
              </a:rPr>
              <a:t>.</a:t>
            </a:r>
          </a:p>
        </p:txBody>
      </p:sp>
      <p:sp>
        <p:nvSpPr>
          <p:cNvPr id="10445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1D4062E-EC6F-461A-8090-7A6B81898210}" type="slidenum">
              <a:rPr lang="en-US" altLang="ru-RU">
                <a:solidFill>
                  <a:srgbClr val="FFFFFF"/>
                </a:solidFill>
                <a:latin typeface="Arial" panose="020B0604020202020204" pitchFamily="34" charset="0"/>
                <a:cs typeface="Arial" panose="020B0604020202020204" pitchFamily="34" charset="0"/>
              </a:rPr>
              <a:pPr/>
              <a:t>88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5"/>
          <p:cNvSpPr txBox="1">
            <a:spLocks noChangeArrowheads="1"/>
          </p:cNvSpPr>
          <p:nvPr/>
        </p:nvSpPr>
        <p:spPr bwMode="auto">
          <a:xfrm>
            <a:off x="250825" y="260350"/>
            <a:ext cx="8497888"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749300" algn="l"/>
              </a:tabLst>
              <a:defRPr>
                <a:solidFill>
                  <a:schemeClr val="tx1"/>
                </a:solidFill>
                <a:latin typeface="Calibri" panose="020F0502020204030204" pitchFamily="34" charset="0"/>
              </a:defRPr>
            </a:lvl1pPr>
            <a:lvl2pPr marL="342900" indent="-228600">
              <a:tabLst>
                <a:tab pos="749300" algn="l"/>
              </a:tabLst>
              <a:defRPr>
                <a:solidFill>
                  <a:schemeClr val="tx1"/>
                </a:solidFill>
                <a:latin typeface="Calibri" panose="020F0502020204030204" pitchFamily="34" charset="0"/>
              </a:defRPr>
            </a:lvl2pPr>
            <a:lvl3pPr marL="1143000" indent="-228600">
              <a:tabLst>
                <a:tab pos="749300" algn="l"/>
              </a:tabLst>
              <a:defRPr>
                <a:solidFill>
                  <a:schemeClr val="tx1"/>
                </a:solidFill>
                <a:latin typeface="Calibri" panose="020F0502020204030204" pitchFamily="34" charset="0"/>
              </a:defRPr>
            </a:lvl3pPr>
            <a:lvl4pPr marL="1600200" indent="-228600">
              <a:tabLst>
                <a:tab pos="749300" algn="l"/>
              </a:tabLst>
              <a:defRPr>
                <a:solidFill>
                  <a:schemeClr val="tx1"/>
                </a:solidFill>
                <a:latin typeface="Calibri" panose="020F0502020204030204" pitchFamily="34" charset="0"/>
              </a:defRPr>
            </a:lvl4pPr>
            <a:lvl5pPr marL="2057400" indent="-228600">
              <a:tabLst>
                <a:tab pos="7493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7493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7493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7493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749300" algn="l"/>
              </a:tabLst>
              <a:defRPr>
                <a:solidFill>
                  <a:schemeClr val="tx1"/>
                </a:solidFill>
                <a:latin typeface="Calibri" panose="020F0502020204030204" pitchFamily="34" charset="0"/>
              </a:defRPr>
            </a:lvl9pPr>
          </a:lstStyle>
          <a:p>
            <a:pPr lvl="1" algn="just" eaLnBrk="1" hangingPunct="1">
              <a:lnSpc>
                <a:spcPct val="150000"/>
              </a:lnSpc>
              <a:spcBef>
                <a:spcPts val="600"/>
              </a:spcBef>
              <a:spcAft>
                <a:spcPts val="600"/>
              </a:spcAft>
            </a:pPr>
            <a:r>
              <a:rPr lang="en-US" altLang="zh-CN" sz="2200"/>
              <a:t>	Trong phương pháp này ta dựa vào sự thay đổi độ dẫn trong quá trình chuẩn độ để xác định điểm tương đương.</a:t>
            </a:r>
          </a:p>
          <a:p>
            <a:pPr lvl="1" algn="just" eaLnBrk="1" hangingPunct="1">
              <a:lnSpc>
                <a:spcPct val="150000"/>
              </a:lnSpc>
              <a:spcBef>
                <a:spcPts val="600"/>
              </a:spcBef>
              <a:spcAft>
                <a:spcPts val="600"/>
              </a:spcAft>
            </a:pPr>
            <a:r>
              <a:rPr lang="en-US" altLang="zh-CN" sz="2200"/>
              <a:t>	</a:t>
            </a:r>
            <a:r>
              <a:rPr lang="en-US" altLang="zh-CN" sz="2200" b="1"/>
              <a:t>Qui tắc:</a:t>
            </a:r>
          </a:p>
          <a:p>
            <a:pPr lvl="1" algn="just" eaLnBrk="1" hangingPunct="1">
              <a:lnSpc>
                <a:spcPct val="150000"/>
              </a:lnSpc>
              <a:spcBef>
                <a:spcPts val="600"/>
              </a:spcBef>
              <a:spcAft>
                <a:spcPts val="600"/>
              </a:spcAft>
              <a:buFont typeface="Wingdings" panose="05000000000000000000" pitchFamily="2" charset="2"/>
              <a:buChar char="§"/>
            </a:pPr>
            <a:r>
              <a:rPr lang="en-US" altLang="zh-CN" sz="2200"/>
              <a:t>Nếu một ion có độ linh động cao được thay thế bằng một ion có độ linh động thấp hơn thì đồ thị (thường là một đường thẳng) sẽ đi xuống.</a:t>
            </a:r>
          </a:p>
          <a:p>
            <a:pPr lvl="1" algn="just" eaLnBrk="1" hangingPunct="1">
              <a:lnSpc>
                <a:spcPct val="150000"/>
              </a:lnSpc>
              <a:spcBef>
                <a:spcPts val="600"/>
              </a:spcBef>
              <a:spcAft>
                <a:spcPts val="600"/>
              </a:spcAft>
              <a:buFont typeface="Wingdings" panose="05000000000000000000" pitchFamily="2" charset="2"/>
              <a:buChar char="§"/>
            </a:pPr>
            <a:r>
              <a:rPr lang="en-US" altLang="zh-CN" sz="2200"/>
              <a:t>Nếu một ion có độ linh động thấp được thay thế bằng một ion có độ linh động cao hơn thì đồ thị sẽ đi lên.</a:t>
            </a:r>
          </a:p>
          <a:p>
            <a:pPr lvl="1" algn="just" eaLnBrk="1" hangingPunct="1">
              <a:lnSpc>
                <a:spcPct val="150000"/>
              </a:lnSpc>
              <a:spcBef>
                <a:spcPts val="600"/>
              </a:spcBef>
              <a:spcAft>
                <a:spcPts val="600"/>
              </a:spcAft>
              <a:buFont typeface="Wingdings" panose="05000000000000000000" pitchFamily="2" charset="2"/>
              <a:buChar char="§"/>
            </a:pPr>
            <a:r>
              <a:rPr lang="en-US" altLang="zh-CN" sz="2200"/>
              <a:t>Nếu ion thay thế và ion bị thay thế có độ linh động gần bằng nhau, đồ thị sẽ gần như nằm ngang.</a:t>
            </a:r>
          </a:p>
        </p:txBody>
      </p:sp>
      <p:sp>
        <p:nvSpPr>
          <p:cNvPr id="105475"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F5997E9-230B-4118-8606-B22FCA950229}" type="slidenum">
              <a:rPr lang="en-US" altLang="ru-RU">
                <a:solidFill>
                  <a:srgbClr val="FFFFFF"/>
                </a:solidFill>
                <a:latin typeface="Arial" panose="020B0604020202020204" pitchFamily="34" charset="0"/>
                <a:cs typeface="Arial" panose="020B0604020202020204" pitchFamily="34" charset="0"/>
              </a:rPr>
              <a:pPr/>
              <a:t>89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bwMode="auto">
          <a:xfrm>
            <a:off x="1227138" y="687388"/>
            <a:ext cx="7386637" cy="540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65125">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eaLnBrk="1" hangingPunct="1">
              <a:lnSpc>
                <a:spcPct val="160000"/>
              </a:lnSpc>
              <a:spcBef>
                <a:spcPts val="600"/>
              </a:spcBef>
              <a:spcAft>
                <a:spcPts val="60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Ví dụ: Trong dung dịch có chất điện ly mạnh AB phân ly hoàn toàn, chuẩn độ bằng dung dịch điện ly mạnh CD phân ly hoàn toàn.</a:t>
            </a:r>
          </a:p>
          <a:p>
            <a:pPr algn="just" eaLnBrk="1" hangingPunct="1">
              <a:lnSpc>
                <a:spcPct val="160000"/>
              </a:lnSpc>
              <a:spcBef>
                <a:spcPts val="600"/>
              </a:spcBef>
              <a:spcAft>
                <a:spcPts val="60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60000"/>
              </a:lnSpc>
              <a:spcBef>
                <a:spcPts val="600"/>
              </a:spcBef>
              <a:spcAft>
                <a:spcPts val="600"/>
              </a:spcAft>
              <a:buSzPct val="80000"/>
              <a:buFont typeface="Wingdings 2" panose="05020102010507070707" pitchFamily="18" charset="2"/>
              <a:buNone/>
            </a:pPr>
            <a:endParaRPr lang="en-US" sz="2200">
              <a:solidFill>
                <a:schemeClr val="tx1"/>
              </a:solidFill>
              <a:latin typeface="Arial" panose="020B0604020202020204" pitchFamily="34" charset="0"/>
              <a:cs typeface="Arial" panose="020B0604020202020204" pitchFamily="34" charset="0"/>
            </a:endParaRPr>
          </a:p>
          <a:p>
            <a:pPr algn="just" eaLnBrk="1" hangingPunct="1">
              <a:lnSpc>
                <a:spcPct val="160000"/>
              </a:lnSpc>
              <a:spcBef>
                <a:spcPts val="600"/>
              </a:spcBef>
              <a:spcAft>
                <a:spcPts val="600"/>
              </a:spcAft>
              <a:buSzPct val="80000"/>
              <a:buFont typeface="Wingdings 2" panose="05020102010507070707" pitchFamily="18" charset="2"/>
              <a:buNone/>
            </a:pPr>
            <a:r>
              <a:rPr lang="en-US" sz="2200">
                <a:solidFill>
                  <a:schemeClr val="tx1"/>
                </a:solidFill>
                <a:latin typeface="Arial" panose="020B0604020202020204" pitchFamily="34" charset="0"/>
                <a:cs typeface="Arial" panose="020B0604020202020204" pitchFamily="34" charset="0"/>
              </a:rPr>
              <a:t>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tạo thành hợp chất ít tan với D</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thay vào đó dung dịch xuất hiện C</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Độ linh động của 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khác C</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dẫn đến độ dẫn điện dung dịch thay đổi rõ rệt.</a:t>
            </a:r>
          </a:p>
        </p:txBody>
      </p:sp>
      <p:graphicFrame>
        <p:nvGraphicFramePr>
          <p:cNvPr id="4" name="Object 172"/>
          <p:cNvGraphicFramePr>
            <a:graphicFrameLocks noChangeAspect="1"/>
          </p:cNvGraphicFramePr>
          <p:nvPr/>
        </p:nvGraphicFramePr>
        <p:xfrm>
          <a:off x="2427288" y="2967038"/>
          <a:ext cx="4972050" cy="457200"/>
        </p:xfrm>
        <a:graphic>
          <a:graphicData uri="http://schemas.openxmlformats.org/presentationml/2006/ole">
            <mc:AlternateContent xmlns:mc="http://schemas.openxmlformats.org/markup-compatibility/2006">
              <mc:Choice xmlns:v="urn:schemas-microsoft-com:vml" Requires="v">
                <p:oleObj spid="_x0000_s106501" name="Equation" r:id="rId3" imgW="2209800" imgH="203200" progId="Equation.3">
                  <p:embed/>
                </p:oleObj>
              </mc:Choice>
              <mc:Fallback>
                <p:oleObj name="Equation" r:id="rId3" imgW="2209800" imgH="203200" progId="Equation.3">
                  <p:embed/>
                  <p:pic>
                    <p:nvPicPr>
                      <p:cNvPr id="0" name="Object 1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7288" y="2967038"/>
                        <a:ext cx="4972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FAE5419-72B8-4A89-B294-B3D842E97727}" type="slidenum">
              <a:rPr lang="en-US" altLang="ru-RU">
                <a:solidFill>
                  <a:srgbClr val="FFFFFF"/>
                </a:solidFill>
                <a:latin typeface="Arial" panose="020B0604020202020204" pitchFamily="34" charset="0"/>
                <a:cs typeface="Arial" panose="020B0604020202020204" pitchFamily="34" charset="0"/>
              </a:rPr>
              <a:pPr/>
              <a:t>90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
          <p:cNvGrpSpPr>
            <a:grpSpLocks/>
          </p:cNvGrpSpPr>
          <p:nvPr/>
        </p:nvGrpSpPr>
        <p:grpSpPr bwMode="auto">
          <a:xfrm>
            <a:off x="1763713" y="3055938"/>
            <a:ext cx="5400675" cy="3292475"/>
            <a:chOff x="1524000" y="753352"/>
            <a:chExt cx="6019802" cy="4206515"/>
          </a:xfrm>
        </p:grpSpPr>
        <p:pic>
          <p:nvPicPr>
            <p:cNvPr id="1075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914400"/>
              <a:ext cx="5010868"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7526" name="Object 175"/>
            <p:cNvGraphicFramePr>
              <a:graphicFrameLocks noChangeAspect="1"/>
            </p:cNvGraphicFramePr>
            <p:nvPr/>
          </p:nvGraphicFramePr>
          <p:xfrm>
            <a:off x="1524000" y="753352"/>
            <a:ext cx="1773236" cy="431328"/>
          </p:xfrm>
          <a:graphic>
            <a:graphicData uri="http://schemas.openxmlformats.org/presentationml/2006/ole">
              <mc:AlternateContent xmlns:mc="http://schemas.openxmlformats.org/markup-compatibility/2006">
                <mc:Choice xmlns:v="urn:schemas-microsoft-com:vml" Requires="v">
                  <p:oleObj spid="_x0000_s107528" name="Equation" r:id="rId4" imgW="939800" imgH="228600" progId="Equation.3">
                    <p:embed/>
                  </p:oleObj>
                </mc:Choice>
                <mc:Fallback>
                  <p:oleObj name="Equation" r:id="rId4" imgW="939800" imgH="228600" progId="Equation.3">
                    <p:embed/>
                    <p:pic>
                      <p:nvPicPr>
                        <p:cNvPr id="0" name="Object 1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753352"/>
                          <a:ext cx="1773236" cy="431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7" name="TextBox 7"/>
            <p:cNvSpPr txBox="1">
              <a:spLocks noChangeArrowheads="1"/>
            </p:cNvSpPr>
            <p:nvPr/>
          </p:nvSpPr>
          <p:spPr bwMode="auto">
            <a:xfrm>
              <a:off x="4963887" y="4278087"/>
              <a:ext cx="2579915" cy="681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V chuẩn (mL)</a:t>
              </a:r>
            </a:p>
          </p:txBody>
        </p:sp>
      </p:grpSp>
      <p:sp>
        <p:nvSpPr>
          <p:cNvPr id="9" name="TextBox 8"/>
          <p:cNvSpPr txBox="1">
            <a:spLocks noChangeArrowheads="1"/>
          </p:cNvSpPr>
          <p:nvPr/>
        </p:nvSpPr>
        <p:spPr bwMode="auto">
          <a:xfrm>
            <a:off x="1441450" y="-20638"/>
            <a:ext cx="7138988" cy="3076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en-US" sz="2200">
                <a:latin typeface="Arial" panose="020B0604020202020204" pitchFamily="34" charset="0"/>
                <a:cs typeface="Arial" panose="020B0604020202020204" pitchFamily="34" charset="0"/>
              </a:rPr>
              <a:t>Nếu độ linh động:  A</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&gt; C</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đường 1</a:t>
            </a:r>
          </a:p>
          <a:p>
            <a:pPr algn="just" eaLnBrk="1" hangingPunct="1">
              <a:lnSpc>
                <a:spcPct val="150000"/>
              </a:lnSpc>
            </a:pPr>
            <a:r>
              <a:rPr lang="en-US" altLang="en-US" sz="2200">
                <a:latin typeface="Arial" panose="020B0604020202020204" pitchFamily="34" charset="0"/>
                <a:cs typeface="Arial" panose="020B0604020202020204" pitchFamily="34" charset="0"/>
              </a:rPr>
              <a:t>                               A</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&lt; C</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đường 2</a:t>
            </a:r>
          </a:p>
          <a:p>
            <a:pPr algn="just" eaLnBrk="1" hangingPunct="1">
              <a:lnSpc>
                <a:spcPct val="150000"/>
              </a:lnSpc>
            </a:pPr>
            <a:r>
              <a:rPr lang="en-US" altLang="en-US" sz="2200">
                <a:latin typeface="Arial" panose="020B0604020202020204" pitchFamily="34" charset="0"/>
                <a:cs typeface="Arial" panose="020B0604020202020204" pitchFamily="34" charset="0"/>
              </a:rPr>
              <a:t>                               A</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 C</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đường 3</a:t>
            </a:r>
          </a:p>
          <a:p>
            <a:pPr algn="just" eaLnBrk="1" hangingPunct="1">
              <a:lnSpc>
                <a:spcPct val="150000"/>
              </a:lnSpc>
            </a:pPr>
            <a:r>
              <a:rPr lang="en-US" altLang="en-US" sz="2200">
                <a:latin typeface="Arial" panose="020B0604020202020204" pitchFamily="34" charset="0"/>
                <a:cs typeface="Arial" panose="020B0604020202020204" pitchFamily="34" charset="0"/>
              </a:rPr>
              <a:t>Trong cả 3 trường hợp, sau điểm tương đương độ dẫn tăng do xuất hiện ion C</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và D</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a:t>
            </a:r>
          </a:p>
          <a:p>
            <a:pPr algn="just" eaLnBrk="1" hangingPunct="1">
              <a:lnSpc>
                <a:spcPct val="150000"/>
              </a:lnSpc>
            </a:pPr>
            <a:r>
              <a:rPr lang="en-US" altLang="en-US" sz="2200">
                <a:latin typeface="Arial" panose="020B0604020202020204" pitchFamily="34" charset="0"/>
                <a:cs typeface="Arial" panose="020B0604020202020204" pitchFamily="34" charset="0"/>
              </a:rPr>
              <a:t>Đường chuẩn độ tạo thành một điểm gãy khúc.</a:t>
            </a:r>
          </a:p>
        </p:txBody>
      </p:sp>
      <p:sp>
        <p:nvSpPr>
          <p:cNvPr id="1075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369BC86-FC3F-4AB6-B870-D216742DDA2C}" type="slidenum">
              <a:rPr lang="en-US" altLang="ru-RU">
                <a:solidFill>
                  <a:srgbClr val="FFFFFF"/>
                </a:solidFill>
                <a:latin typeface="Arial" panose="020B0604020202020204" pitchFamily="34" charset="0"/>
                <a:cs typeface="Arial" panose="020B0604020202020204" pitchFamily="34" charset="0"/>
              </a:rPr>
              <a:pPr/>
              <a:t>91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6"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par>
                                <p:cTn id="20" presetID="1"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5"/>
          <p:cNvSpPr txBox="1">
            <a:spLocks noChangeArrowheads="1"/>
          </p:cNvSpPr>
          <p:nvPr/>
        </p:nvSpPr>
        <p:spPr bwMode="gray">
          <a:xfrm>
            <a:off x="539750" y="620713"/>
            <a:ext cx="8069263"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50000"/>
              </a:spcBef>
            </a:pPr>
            <a:r>
              <a:rPr lang="en-US" altLang="zh-CN" sz="2200">
                <a:latin typeface="Arial" panose="020B0604020202020204" pitchFamily="34" charset="0"/>
                <a:cs typeface="Arial" panose="020B0604020202020204" pitchFamily="34" charset="0"/>
              </a:rPr>
              <a:t>Phương pháp chuẩn độ độ dẫn thường được dùng cho các phản ứng mà trong quá trình phản ứng xảy ra làm thay đổi đáng kể độ dẫn điện của dung dịch hay có sự thay đổi đột ngột độ dẫn điện sau điểm tương đương như phản ứng acid – baz, phản ứng kết tủa, phức chất...</a:t>
            </a:r>
          </a:p>
          <a:p>
            <a:pPr algn="just" eaLnBrk="1" hangingPunct="1">
              <a:lnSpc>
                <a:spcPct val="150000"/>
              </a:lnSpc>
              <a:spcBef>
                <a:spcPct val="50000"/>
              </a:spcBef>
            </a:pPr>
            <a:r>
              <a:rPr lang="en-US" altLang="zh-CN" sz="2200">
                <a:latin typeface="Arial" panose="020B0604020202020204" pitchFamily="34" charset="0"/>
                <a:cs typeface="Arial" panose="020B0604020202020204" pitchFamily="34" charset="0"/>
              </a:rPr>
              <a:t>Phương pháp chuẩn độ độ dẫn có ưu điểm là loại trừ ảnh hưởng của tạp chất, dung dịch có màu và có thể sử dụng để xác định nồng độ các chất không điện hoạt.</a:t>
            </a:r>
          </a:p>
        </p:txBody>
      </p:sp>
      <p:sp>
        <p:nvSpPr>
          <p:cNvPr id="10854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61BAE27-752F-4EF2-9D3D-849DE07221E1}" type="slidenum">
              <a:rPr lang="en-US" altLang="ru-RU">
                <a:solidFill>
                  <a:srgbClr val="FFFFFF"/>
                </a:solidFill>
                <a:latin typeface="Arial" panose="020B0604020202020204" pitchFamily="34" charset="0"/>
                <a:cs typeface="Arial" panose="020B0604020202020204" pitchFamily="34" charset="0"/>
              </a:rPr>
              <a:pPr/>
              <a:t>92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68313" y="55563"/>
            <a:ext cx="8280400" cy="4465637"/>
          </a:xfrm>
          <a:prstGeom prst="rect">
            <a:avLst/>
          </a:prstGeom>
          <a:ln/>
        </p:spPr>
        <p:txBody>
          <a:bodyPr lIns="90000" tIns="46800" rIns="90000" bIns="46800"/>
          <a:lstStyle>
            <a:lvl1pPr>
              <a:lnSpc>
                <a:spcPct val="90000"/>
              </a:lnSpc>
              <a:spcBef>
                <a:spcPts val="1200"/>
              </a:spcBef>
              <a:spcAft>
                <a:spcPts val="200"/>
              </a:spcAft>
              <a:buClr>
                <a:schemeClr val="accent1"/>
              </a:buClr>
              <a:buSzPct val="100000"/>
              <a:buFont typeface="Calibri" panose="020F0502020204030204" pitchFamily="34" charset="0"/>
              <a:buChar char=" "/>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9pPr>
          </a:lstStyle>
          <a:p>
            <a:pPr>
              <a:lnSpc>
                <a:spcPct val="150000"/>
              </a:lnSpc>
              <a:spcBef>
                <a:spcPct val="20000"/>
              </a:spcBef>
              <a:spcAft>
                <a:spcPct val="0"/>
              </a:spcAft>
              <a:buClr>
                <a:srgbClr val="9999FF"/>
              </a:buClr>
              <a:buSzTx/>
              <a:buFontTx/>
              <a:buNone/>
            </a:pPr>
            <a:r>
              <a:rPr lang="en-US" sz="2200" b="1">
                <a:solidFill>
                  <a:srgbClr val="C00000"/>
                </a:solidFill>
                <a:latin typeface="Arial" panose="020B0604020202020204" pitchFamily="34" charset="0"/>
                <a:cs typeface="Arial" panose="020B0604020202020204" pitchFamily="34" charset="0"/>
              </a:rPr>
              <a:t>a. Chu</a:t>
            </a:r>
            <a:r>
              <a:rPr lang="vi-VN" sz="2200" b="1">
                <a:solidFill>
                  <a:srgbClr val="C00000"/>
                </a:solidFill>
                <a:latin typeface="Arial" panose="020B0604020202020204" pitchFamily="34" charset="0"/>
                <a:cs typeface="Arial" panose="020B0604020202020204" pitchFamily="34" charset="0"/>
              </a:rPr>
              <a:t>ẩ</a:t>
            </a:r>
            <a:r>
              <a:rPr lang="en-US" sz="2200" b="1">
                <a:solidFill>
                  <a:srgbClr val="C00000"/>
                </a:solidFill>
                <a:latin typeface="Arial" panose="020B0604020202020204" pitchFamily="34" charset="0"/>
                <a:cs typeface="Arial" panose="020B0604020202020204" pitchFamily="34" charset="0"/>
              </a:rPr>
              <a:t>n đ</a:t>
            </a:r>
            <a:r>
              <a:rPr lang="vi-VN" sz="2200" b="1">
                <a:solidFill>
                  <a:srgbClr val="C00000"/>
                </a:solidFill>
                <a:latin typeface="Arial" panose="020B0604020202020204" pitchFamily="34" charset="0"/>
                <a:cs typeface="Arial" panose="020B0604020202020204" pitchFamily="34" charset="0"/>
              </a:rPr>
              <a:t>ộ</a:t>
            </a:r>
            <a:r>
              <a:rPr lang="en-US" sz="2200" b="1">
                <a:solidFill>
                  <a:srgbClr val="C00000"/>
                </a:solidFill>
                <a:latin typeface="Arial" panose="020B0604020202020204" pitchFamily="34" charset="0"/>
                <a:cs typeface="Arial" panose="020B0604020202020204" pitchFamily="34" charset="0"/>
              </a:rPr>
              <a:t> acid -baz</a:t>
            </a:r>
            <a:endParaRPr lang="vi-VN" sz="2200" b="1">
              <a:solidFill>
                <a:srgbClr val="C00000"/>
              </a:solidFill>
              <a:latin typeface="Arial" panose="020B0604020202020204" pitchFamily="34" charset="0"/>
              <a:cs typeface="Arial" panose="020B0604020202020204" pitchFamily="34" charset="0"/>
            </a:endParaRPr>
          </a:p>
          <a:p>
            <a:pPr>
              <a:lnSpc>
                <a:spcPct val="150000"/>
              </a:lnSpc>
              <a:spcBef>
                <a:spcPct val="20000"/>
              </a:spcBef>
              <a:spcAft>
                <a:spcPct val="0"/>
              </a:spcAft>
              <a:buClr>
                <a:srgbClr val="9999FF"/>
              </a:buClr>
              <a:buSzTx/>
              <a:buFont typeface="Wingdings" panose="05000000000000000000" pitchFamily="2" charset="2"/>
              <a:buNone/>
            </a:pPr>
            <a:r>
              <a:rPr lang="vi-VN" sz="2200">
                <a:solidFill>
                  <a:schemeClr val="tx1"/>
                </a:solidFill>
                <a:latin typeface="Arial" panose="020B0604020202020204" pitchFamily="34" charset="0"/>
                <a:cs typeface="Arial" panose="020B0604020202020204" pitchFamily="34" charset="0"/>
              </a:rPr>
              <a:t>   </a:t>
            </a:r>
            <a:r>
              <a:rPr lang="en-US" sz="2200" i="1">
                <a:solidFill>
                  <a:schemeClr val="tx1"/>
                </a:solidFill>
                <a:latin typeface="Arial" panose="020B0604020202020204" pitchFamily="34" charset="0"/>
                <a:cs typeface="Arial" panose="020B0604020202020204" pitchFamily="34" charset="0"/>
              </a:rPr>
              <a:t>    Xét chu</a:t>
            </a:r>
            <a:r>
              <a:rPr lang="vi-VN" sz="2200" i="1">
                <a:solidFill>
                  <a:schemeClr val="tx1"/>
                </a:solidFill>
                <a:latin typeface="Arial" panose="020B0604020202020204" pitchFamily="34" charset="0"/>
                <a:cs typeface="Arial" panose="020B0604020202020204" pitchFamily="34" charset="0"/>
              </a:rPr>
              <a:t>ẩ</a:t>
            </a:r>
            <a:r>
              <a:rPr lang="en-US" sz="2200" i="1">
                <a:solidFill>
                  <a:schemeClr val="tx1"/>
                </a:solidFill>
                <a:latin typeface="Arial" panose="020B0604020202020204" pitchFamily="34" charset="0"/>
                <a:cs typeface="Arial" panose="020B0604020202020204" pitchFamily="34" charset="0"/>
              </a:rPr>
              <a:t>n đ</a:t>
            </a:r>
            <a:r>
              <a:rPr lang="vi-VN" sz="2200" i="1">
                <a:solidFill>
                  <a:schemeClr val="tx1"/>
                </a:solidFill>
                <a:latin typeface="Arial" panose="020B0604020202020204" pitchFamily="34" charset="0"/>
                <a:cs typeface="Arial" panose="020B0604020202020204" pitchFamily="34" charset="0"/>
              </a:rPr>
              <a:t>ộ</a:t>
            </a:r>
            <a:r>
              <a:rPr lang="en-US" sz="2200" i="1">
                <a:solidFill>
                  <a:schemeClr val="tx1"/>
                </a:solidFill>
                <a:latin typeface="Arial" panose="020B0604020202020204" pitchFamily="34" charset="0"/>
                <a:cs typeface="Arial" panose="020B0604020202020204" pitchFamily="34" charset="0"/>
              </a:rPr>
              <a:t> dung d</a:t>
            </a:r>
            <a:r>
              <a:rPr lang="vi-VN" sz="2200" i="1">
                <a:solidFill>
                  <a:schemeClr val="tx1"/>
                </a:solidFill>
                <a:latin typeface="Arial" panose="020B0604020202020204" pitchFamily="34" charset="0"/>
                <a:cs typeface="Arial" panose="020B0604020202020204" pitchFamily="34" charset="0"/>
              </a:rPr>
              <a:t>ị</a:t>
            </a:r>
            <a:r>
              <a:rPr lang="en-US" sz="2200" i="1">
                <a:solidFill>
                  <a:schemeClr val="tx1"/>
                </a:solidFill>
                <a:latin typeface="Arial" panose="020B0604020202020204" pitchFamily="34" charset="0"/>
                <a:cs typeface="Arial" panose="020B0604020202020204" pitchFamily="34" charset="0"/>
              </a:rPr>
              <a:t>ch HCl b</a:t>
            </a:r>
            <a:r>
              <a:rPr lang="vi-VN" sz="2200" i="1">
                <a:solidFill>
                  <a:schemeClr val="tx1"/>
                </a:solidFill>
                <a:latin typeface="Arial" panose="020B0604020202020204" pitchFamily="34" charset="0"/>
                <a:cs typeface="Arial" panose="020B0604020202020204" pitchFamily="34" charset="0"/>
              </a:rPr>
              <a:t>ằ</a:t>
            </a:r>
            <a:r>
              <a:rPr lang="en-US" sz="2200" i="1">
                <a:solidFill>
                  <a:schemeClr val="tx1"/>
                </a:solidFill>
                <a:latin typeface="Arial" panose="020B0604020202020204" pitchFamily="34" charset="0"/>
                <a:cs typeface="Arial" panose="020B0604020202020204" pitchFamily="34" charset="0"/>
              </a:rPr>
              <a:t>ng NaOH</a:t>
            </a:r>
          </a:p>
          <a:p>
            <a:pPr>
              <a:lnSpc>
                <a:spcPct val="150000"/>
              </a:lnSpc>
              <a:spcBef>
                <a:spcPct val="20000"/>
              </a:spcBef>
              <a:spcAft>
                <a:spcPct val="0"/>
              </a:spcAft>
              <a:buClrTx/>
              <a:buSzTx/>
              <a:buFontTx/>
              <a:buChar char=" "/>
            </a:pPr>
            <a:r>
              <a:rPr lang="en-US" sz="2200">
                <a:solidFill>
                  <a:schemeClr val="tx1"/>
                </a:solidFill>
                <a:latin typeface="Arial" panose="020B0604020202020204" pitchFamily="34" charset="0"/>
                <a:cs typeface="Arial" panose="020B0604020202020204" pitchFamily="34" charset="0"/>
              </a:rPr>
              <a:t>H</a:t>
            </a:r>
            <a:r>
              <a:rPr lang="en-US" sz="2200" baseline="300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 Cl</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(Na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OH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rPr>
              <a:t> Na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Cl</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H</a:t>
            </a:r>
            <a:r>
              <a:rPr lang="vi-VN"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O</a:t>
            </a:r>
          </a:p>
          <a:p>
            <a:pPr algn="just">
              <a:lnSpc>
                <a:spcPct val="150000"/>
              </a:lnSpc>
              <a:spcBef>
                <a:spcPct val="20000"/>
              </a:spcBef>
              <a:spcAft>
                <a:spcPct val="0"/>
              </a:spcAft>
              <a:buClrTx/>
              <a:buSzTx/>
              <a:buFontTx/>
              <a:buChar char=" "/>
            </a:pPr>
            <a:r>
              <a:rPr lang="en-US" sz="2200">
                <a:solidFill>
                  <a:schemeClr val="tx1"/>
                </a:solidFill>
                <a:latin typeface="Arial" panose="020B0604020202020204" pitchFamily="34" charset="0"/>
                <a:cs typeface="Arial" panose="020B0604020202020204" pitchFamily="34" charset="0"/>
              </a:rPr>
              <a:t>Ta có 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a:t>
            </a:r>
            <a:r>
              <a:rPr lang="el-GR" sz="2200">
                <a:solidFill>
                  <a:schemeClr val="tx1"/>
                </a:solidFill>
                <a:latin typeface="Arial" panose="020B0604020202020204" pitchFamily="34" charset="0"/>
                <a:cs typeface="Arial" panose="020B0604020202020204" pitchFamily="34" charset="0"/>
              </a:rPr>
              <a:t>λ</a:t>
            </a:r>
            <a:r>
              <a:rPr lang="en-US" sz="2200">
                <a:solidFill>
                  <a:schemeClr val="tx1"/>
                </a:solidFill>
                <a:latin typeface="Arial" panose="020B0604020202020204" pitchFamily="34" charset="0"/>
                <a:cs typeface="Arial" panose="020B0604020202020204" pitchFamily="34" charset="0"/>
              </a:rPr>
              <a:t>=349,8) thay b</a:t>
            </a:r>
            <a:r>
              <a:rPr lang="vi-VN" sz="2200">
                <a:solidFill>
                  <a:schemeClr val="tx1"/>
                </a:solidFill>
                <a:latin typeface="Arial" panose="020B0604020202020204" pitchFamily="34" charset="0"/>
                <a:cs typeface="Arial" panose="020B0604020202020204" pitchFamily="34" charset="0"/>
              </a:rPr>
              <a:t>ằ</a:t>
            </a:r>
            <a:r>
              <a:rPr lang="en-US" sz="2200">
                <a:solidFill>
                  <a:schemeClr val="tx1"/>
                </a:solidFill>
                <a:latin typeface="Arial" panose="020B0604020202020204" pitchFamily="34" charset="0"/>
                <a:cs typeface="Arial" panose="020B0604020202020204" pitchFamily="34" charset="0"/>
              </a:rPr>
              <a:t>ng Na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a:t>
            </a:r>
            <a:r>
              <a:rPr lang="el-GR" sz="2200">
                <a:solidFill>
                  <a:schemeClr val="tx1"/>
                </a:solidFill>
                <a:latin typeface="Arial" panose="020B0604020202020204" pitchFamily="34" charset="0"/>
                <a:cs typeface="Arial" panose="020B0604020202020204" pitchFamily="34" charset="0"/>
              </a:rPr>
              <a:t>λ</a:t>
            </a:r>
            <a:r>
              <a:rPr lang="en-US" sz="2200">
                <a:solidFill>
                  <a:schemeClr val="tx1"/>
                </a:solidFill>
                <a:latin typeface="Arial" panose="020B0604020202020204" pitchFamily="34" charset="0"/>
                <a:cs typeface="Arial" panose="020B0604020202020204" pitchFamily="34" charset="0"/>
              </a:rPr>
              <a:t>=50,1) đ</a:t>
            </a:r>
            <a:r>
              <a:rPr lang="vi-VN" sz="2200">
                <a:solidFill>
                  <a:schemeClr val="tx1"/>
                </a:solidFill>
                <a:latin typeface="Arial" panose="020B0604020202020204" pitchFamily="34" charset="0"/>
                <a:cs typeface="Arial" panose="020B0604020202020204" pitchFamily="34" charset="0"/>
              </a:rPr>
              <a:t>ộ</a:t>
            </a:r>
            <a:r>
              <a:rPr lang="en-US" sz="2200">
                <a:solidFill>
                  <a:schemeClr val="tx1"/>
                </a:solidFill>
                <a:latin typeface="Arial" panose="020B0604020202020204" pitchFamily="34" charset="0"/>
                <a:cs typeface="Arial" panose="020B0604020202020204" pitchFamily="34" charset="0"/>
              </a:rPr>
              <a:t> d</a:t>
            </a:r>
            <a:r>
              <a:rPr lang="vi-VN" sz="2200">
                <a:solidFill>
                  <a:schemeClr val="tx1"/>
                </a:solidFill>
                <a:latin typeface="Arial" panose="020B0604020202020204" pitchFamily="34" charset="0"/>
                <a:cs typeface="Arial" panose="020B0604020202020204" pitchFamily="34" charset="0"/>
              </a:rPr>
              <a:t>ẫ</a:t>
            </a:r>
            <a:r>
              <a:rPr lang="en-US" sz="2200">
                <a:solidFill>
                  <a:schemeClr val="tx1"/>
                </a:solidFill>
                <a:latin typeface="Arial" panose="020B0604020202020204" pitchFamily="34" charset="0"/>
                <a:cs typeface="Arial" panose="020B0604020202020204" pitchFamily="34" charset="0"/>
              </a:rPr>
              <a:t>n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n c</a:t>
            </a:r>
            <a:r>
              <a:rPr lang="vi-VN" sz="2200">
                <a:solidFill>
                  <a:schemeClr val="tx1"/>
                </a:solidFill>
                <a:latin typeface="Arial" panose="020B0604020202020204" pitchFamily="34" charset="0"/>
                <a:cs typeface="Arial" panose="020B0604020202020204" pitchFamily="34" charset="0"/>
              </a:rPr>
              <a:t>ủ</a:t>
            </a:r>
            <a:r>
              <a:rPr lang="en-US" sz="2200">
                <a:solidFill>
                  <a:schemeClr val="tx1"/>
                </a:solidFill>
                <a:latin typeface="Arial" panose="020B0604020202020204" pitchFamily="34" charset="0"/>
                <a:cs typeface="Arial" panose="020B0604020202020204" pitchFamily="34" charset="0"/>
              </a:rPr>
              <a:t>a dung d</a:t>
            </a:r>
            <a:r>
              <a:rPr lang="vi-VN" sz="2200">
                <a:solidFill>
                  <a:schemeClr val="tx1"/>
                </a:solidFill>
                <a:latin typeface="Arial" panose="020B0604020202020204" pitchFamily="34" charset="0"/>
                <a:cs typeface="Arial" panose="020B0604020202020204" pitchFamily="34" charset="0"/>
              </a:rPr>
              <a:t>ị</a:t>
            </a:r>
            <a:r>
              <a:rPr lang="en-US" sz="2200">
                <a:solidFill>
                  <a:schemeClr val="tx1"/>
                </a:solidFill>
                <a:latin typeface="Arial" panose="020B0604020202020204" pitchFamily="34" charset="0"/>
                <a:cs typeface="Arial" panose="020B0604020202020204" pitchFamily="34" charset="0"/>
              </a:rPr>
              <a:t>ch gi</a:t>
            </a:r>
            <a:r>
              <a:rPr lang="vi-VN" sz="2200">
                <a:solidFill>
                  <a:schemeClr val="tx1"/>
                </a:solidFill>
                <a:latin typeface="Arial" panose="020B0604020202020204" pitchFamily="34" charset="0"/>
                <a:cs typeface="Arial" panose="020B0604020202020204" pitchFamily="34" charset="0"/>
              </a:rPr>
              <a:t>ả</a:t>
            </a:r>
            <a:r>
              <a:rPr lang="en-US" sz="2200">
                <a:solidFill>
                  <a:schemeClr val="tx1"/>
                </a:solidFill>
                <a:latin typeface="Arial" panose="020B0604020202020204" pitchFamily="34" charset="0"/>
                <a:cs typeface="Arial" panose="020B0604020202020204" pitchFamily="34" charset="0"/>
              </a:rPr>
              <a:t>m. Sau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tương đương, NaOH dư,OH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a:t>
            </a:r>
            <a:r>
              <a:rPr lang="el-GR" sz="2200">
                <a:solidFill>
                  <a:schemeClr val="tx1"/>
                </a:solidFill>
                <a:latin typeface="Arial" panose="020B0604020202020204" pitchFamily="34" charset="0"/>
                <a:cs typeface="Arial" panose="020B0604020202020204" pitchFamily="34" charset="0"/>
              </a:rPr>
              <a:t>λ</a:t>
            </a:r>
            <a:r>
              <a:rPr lang="en-US" sz="2200">
                <a:solidFill>
                  <a:schemeClr val="tx1"/>
                </a:solidFill>
                <a:latin typeface="Arial" panose="020B0604020202020204" pitchFamily="34" charset="0"/>
                <a:cs typeface="Arial" panose="020B0604020202020204" pitchFamily="34" charset="0"/>
              </a:rPr>
              <a:t>=198,6)_đ</a:t>
            </a:r>
            <a:r>
              <a:rPr lang="vi-VN" sz="2200">
                <a:solidFill>
                  <a:schemeClr val="tx1"/>
                </a:solidFill>
                <a:latin typeface="Arial" panose="020B0604020202020204" pitchFamily="34" charset="0"/>
                <a:cs typeface="Arial" panose="020B0604020202020204" pitchFamily="34" charset="0"/>
              </a:rPr>
              <a:t>ộ</a:t>
            </a:r>
            <a:r>
              <a:rPr lang="en-US" sz="2200">
                <a:solidFill>
                  <a:schemeClr val="tx1"/>
                </a:solidFill>
                <a:latin typeface="Arial" panose="020B0604020202020204" pitchFamily="34" charset="0"/>
                <a:cs typeface="Arial" panose="020B0604020202020204" pitchFamily="34" charset="0"/>
              </a:rPr>
              <a:t> d</a:t>
            </a:r>
            <a:r>
              <a:rPr lang="vi-VN" sz="2200">
                <a:solidFill>
                  <a:schemeClr val="tx1"/>
                </a:solidFill>
                <a:latin typeface="Arial" panose="020B0604020202020204" pitchFamily="34" charset="0"/>
                <a:cs typeface="Arial" panose="020B0604020202020204" pitchFamily="34" charset="0"/>
              </a:rPr>
              <a:t>ẫ</a:t>
            </a:r>
            <a:r>
              <a:rPr lang="en-US" sz="2200">
                <a:solidFill>
                  <a:schemeClr val="tx1"/>
                </a:solidFill>
                <a:latin typeface="Arial" panose="020B0604020202020204" pitchFamily="34" charset="0"/>
                <a:cs typeface="Arial" panose="020B0604020202020204" pitchFamily="34" charset="0"/>
              </a:rPr>
              <a:t>n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n tăng. Giao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c</a:t>
            </a:r>
            <a:r>
              <a:rPr lang="vi-VN" sz="2200">
                <a:solidFill>
                  <a:schemeClr val="tx1"/>
                </a:solidFill>
                <a:latin typeface="Arial" panose="020B0604020202020204" pitchFamily="34" charset="0"/>
                <a:cs typeface="Arial" panose="020B0604020202020204" pitchFamily="34" charset="0"/>
              </a:rPr>
              <a:t>ủ</a:t>
            </a:r>
            <a:r>
              <a:rPr lang="en-US" sz="2200">
                <a:solidFill>
                  <a:schemeClr val="tx1"/>
                </a:solidFill>
                <a:latin typeface="Arial" panose="020B0604020202020204" pitchFamily="34" charset="0"/>
                <a:cs typeface="Arial" panose="020B0604020202020204" pitchFamily="34" charset="0"/>
              </a:rPr>
              <a:t>a hai đư</a:t>
            </a:r>
            <a:r>
              <a:rPr lang="vi-VN" sz="2200">
                <a:solidFill>
                  <a:schemeClr val="tx1"/>
                </a:solidFill>
                <a:latin typeface="Arial" panose="020B0604020202020204" pitchFamily="34" charset="0"/>
                <a:cs typeface="Arial" panose="020B0604020202020204" pitchFamily="34" charset="0"/>
              </a:rPr>
              <a:t>ờ</a:t>
            </a:r>
            <a:r>
              <a:rPr lang="en-US" sz="2200">
                <a:solidFill>
                  <a:schemeClr val="tx1"/>
                </a:solidFill>
                <a:latin typeface="Arial" panose="020B0604020202020204" pitchFamily="34" charset="0"/>
                <a:cs typeface="Arial" panose="020B0604020202020204" pitchFamily="34" charset="0"/>
              </a:rPr>
              <a:t>ng th</a:t>
            </a:r>
            <a:r>
              <a:rPr lang="vi-VN" sz="2200">
                <a:solidFill>
                  <a:schemeClr val="tx1"/>
                </a:solidFill>
                <a:latin typeface="Arial" panose="020B0604020202020204" pitchFamily="34" charset="0"/>
                <a:cs typeface="Arial" panose="020B0604020202020204" pitchFamily="34" charset="0"/>
              </a:rPr>
              <a:t>ẳ</a:t>
            </a:r>
            <a:r>
              <a:rPr lang="en-US" sz="2200">
                <a:solidFill>
                  <a:schemeClr val="tx1"/>
                </a:solidFill>
                <a:latin typeface="Arial" panose="020B0604020202020204" pitchFamily="34" charset="0"/>
                <a:cs typeface="Arial" panose="020B0604020202020204" pitchFamily="34" charset="0"/>
              </a:rPr>
              <a:t>ng là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tương đương.</a:t>
            </a:r>
          </a:p>
        </p:txBody>
      </p:sp>
      <p:grpSp>
        <p:nvGrpSpPr>
          <p:cNvPr id="4" name="Group 7"/>
          <p:cNvGrpSpPr>
            <a:grpSpLocks/>
          </p:cNvGrpSpPr>
          <p:nvPr/>
        </p:nvGrpSpPr>
        <p:grpSpPr bwMode="auto">
          <a:xfrm>
            <a:off x="3228975" y="4149725"/>
            <a:ext cx="4687888" cy="1982788"/>
            <a:chOff x="864" y="1054"/>
            <a:chExt cx="3791" cy="1945"/>
          </a:xfrm>
        </p:grpSpPr>
        <p:sp>
          <p:nvSpPr>
            <p:cNvPr id="109573" name="Line 8"/>
            <p:cNvSpPr>
              <a:spLocks noChangeShapeType="1"/>
            </p:cNvSpPr>
            <p:nvPr/>
          </p:nvSpPr>
          <p:spPr bwMode="auto">
            <a:xfrm>
              <a:off x="1198" y="2635"/>
              <a:ext cx="3346" cy="1"/>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9574" name="Line 9"/>
            <p:cNvSpPr>
              <a:spLocks noChangeShapeType="1"/>
            </p:cNvSpPr>
            <p:nvPr/>
          </p:nvSpPr>
          <p:spPr bwMode="auto">
            <a:xfrm flipV="1">
              <a:off x="1198" y="1053"/>
              <a:ext cx="1" cy="1583"/>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9575" name="Line 10"/>
            <p:cNvSpPr>
              <a:spLocks noChangeShapeType="1"/>
            </p:cNvSpPr>
            <p:nvPr/>
          </p:nvSpPr>
          <p:spPr bwMode="auto">
            <a:xfrm>
              <a:off x="1366" y="1319"/>
              <a:ext cx="1003" cy="789"/>
            </a:xfrm>
            <a:prstGeom prst="line">
              <a:avLst/>
            </a:prstGeom>
            <a:noFill/>
            <a:ln w="572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9576" name="Line 11"/>
            <p:cNvSpPr>
              <a:spLocks noChangeShapeType="1"/>
            </p:cNvSpPr>
            <p:nvPr/>
          </p:nvSpPr>
          <p:spPr bwMode="auto">
            <a:xfrm flipV="1">
              <a:off x="2370" y="1711"/>
              <a:ext cx="1673" cy="399"/>
            </a:xfrm>
            <a:prstGeom prst="line">
              <a:avLst/>
            </a:prstGeom>
            <a:noFill/>
            <a:ln w="572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9577" name="Line 12"/>
            <p:cNvSpPr>
              <a:spLocks noChangeShapeType="1"/>
            </p:cNvSpPr>
            <p:nvPr/>
          </p:nvSpPr>
          <p:spPr bwMode="auto">
            <a:xfrm>
              <a:off x="2370" y="2108"/>
              <a:ext cx="1" cy="526"/>
            </a:xfrm>
            <a:prstGeom prst="line">
              <a:avLst/>
            </a:prstGeom>
            <a:noFill/>
            <a:ln w="3816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09578" name="Object 514"/>
            <p:cNvGraphicFramePr>
              <a:graphicFrameLocks noChangeAspect="1"/>
            </p:cNvGraphicFramePr>
            <p:nvPr/>
          </p:nvGraphicFramePr>
          <p:xfrm>
            <a:off x="864" y="1056"/>
            <a:ext cx="223" cy="190"/>
          </p:xfrm>
          <a:graphic>
            <a:graphicData uri="http://schemas.openxmlformats.org/presentationml/2006/ole">
              <mc:AlternateContent xmlns:mc="http://schemas.openxmlformats.org/markup-compatibility/2006">
                <mc:Choice xmlns:v="urn:schemas-microsoft-com:vml" Requires="v">
                  <p:oleObj spid="_x0000_s109581" r:id="rId3" imgW="172800" imgH="187200" progId="Equation.3">
                    <p:embed/>
                  </p:oleObj>
                </mc:Choice>
                <mc:Fallback>
                  <p:oleObj r:id="rId3" imgW="172800" imgH="187200" progId="Equation.3">
                    <p:embed/>
                    <p:pic>
                      <p:nvPicPr>
                        <p:cNvPr id="0" name="Object 5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056"/>
                          <a:ext cx="223" cy="190"/>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79" name="Object 515"/>
            <p:cNvGraphicFramePr>
              <a:graphicFrameLocks noChangeAspect="1"/>
            </p:cNvGraphicFramePr>
            <p:nvPr/>
          </p:nvGraphicFramePr>
          <p:xfrm>
            <a:off x="4043" y="2766"/>
            <a:ext cx="613" cy="234"/>
          </p:xfrm>
          <a:graphic>
            <a:graphicData uri="http://schemas.openxmlformats.org/presentationml/2006/ole">
              <mc:AlternateContent xmlns:mc="http://schemas.openxmlformats.org/markup-compatibility/2006">
                <mc:Choice xmlns:v="urn:schemas-microsoft-com:vml" Requires="v">
                  <p:oleObj spid="_x0000_s109582" r:id="rId5" imgW="463565" imgH="224759" progId="Equation.3">
                    <p:embed/>
                  </p:oleObj>
                </mc:Choice>
                <mc:Fallback>
                  <p:oleObj r:id="rId5" imgW="463565" imgH="224759" progId="Equation.3">
                    <p:embed/>
                    <p:pic>
                      <p:nvPicPr>
                        <p:cNvPr id="0" name="Object 5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3" y="2766"/>
                          <a:ext cx="613" cy="234"/>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0" name="Object 516"/>
            <p:cNvGraphicFramePr>
              <a:graphicFrameLocks noChangeAspect="1"/>
            </p:cNvGraphicFramePr>
            <p:nvPr/>
          </p:nvGraphicFramePr>
          <p:xfrm>
            <a:off x="2202" y="2635"/>
            <a:ext cx="297" cy="263"/>
          </p:xfrm>
          <a:graphic>
            <a:graphicData uri="http://schemas.openxmlformats.org/presentationml/2006/ole">
              <mc:AlternateContent xmlns:mc="http://schemas.openxmlformats.org/markup-compatibility/2006">
                <mc:Choice xmlns:v="urn:schemas-microsoft-com:vml" Requires="v">
                  <p:oleObj spid="_x0000_s109583" r:id="rId7" imgW="237290" imgH="266951" progId="Equation.3">
                    <p:embed/>
                  </p:oleObj>
                </mc:Choice>
                <mc:Fallback>
                  <p:oleObj r:id="rId7" imgW="237290" imgH="266951" progId="Equation.3">
                    <p:embed/>
                    <p:pic>
                      <p:nvPicPr>
                        <p:cNvPr id="0" name="Object 5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2" y="2635"/>
                          <a:ext cx="297" cy="263"/>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957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46EF400-FE04-4F32-B59D-9DF90F115A32}" type="slidenum">
              <a:rPr lang="en-US" altLang="ru-RU">
                <a:solidFill>
                  <a:srgbClr val="FFFFFF"/>
                </a:solidFill>
                <a:latin typeface="Arial" panose="020B0604020202020204" pitchFamily="34" charset="0"/>
                <a:cs typeface="Arial" panose="020B0604020202020204" pitchFamily="34" charset="0"/>
              </a:rPr>
              <a:pPr/>
              <a:t>93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75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079500" y="246063"/>
            <a:ext cx="7380288" cy="4465637"/>
          </a:xfrm>
          <a:prstGeom prst="rect">
            <a:avLst/>
          </a:prstGeom>
          <a:ln/>
        </p:spPr>
        <p:txBody>
          <a:bodyPr lIns="90000" tIns="46800" rIns="90000" bIns="46800"/>
          <a:lstStyle>
            <a:lvl1pPr>
              <a:lnSpc>
                <a:spcPct val="90000"/>
              </a:lnSpc>
              <a:spcBef>
                <a:spcPts val="1200"/>
              </a:spcBef>
              <a:spcAft>
                <a:spcPts val="200"/>
              </a:spcAft>
              <a:buClr>
                <a:schemeClr val="accent1"/>
              </a:buClr>
              <a:buSzPct val="100000"/>
              <a:buFont typeface="Calibri" panose="020F0502020204030204" pitchFamily="34" charset="0"/>
              <a:buChar char=" "/>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9pPr>
          </a:lstStyle>
          <a:p>
            <a:pPr>
              <a:spcBef>
                <a:spcPct val="20000"/>
              </a:spcBef>
              <a:spcAft>
                <a:spcPct val="0"/>
              </a:spcAft>
              <a:buClr>
                <a:srgbClr val="9999FF"/>
              </a:buClr>
              <a:buSzTx/>
              <a:buFontTx/>
              <a:buNone/>
            </a:pPr>
            <a:r>
              <a:rPr lang="en-US" sz="2200" i="1">
                <a:solidFill>
                  <a:schemeClr val="tx1"/>
                </a:solidFill>
                <a:latin typeface="Arial" panose="020B0604020202020204" pitchFamily="34" charset="0"/>
                <a:cs typeface="Arial" panose="020B0604020202020204" pitchFamily="34" charset="0"/>
              </a:rPr>
              <a:t>Xét chu</a:t>
            </a:r>
            <a:r>
              <a:rPr lang="vi-VN" sz="2200" i="1">
                <a:solidFill>
                  <a:schemeClr val="tx1"/>
                </a:solidFill>
                <a:latin typeface="Arial" panose="020B0604020202020204" pitchFamily="34" charset="0"/>
                <a:cs typeface="Arial" panose="020B0604020202020204" pitchFamily="34" charset="0"/>
              </a:rPr>
              <a:t>ẩ</a:t>
            </a:r>
            <a:r>
              <a:rPr lang="en-US" sz="2200" i="1">
                <a:solidFill>
                  <a:schemeClr val="tx1"/>
                </a:solidFill>
                <a:latin typeface="Arial" panose="020B0604020202020204" pitchFamily="34" charset="0"/>
                <a:cs typeface="Arial" panose="020B0604020202020204" pitchFamily="34" charset="0"/>
              </a:rPr>
              <a:t>n đ</a:t>
            </a:r>
            <a:r>
              <a:rPr lang="vi-VN" sz="2200" i="1">
                <a:solidFill>
                  <a:schemeClr val="tx1"/>
                </a:solidFill>
                <a:latin typeface="Arial" panose="020B0604020202020204" pitchFamily="34" charset="0"/>
                <a:cs typeface="Arial" panose="020B0604020202020204" pitchFamily="34" charset="0"/>
              </a:rPr>
              <a:t>ộ</a:t>
            </a:r>
            <a:r>
              <a:rPr lang="en-US" sz="2200" i="1">
                <a:solidFill>
                  <a:schemeClr val="tx1"/>
                </a:solidFill>
                <a:latin typeface="Arial" panose="020B0604020202020204" pitchFamily="34" charset="0"/>
                <a:cs typeface="Arial" panose="020B0604020202020204" pitchFamily="34" charset="0"/>
              </a:rPr>
              <a:t> dung d</a:t>
            </a:r>
            <a:r>
              <a:rPr lang="vi-VN" sz="2200" i="1">
                <a:solidFill>
                  <a:schemeClr val="tx1"/>
                </a:solidFill>
                <a:latin typeface="Arial" panose="020B0604020202020204" pitchFamily="34" charset="0"/>
                <a:cs typeface="Arial" panose="020B0604020202020204" pitchFamily="34" charset="0"/>
              </a:rPr>
              <a:t>ị</a:t>
            </a:r>
            <a:r>
              <a:rPr lang="en-US" sz="2200" i="1">
                <a:solidFill>
                  <a:schemeClr val="tx1"/>
                </a:solidFill>
                <a:latin typeface="Arial" panose="020B0604020202020204" pitchFamily="34" charset="0"/>
                <a:cs typeface="Arial" panose="020B0604020202020204" pitchFamily="34" charset="0"/>
              </a:rPr>
              <a:t>ch HCl b</a:t>
            </a:r>
            <a:r>
              <a:rPr lang="vi-VN" sz="2200" i="1">
                <a:solidFill>
                  <a:schemeClr val="tx1"/>
                </a:solidFill>
                <a:latin typeface="Arial" panose="020B0604020202020204" pitchFamily="34" charset="0"/>
                <a:cs typeface="Arial" panose="020B0604020202020204" pitchFamily="34" charset="0"/>
              </a:rPr>
              <a:t>ằ</a:t>
            </a:r>
            <a:r>
              <a:rPr lang="en-US" sz="2200" i="1">
                <a:solidFill>
                  <a:schemeClr val="tx1"/>
                </a:solidFill>
                <a:latin typeface="Arial" panose="020B0604020202020204" pitchFamily="34" charset="0"/>
                <a:cs typeface="Arial" panose="020B0604020202020204" pitchFamily="34" charset="0"/>
              </a:rPr>
              <a:t>ng NaOH</a:t>
            </a:r>
            <a:r>
              <a:rPr lang="vi-VN" sz="2200">
                <a:solidFill>
                  <a:schemeClr val="tx1"/>
                </a:solidFill>
                <a:latin typeface="Arial" panose="020B0604020202020204" pitchFamily="34" charset="0"/>
                <a:cs typeface="Arial" panose="020B0604020202020204" pitchFamily="34" charset="0"/>
              </a:rPr>
              <a:t>   </a:t>
            </a:r>
            <a:endParaRPr lang="en-US" sz="2200">
              <a:solidFill>
                <a:schemeClr val="tx1"/>
              </a:solidFill>
              <a:latin typeface="Arial" panose="020B0604020202020204" pitchFamily="34" charset="0"/>
              <a:cs typeface="Arial" panose="020B0604020202020204" pitchFamily="34" charset="0"/>
            </a:endParaRPr>
          </a:p>
          <a:p>
            <a:pPr>
              <a:spcBef>
                <a:spcPct val="20000"/>
              </a:spcBef>
              <a:spcAft>
                <a:spcPct val="0"/>
              </a:spcAft>
              <a:buClr>
                <a:srgbClr val="9999FF"/>
              </a:buClr>
              <a:buSzTx/>
              <a:buFont typeface="Wingdings" panose="05000000000000000000" pitchFamily="2" charset="2"/>
              <a:buNone/>
            </a:pPr>
            <a:r>
              <a:rPr lang="en-US" sz="2200" i="1">
                <a:solidFill>
                  <a:schemeClr val="tx1"/>
                </a:solidFill>
                <a:latin typeface="Arial" panose="020B0604020202020204" pitchFamily="34" charset="0"/>
                <a:cs typeface="Arial" panose="020B0604020202020204" pitchFamily="34" charset="0"/>
              </a:rPr>
              <a:t>    </a:t>
            </a:r>
            <a:endParaRPr lang="en-US" sz="2200">
              <a:solidFill>
                <a:schemeClr val="tx1"/>
              </a:solidFill>
              <a:latin typeface="Arial" panose="020B0604020202020204" pitchFamily="34" charset="0"/>
              <a:cs typeface="Arial" panose="020B0604020202020204" pitchFamily="34" charset="0"/>
            </a:endParaRPr>
          </a:p>
        </p:txBody>
      </p:sp>
      <p:graphicFrame>
        <p:nvGraphicFramePr>
          <p:cNvPr id="110595" name="Object 682"/>
          <p:cNvGraphicFramePr>
            <a:graphicFrameLocks noGrp="1" noChangeAspect="1"/>
          </p:cNvGraphicFramePr>
          <p:nvPr/>
        </p:nvGraphicFramePr>
        <p:xfrm>
          <a:off x="1628775" y="908050"/>
          <a:ext cx="2530475" cy="712788"/>
        </p:xfrm>
        <a:graphic>
          <a:graphicData uri="http://schemas.openxmlformats.org/presentationml/2006/ole">
            <mc:AlternateContent xmlns:mc="http://schemas.openxmlformats.org/markup-compatibility/2006">
              <mc:Choice xmlns:v="urn:schemas-microsoft-com:vml" Requires="v">
                <p:oleObj spid="_x0000_s110606" name="Equation" r:id="rId3" imgW="901309" imgH="253890" progId="">
                  <p:embed/>
                </p:oleObj>
              </mc:Choice>
              <mc:Fallback>
                <p:oleObj name="Equation" r:id="rId3" imgW="901309" imgH="253890" progId="">
                  <p:embed/>
                  <p:pic>
                    <p:nvPicPr>
                      <p:cNvPr id="0" name="Object 68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8775" y="908050"/>
                        <a:ext cx="25304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6" name="Object 683"/>
          <p:cNvGraphicFramePr>
            <a:graphicFrameLocks noGrp="1" noChangeAspect="1"/>
          </p:cNvGraphicFramePr>
          <p:nvPr/>
        </p:nvGraphicFramePr>
        <p:xfrm>
          <a:off x="1625600" y="1774825"/>
          <a:ext cx="3692525" cy="703263"/>
        </p:xfrm>
        <a:graphic>
          <a:graphicData uri="http://schemas.openxmlformats.org/presentationml/2006/ole">
            <mc:AlternateContent xmlns:mc="http://schemas.openxmlformats.org/markup-compatibility/2006">
              <mc:Choice xmlns:v="urn:schemas-microsoft-com:vml" Requires="v">
                <p:oleObj spid="_x0000_s110607" name="Equation" r:id="rId5" imgW="1333500" imgH="254000" progId="">
                  <p:embed/>
                </p:oleObj>
              </mc:Choice>
              <mc:Fallback>
                <p:oleObj name="Equation" r:id="rId5" imgW="1333500" imgH="254000" progId="">
                  <p:embed/>
                  <p:pic>
                    <p:nvPicPr>
                      <p:cNvPr id="0" name="Object 68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5600" y="1774825"/>
                        <a:ext cx="3692525"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7" name="Object 684"/>
          <p:cNvGraphicFramePr>
            <a:graphicFrameLocks noGrp="1" noChangeAspect="1"/>
          </p:cNvGraphicFramePr>
          <p:nvPr/>
        </p:nvGraphicFramePr>
        <p:xfrm>
          <a:off x="1612900" y="2355850"/>
          <a:ext cx="2819400" cy="762000"/>
        </p:xfrm>
        <a:graphic>
          <a:graphicData uri="http://schemas.openxmlformats.org/presentationml/2006/ole">
            <mc:AlternateContent xmlns:mc="http://schemas.openxmlformats.org/markup-compatibility/2006">
              <mc:Choice xmlns:v="urn:schemas-microsoft-com:vml" Requires="v">
                <p:oleObj spid="_x0000_s110608" name="Equation" r:id="rId7" imgW="939392" imgH="253890" progId="">
                  <p:embed/>
                </p:oleObj>
              </mc:Choice>
              <mc:Fallback>
                <p:oleObj name="Equation" r:id="rId7" imgW="939392" imgH="253890" progId="">
                  <p:embed/>
                  <p:pic>
                    <p:nvPicPr>
                      <p:cNvPr id="0" name="Object 684"/>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2900" y="2355850"/>
                        <a:ext cx="2819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8" name="Object 685"/>
          <p:cNvGraphicFramePr>
            <a:graphicFrameLocks noGrp="1" noChangeAspect="1"/>
          </p:cNvGraphicFramePr>
          <p:nvPr/>
        </p:nvGraphicFramePr>
        <p:xfrm>
          <a:off x="1658938" y="3117850"/>
          <a:ext cx="3979862" cy="730250"/>
        </p:xfrm>
        <a:graphic>
          <a:graphicData uri="http://schemas.openxmlformats.org/presentationml/2006/ole">
            <mc:AlternateContent xmlns:mc="http://schemas.openxmlformats.org/markup-compatibility/2006">
              <mc:Choice xmlns:v="urn:schemas-microsoft-com:vml" Requires="v">
                <p:oleObj spid="_x0000_s110609" name="Equation" r:id="rId9" imgW="1384300" imgH="254000" progId="">
                  <p:embed/>
                </p:oleObj>
              </mc:Choice>
              <mc:Fallback>
                <p:oleObj name="Equation" r:id="rId9" imgW="1384300" imgH="254000" progId="">
                  <p:embed/>
                  <p:pic>
                    <p:nvPicPr>
                      <p:cNvPr id="0" name="Object 685"/>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8938" y="3117850"/>
                        <a:ext cx="39798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0599" name="Group 35"/>
          <p:cNvGrpSpPr>
            <a:grpSpLocks/>
          </p:cNvGrpSpPr>
          <p:nvPr/>
        </p:nvGrpSpPr>
        <p:grpSpPr bwMode="auto">
          <a:xfrm>
            <a:off x="6708775" y="1449388"/>
            <a:ext cx="1905000" cy="2122487"/>
            <a:chOff x="533400" y="304800"/>
            <a:chExt cx="1905000" cy="2121932"/>
          </a:xfrm>
        </p:grpSpPr>
        <p:sp>
          <p:nvSpPr>
            <p:cNvPr id="110602" name="Line 5"/>
            <p:cNvSpPr>
              <a:spLocks noChangeShapeType="1"/>
            </p:cNvSpPr>
            <p:nvPr/>
          </p:nvSpPr>
          <p:spPr bwMode="auto">
            <a:xfrm>
              <a:off x="914400" y="3048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0603" name="Line 6"/>
            <p:cNvSpPr>
              <a:spLocks noChangeShapeType="1"/>
            </p:cNvSpPr>
            <p:nvPr/>
          </p:nvSpPr>
          <p:spPr bwMode="auto">
            <a:xfrm>
              <a:off x="533400" y="45720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0604" name="Text Box 7"/>
            <p:cNvSpPr txBox="1">
              <a:spLocks noChangeArrowheads="1"/>
            </p:cNvSpPr>
            <p:nvPr/>
          </p:nvSpPr>
          <p:spPr bwMode="auto">
            <a:xfrm>
              <a:off x="609600" y="2057400"/>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Times New Roman" panose="02020603050405020304" pitchFamily="18" charset="0"/>
                  <a:cs typeface="Times New Roman" panose="02020603050405020304" pitchFamily="18" charset="0"/>
                </a:rPr>
                <a:t>HCl</a:t>
              </a:r>
            </a:p>
          </p:txBody>
        </p:sp>
        <p:sp>
          <p:nvSpPr>
            <p:cNvPr id="110605" name="Text Box 20"/>
            <p:cNvSpPr txBox="1">
              <a:spLocks noChangeArrowheads="1"/>
            </p:cNvSpPr>
            <p:nvPr/>
          </p:nvSpPr>
          <p:spPr bwMode="auto">
            <a:xfrm>
              <a:off x="1295400" y="304800"/>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NaOH</a:t>
              </a:r>
            </a:p>
          </p:txBody>
        </p:sp>
      </p:grpSp>
      <p:sp>
        <p:nvSpPr>
          <p:cNvPr id="110600" name="Text Box 34"/>
          <p:cNvSpPr txBox="1">
            <a:spLocks noChangeArrowheads="1"/>
          </p:cNvSpPr>
          <p:nvPr/>
        </p:nvSpPr>
        <p:spPr bwMode="auto">
          <a:xfrm>
            <a:off x="1377950" y="3932238"/>
            <a:ext cx="72358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30000"/>
              </a:spcBef>
              <a:buFont typeface="Wingdings" panose="05000000000000000000" pitchFamily="2" charset="2"/>
              <a:buChar char="§"/>
            </a:pPr>
            <a:r>
              <a:rPr lang="en-US" altLang="en-US" sz="2200">
                <a:latin typeface="Arial" panose="020B0604020202020204" pitchFamily="34" charset="0"/>
                <a:cs typeface="Arial" panose="020B0604020202020204" pitchFamily="34" charset="0"/>
              </a:rPr>
              <a:t>Trong quá trình chuẩn độ: độ dẫn điện của H</a:t>
            </a:r>
            <a:r>
              <a:rPr lang="en-US" altLang="en-US" sz="2200" baseline="30000">
                <a:latin typeface="Arial" panose="020B0604020202020204" pitchFamily="34" charset="0"/>
                <a:cs typeface="Arial" panose="020B0604020202020204" pitchFamily="34" charset="0"/>
              </a:rPr>
              <a:t>+ </a:t>
            </a:r>
            <a:r>
              <a:rPr lang="en-US" altLang="en-US" sz="2200">
                <a:latin typeface="Arial" panose="020B0604020202020204" pitchFamily="34" charset="0"/>
                <a:cs typeface="Arial" panose="020B0604020202020204" pitchFamily="34" charset="0"/>
              </a:rPr>
              <a:t>thay thế bằng chất điện ly có độ dẫn điện nhỏ hơn là Na</a:t>
            </a:r>
            <a:r>
              <a:rPr lang="en-US" altLang="en-US" sz="2200" baseline="30000">
                <a:latin typeface="Arial" panose="020B0604020202020204" pitchFamily="34" charset="0"/>
                <a:cs typeface="Arial" panose="020B0604020202020204" pitchFamily="34" charset="0"/>
              </a:rPr>
              <a:t>+</a:t>
            </a:r>
            <a:r>
              <a:rPr lang="en-US" altLang="en-US" sz="2200">
                <a:latin typeface="Arial" panose="020B0604020202020204" pitchFamily="34" charset="0"/>
                <a:cs typeface="Arial" panose="020B0604020202020204" pitchFamily="34" charset="0"/>
              </a:rPr>
              <a:t>, nên </a:t>
            </a:r>
            <a:r>
              <a:rPr lang="en-US" altLang="en-US" sz="2200">
                <a:latin typeface="Arial" panose="020B0604020202020204" pitchFamily="34" charset="0"/>
                <a:cs typeface="Arial" panose="020B0604020202020204" pitchFamily="34" charset="0"/>
                <a:sym typeface="Symbol" panose="05050102010706020507" pitchFamily="18" charset="2"/>
              </a:rPr>
              <a:t> giảm theo V.</a:t>
            </a:r>
          </a:p>
          <a:p>
            <a:pPr algn="just" eaLnBrk="1" hangingPunct="1">
              <a:lnSpc>
                <a:spcPct val="135000"/>
              </a:lnSpc>
              <a:spcBef>
                <a:spcPct val="30000"/>
              </a:spcBef>
              <a:buFont typeface="Wingdings" panose="05000000000000000000" pitchFamily="2" charset="2"/>
              <a:buChar char="§"/>
            </a:pPr>
            <a:r>
              <a:rPr lang="en-US" altLang="en-US" sz="2200">
                <a:latin typeface="Arial" panose="020B0604020202020204" pitchFamily="34" charset="0"/>
                <a:cs typeface="Arial" panose="020B0604020202020204" pitchFamily="34" charset="0"/>
                <a:sym typeface="Symbol" panose="05050102010706020507" pitchFamily="18" charset="2"/>
              </a:rPr>
              <a:t>Sau điểm tương đương, dư OH, độ dẫn điện của dung dịch tăng. </a:t>
            </a:r>
          </a:p>
        </p:txBody>
      </p:sp>
      <p:sp>
        <p:nvSpPr>
          <p:cNvPr id="110601"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448CF8E-240A-483D-A207-CA434A5BE46A}" type="slidenum">
              <a:rPr lang="en-US" altLang="ru-RU">
                <a:solidFill>
                  <a:srgbClr val="FFFFFF"/>
                </a:solidFill>
                <a:latin typeface="Arial" panose="020B0604020202020204" pitchFamily="34" charset="0"/>
                <a:cs typeface="Arial" panose="020B0604020202020204" pitchFamily="34" charset="0"/>
              </a:rPr>
              <a:pPr/>
              <a:t>94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5"/>
          <p:cNvSpPr txBox="1">
            <a:spLocks noChangeArrowheads="1"/>
          </p:cNvSpPr>
          <p:nvPr/>
        </p:nvSpPr>
        <p:spPr bwMode="auto">
          <a:xfrm>
            <a:off x="323850" y="134938"/>
            <a:ext cx="82899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Vẽ đường cong chuẩn độ khi chuẩn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COOH bằng NaOH bằng phương pháp độ dẫn?</a:t>
            </a:r>
          </a:p>
        </p:txBody>
      </p:sp>
      <p:graphicFrame>
        <p:nvGraphicFramePr>
          <p:cNvPr id="111619" name="Object 681"/>
          <p:cNvGraphicFramePr>
            <a:graphicFrameLocks noGrp="1" noChangeAspect="1"/>
          </p:cNvGraphicFramePr>
          <p:nvPr/>
        </p:nvGraphicFramePr>
        <p:xfrm>
          <a:off x="1347788" y="2349500"/>
          <a:ext cx="5589587" cy="604838"/>
        </p:xfrm>
        <a:graphic>
          <a:graphicData uri="http://schemas.openxmlformats.org/presentationml/2006/ole">
            <mc:AlternateContent xmlns:mc="http://schemas.openxmlformats.org/markup-compatibility/2006">
              <mc:Choice xmlns:v="urn:schemas-microsoft-com:vml" Requires="v">
                <p:oleObj spid="_x0000_s111629" name="Equation" r:id="rId3" imgW="2578100" imgH="279400" progId="">
                  <p:embed/>
                </p:oleObj>
              </mc:Choice>
              <mc:Fallback>
                <p:oleObj name="Equation" r:id="rId3" imgW="2578100" imgH="279400" progId="">
                  <p:embed/>
                  <p:pic>
                    <p:nvPicPr>
                      <p:cNvPr id="0" name="Object 68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788" y="2349500"/>
                        <a:ext cx="5589587"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0" name="Object 682"/>
          <p:cNvGraphicFramePr>
            <a:graphicFrameLocks noGrp="1" noChangeAspect="1"/>
          </p:cNvGraphicFramePr>
          <p:nvPr/>
        </p:nvGraphicFramePr>
        <p:xfrm>
          <a:off x="1503363" y="3095625"/>
          <a:ext cx="5589587" cy="576263"/>
        </p:xfrm>
        <a:graphic>
          <a:graphicData uri="http://schemas.openxmlformats.org/presentationml/2006/ole">
            <mc:AlternateContent xmlns:mc="http://schemas.openxmlformats.org/markup-compatibility/2006">
              <mc:Choice xmlns:v="urn:schemas-microsoft-com:vml" Requires="v">
                <p:oleObj spid="_x0000_s111630" name="Equation" r:id="rId5" imgW="2705100" imgH="279400" progId="">
                  <p:embed/>
                </p:oleObj>
              </mc:Choice>
              <mc:Fallback>
                <p:oleObj name="Equation" r:id="rId5" imgW="2705100" imgH="279400" progId="">
                  <p:embed/>
                  <p:pic>
                    <p:nvPicPr>
                      <p:cNvPr id="0" name="Object 68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3363" y="3095625"/>
                        <a:ext cx="558958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1" name="Object 683"/>
          <p:cNvGraphicFramePr>
            <a:graphicFrameLocks noGrp="1" noChangeAspect="1"/>
          </p:cNvGraphicFramePr>
          <p:nvPr/>
        </p:nvGraphicFramePr>
        <p:xfrm>
          <a:off x="1516063" y="3821113"/>
          <a:ext cx="3352800" cy="776287"/>
        </p:xfrm>
        <a:graphic>
          <a:graphicData uri="http://schemas.openxmlformats.org/presentationml/2006/ole">
            <mc:AlternateContent xmlns:mc="http://schemas.openxmlformats.org/markup-compatibility/2006">
              <mc:Choice xmlns:v="urn:schemas-microsoft-com:vml" Requires="v">
                <p:oleObj spid="_x0000_s111631" name="Equation" r:id="rId7" imgW="1206500" imgH="279400" progId="">
                  <p:embed/>
                </p:oleObj>
              </mc:Choice>
              <mc:Fallback>
                <p:oleObj name="Equation" r:id="rId7" imgW="1206500" imgH="279400" progId="">
                  <p:embed/>
                  <p:pic>
                    <p:nvPicPr>
                      <p:cNvPr id="0" name="Object 683"/>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6063" y="3821113"/>
                        <a:ext cx="33528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2" name="Object 684"/>
          <p:cNvGraphicFramePr>
            <a:graphicFrameLocks noGrp="1" noChangeAspect="1"/>
          </p:cNvGraphicFramePr>
          <p:nvPr/>
        </p:nvGraphicFramePr>
        <p:xfrm>
          <a:off x="1490663" y="4659313"/>
          <a:ext cx="4521200" cy="765175"/>
        </p:xfrm>
        <a:graphic>
          <a:graphicData uri="http://schemas.openxmlformats.org/presentationml/2006/ole">
            <mc:AlternateContent xmlns:mc="http://schemas.openxmlformats.org/markup-compatibility/2006">
              <mc:Choice xmlns:v="urn:schemas-microsoft-com:vml" Requires="v">
                <p:oleObj spid="_x0000_s111632" name="Equation" r:id="rId9" imgW="1651000" imgH="279400" progId="">
                  <p:embed/>
                </p:oleObj>
              </mc:Choice>
              <mc:Fallback>
                <p:oleObj name="Equation" r:id="rId9" imgW="1651000" imgH="279400" progId="">
                  <p:embed/>
                  <p:pic>
                    <p:nvPicPr>
                      <p:cNvPr id="0" name="Object 684"/>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0663" y="4659313"/>
                        <a:ext cx="45212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1623" name="Group 21"/>
          <p:cNvGrpSpPr>
            <a:grpSpLocks/>
          </p:cNvGrpSpPr>
          <p:nvPr/>
        </p:nvGrpSpPr>
        <p:grpSpPr bwMode="auto">
          <a:xfrm>
            <a:off x="6861175" y="3943350"/>
            <a:ext cx="1981200" cy="2198688"/>
            <a:chOff x="457200" y="304800"/>
            <a:chExt cx="1981200" cy="2198132"/>
          </a:xfrm>
        </p:grpSpPr>
        <p:sp>
          <p:nvSpPr>
            <p:cNvPr id="111625" name="Line 5"/>
            <p:cNvSpPr>
              <a:spLocks noChangeShapeType="1"/>
            </p:cNvSpPr>
            <p:nvPr/>
          </p:nvSpPr>
          <p:spPr bwMode="auto">
            <a:xfrm>
              <a:off x="914400" y="3048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1626" name="Line 6"/>
            <p:cNvSpPr>
              <a:spLocks noChangeShapeType="1"/>
            </p:cNvSpPr>
            <p:nvPr/>
          </p:nvSpPr>
          <p:spPr bwMode="auto">
            <a:xfrm>
              <a:off x="533400" y="45720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1627" name="Text Box 13"/>
            <p:cNvSpPr txBox="1">
              <a:spLocks noChangeArrowheads="1"/>
            </p:cNvSpPr>
            <p:nvPr/>
          </p:nvSpPr>
          <p:spPr bwMode="auto">
            <a:xfrm>
              <a:off x="1295400" y="304800"/>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NaOH</a:t>
              </a:r>
            </a:p>
          </p:txBody>
        </p:sp>
        <p:sp>
          <p:nvSpPr>
            <p:cNvPr id="111628" name="Text Box 17"/>
            <p:cNvSpPr txBox="1">
              <a:spLocks noChangeArrowheads="1"/>
            </p:cNvSpPr>
            <p:nvPr/>
          </p:nvSpPr>
          <p:spPr bwMode="auto">
            <a:xfrm>
              <a:off x="457200" y="2133600"/>
              <a:ext cx="190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Times New Roman" panose="02020603050405020304" pitchFamily="18" charset="0"/>
                  <a:cs typeface="Times New Roman" panose="02020603050405020304" pitchFamily="18" charset="0"/>
                </a:rPr>
                <a:t>CH</a:t>
              </a:r>
              <a:r>
                <a:rPr lang="en-US" altLang="en-US" baseline="-25000">
                  <a:latin typeface="Times New Roman" panose="02020603050405020304"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COOH</a:t>
              </a:r>
            </a:p>
          </p:txBody>
        </p:sp>
      </p:grpSp>
      <p:sp>
        <p:nvSpPr>
          <p:cNvPr id="1116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F8A3952-21C3-40A6-B7E4-84082668F674}" type="slidenum">
              <a:rPr lang="en-US" altLang="ru-RU">
                <a:solidFill>
                  <a:srgbClr val="FFFFFF"/>
                </a:solidFill>
                <a:latin typeface="Arial" panose="020B0604020202020204" pitchFamily="34" charset="0"/>
                <a:cs typeface="Arial" panose="020B0604020202020204" pitchFamily="34" charset="0"/>
              </a:rPr>
              <a:pPr/>
              <a:t>95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5"/>
          <p:cNvSpPr txBox="1">
            <a:spLocks noChangeArrowheads="1"/>
          </p:cNvSpPr>
          <p:nvPr/>
        </p:nvSpPr>
        <p:spPr bwMode="auto">
          <a:xfrm>
            <a:off x="1330325" y="322263"/>
            <a:ext cx="719772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eaLnBrk="1" hangingPunct="1">
              <a:lnSpc>
                <a:spcPct val="110000"/>
              </a:lnSpc>
              <a:spcBef>
                <a:spcPts val="600"/>
              </a:spcBef>
              <a:spcAft>
                <a:spcPts val="600"/>
              </a:spcAft>
            </a:pPr>
            <a:r>
              <a:rPr lang="en-US" altLang="en-US" sz="2400">
                <a:latin typeface="Arial" panose="020B0604020202020204" pitchFamily="34" charset="0"/>
                <a:cs typeface="Arial" panose="020B0604020202020204" pitchFamily="34" charset="0"/>
              </a:rPr>
              <a:t>Vẽ đường cong chuẩn độ khi chuẩn CH</a:t>
            </a:r>
            <a:r>
              <a:rPr lang="en-US" altLang="en-US" sz="2400" baseline="-25000">
                <a:latin typeface="Arial" panose="020B0604020202020204" pitchFamily="34" charset="0"/>
                <a:cs typeface="Arial" panose="020B0604020202020204" pitchFamily="34" charset="0"/>
              </a:rPr>
              <a:t>3</a:t>
            </a:r>
            <a:r>
              <a:rPr lang="en-US" altLang="en-US" sz="2400">
                <a:latin typeface="Arial" panose="020B0604020202020204" pitchFamily="34" charset="0"/>
                <a:cs typeface="Arial" panose="020B0604020202020204" pitchFamily="34" charset="0"/>
              </a:rPr>
              <a:t>COOH bằng NaOH bằng phương pháp độ dẫn?</a:t>
            </a:r>
          </a:p>
        </p:txBody>
      </p:sp>
      <p:grpSp>
        <p:nvGrpSpPr>
          <p:cNvPr id="112643" name="Group 11"/>
          <p:cNvGrpSpPr>
            <a:grpSpLocks/>
          </p:cNvGrpSpPr>
          <p:nvPr/>
        </p:nvGrpSpPr>
        <p:grpSpPr bwMode="auto">
          <a:xfrm>
            <a:off x="1116013" y="2420938"/>
            <a:ext cx="3671887" cy="3441700"/>
            <a:chOff x="152400" y="2590800"/>
            <a:chExt cx="4648200" cy="3847146"/>
          </a:xfrm>
        </p:grpSpPr>
        <p:sp>
          <p:nvSpPr>
            <p:cNvPr id="112646" name="Line 9"/>
            <p:cNvSpPr>
              <a:spLocks noChangeShapeType="1"/>
            </p:cNvSpPr>
            <p:nvPr/>
          </p:nvSpPr>
          <p:spPr bwMode="auto">
            <a:xfrm flipV="1">
              <a:off x="588169" y="2679892"/>
              <a:ext cx="0" cy="311820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647" name="Line 10"/>
            <p:cNvSpPr>
              <a:spLocks noChangeShapeType="1"/>
            </p:cNvSpPr>
            <p:nvPr/>
          </p:nvSpPr>
          <p:spPr bwMode="auto">
            <a:xfrm>
              <a:off x="588169" y="5798098"/>
              <a:ext cx="413980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648" name="Line 11"/>
            <p:cNvSpPr>
              <a:spLocks noChangeShapeType="1"/>
            </p:cNvSpPr>
            <p:nvPr/>
          </p:nvSpPr>
          <p:spPr bwMode="auto">
            <a:xfrm rot="-3753788">
              <a:off x="829060" y="4279857"/>
              <a:ext cx="1302965" cy="1310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649" name="Line 12"/>
            <p:cNvSpPr>
              <a:spLocks noChangeShapeType="1"/>
            </p:cNvSpPr>
            <p:nvPr/>
          </p:nvSpPr>
          <p:spPr bwMode="auto">
            <a:xfrm rot="19870293" flipV="1">
              <a:off x="1950295" y="3039970"/>
              <a:ext cx="1392039" cy="13493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650" name="Text Box 15"/>
            <p:cNvSpPr txBox="1">
              <a:spLocks noChangeArrowheads="1"/>
            </p:cNvSpPr>
            <p:nvPr/>
          </p:nvSpPr>
          <p:spPr bwMode="auto">
            <a:xfrm>
              <a:off x="152400" y="2590800"/>
              <a:ext cx="36314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p:txBody>
        </p:sp>
        <p:sp>
          <p:nvSpPr>
            <p:cNvPr id="112651" name="Text Box 16"/>
            <p:cNvSpPr txBox="1">
              <a:spLocks noChangeArrowheads="1"/>
            </p:cNvSpPr>
            <p:nvPr/>
          </p:nvSpPr>
          <p:spPr bwMode="auto">
            <a:xfrm>
              <a:off x="4074319" y="5976281"/>
              <a:ext cx="7262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rPr>
                <a:t>V</a:t>
              </a:r>
            </a:p>
          </p:txBody>
        </p:sp>
        <p:sp>
          <p:nvSpPr>
            <p:cNvPr id="112652" name="Line 18"/>
            <p:cNvSpPr>
              <a:spLocks noChangeShapeType="1"/>
            </p:cNvSpPr>
            <p:nvPr/>
          </p:nvSpPr>
          <p:spPr bwMode="auto">
            <a:xfrm>
              <a:off x="2331720" y="4713759"/>
              <a:ext cx="0" cy="1069099"/>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653" name="Text Box 19"/>
            <p:cNvSpPr txBox="1">
              <a:spLocks noChangeArrowheads="1"/>
            </p:cNvSpPr>
            <p:nvPr/>
          </p:nvSpPr>
          <p:spPr bwMode="auto">
            <a:xfrm>
              <a:off x="2040731" y="5798098"/>
              <a:ext cx="6536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Arial" panose="020B0604020202020204" pitchFamily="34" charset="0"/>
                  <a:cs typeface="Arial" panose="020B0604020202020204" pitchFamily="34" charset="0"/>
                </a:rPr>
                <a:t>V</a:t>
              </a:r>
              <a:r>
                <a:rPr lang="en-US" altLang="en-US" sz="2000" baseline="-25000">
                  <a:latin typeface="Arial" panose="020B0604020202020204" pitchFamily="34" charset="0"/>
                  <a:cs typeface="Arial" panose="020B0604020202020204" pitchFamily="34" charset="0"/>
                </a:rPr>
                <a:t>tđ</a:t>
              </a:r>
              <a:endParaRPr lang="en-US" altLang="en-US" sz="2000">
                <a:latin typeface="Arial" panose="020B0604020202020204" pitchFamily="34" charset="0"/>
                <a:cs typeface="Arial" panose="020B0604020202020204" pitchFamily="34" charset="0"/>
              </a:endParaRPr>
            </a:p>
          </p:txBody>
        </p:sp>
      </p:grpSp>
      <p:sp>
        <p:nvSpPr>
          <p:cNvPr id="112644" name="Text Box 20"/>
          <p:cNvSpPr txBox="1">
            <a:spLocks noChangeArrowheads="1"/>
          </p:cNvSpPr>
          <p:nvPr/>
        </p:nvSpPr>
        <p:spPr bwMode="auto">
          <a:xfrm>
            <a:off x="4711700" y="1657350"/>
            <a:ext cx="4325938"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30000"/>
              </a:spcBef>
              <a:buFont typeface="Wingdings" panose="05000000000000000000" pitchFamily="2" charset="2"/>
              <a:buChar char="§"/>
            </a:pPr>
            <a:r>
              <a:rPr lang="en-US" altLang="en-US" sz="2200">
                <a:latin typeface="Arial" panose="020B0604020202020204" pitchFamily="34" charset="0"/>
                <a:cs typeface="Arial" panose="020B0604020202020204" pitchFamily="34" charset="0"/>
              </a:rPr>
              <a:t>Trong quá trình chuẩn độ: thay thế chất không điện ly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COOH</a:t>
            </a:r>
            <a:r>
              <a:rPr lang="en-US" altLang="en-US" sz="2200" baseline="-25000">
                <a:latin typeface="Arial" panose="020B0604020202020204" pitchFamily="34" charset="0"/>
                <a:cs typeface="Arial" panose="020B0604020202020204" pitchFamily="34" charset="0"/>
              </a:rPr>
              <a:t> </a:t>
            </a:r>
            <a:r>
              <a:rPr lang="en-US" altLang="en-US" sz="2200" baseline="30000">
                <a:latin typeface="Arial" panose="020B0604020202020204" pitchFamily="34" charset="0"/>
                <a:cs typeface="Arial" panose="020B0604020202020204" pitchFamily="34" charset="0"/>
              </a:rPr>
              <a:t> </a:t>
            </a:r>
            <a:r>
              <a:rPr lang="en-US" altLang="en-US" sz="2200">
                <a:latin typeface="Arial" panose="020B0604020202020204" pitchFamily="34" charset="0"/>
                <a:cs typeface="Arial" panose="020B0604020202020204" pitchFamily="34" charset="0"/>
              </a:rPr>
              <a:t>bằng chất điện ly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COONa nên </a:t>
            </a:r>
            <a:r>
              <a:rPr lang="en-US" altLang="en-US" sz="2200">
                <a:latin typeface="Arial" panose="020B0604020202020204" pitchFamily="34" charset="0"/>
                <a:cs typeface="Arial" panose="020B0604020202020204" pitchFamily="34" charset="0"/>
                <a:sym typeface="Symbol" panose="05050102010706020507" pitchFamily="18" charset="2"/>
              </a:rPr>
              <a:t> tăng theo V.</a:t>
            </a:r>
          </a:p>
          <a:p>
            <a:pPr algn="just" eaLnBrk="1" hangingPunct="1">
              <a:lnSpc>
                <a:spcPct val="135000"/>
              </a:lnSpc>
              <a:spcBef>
                <a:spcPct val="30000"/>
              </a:spcBef>
              <a:buFont typeface="Wingdings" panose="05000000000000000000" pitchFamily="2" charset="2"/>
              <a:buChar char="§"/>
            </a:pPr>
            <a:r>
              <a:rPr lang="en-US" altLang="en-US" sz="2200">
                <a:latin typeface="Arial" panose="020B0604020202020204" pitchFamily="34" charset="0"/>
                <a:cs typeface="Arial" panose="020B0604020202020204" pitchFamily="34" charset="0"/>
                <a:sym typeface="Symbol" panose="05050102010706020507" pitchFamily="18" charset="2"/>
              </a:rPr>
              <a:t>Sau điểm tương đương, dư OH, độ dẫn điện của dung dịch tăng mạnh. </a:t>
            </a:r>
          </a:p>
        </p:txBody>
      </p:sp>
      <p:sp>
        <p:nvSpPr>
          <p:cNvPr id="11264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227A28-8FA4-4641-8809-99E34E429006}" type="slidenum">
              <a:rPr lang="en-US" altLang="ru-RU">
                <a:solidFill>
                  <a:srgbClr val="FFFFFF"/>
                </a:solidFill>
                <a:latin typeface="Arial" panose="020B0604020202020204" pitchFamily="34" charset="0"/>
                <a:cs typeface="Arial" panose="020B0604020202020204" pitchFamily="34" charset="0"/>
              </a:rPr>
              <a:pPr/>
              <a:t>96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txBox="1">
            <a:spLocks noChangeArrowheads="1"/>
          </p:cNvSpPr>
          <p:nvPr/>
        </p:nvSpPr>
        <p:spPr bwMode="auto">
          <a:xfrm>
            <a:off x="1046163" y="31750"/>
            <a:ext cx="7596187" cy="512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just">
              <a:lnSpc>
                <a:spcPct val="150000"/>
              </a:lnSpc>
              <a:spcBef>
                <a:spcPct val="20000"/>
              </a:spcBef>
              <a:spcAft>
                <a:spcPct val="0"/>
              </a:spcAft>
              <a:buClrTx/>
              <a:buSzTx/>
              <a:buFontTx/>
              <a:buNone/>
            </a:pPr>
            <a:r>
              <a:rPr lang="en-US" sz="2200" i="1">
                <a:solidFill>
                  <a:schemeClr val="tx1"/>
                </a:solidFill>
                <a:latin typeface="Arial" panose="020B0604020202020204" pitchFamily="34" charset="0"/>
                <a:cs typeface="Arial" panose="020B0604020202020204" pitchFamily="34" charset="0"/>
              </a:rPr>
              <a:t>   Xét chu</a:t>
            </a:r>
            <a:r>
              <a:rPr lang="vi-VN" sz="2200" i="1">
                <a:solidFill>
                  <a:schemeClr val="tx1"/>
                </a:solidFill>
                <a:latin typeface="Arial" panose="020B0604020202020204" pitchFamily="34" charset="0"/>
                <a:cs typeface="Arial" panose="020B0604020202020204" pitchFamily="34" charset="0"/>
              </a:rPr>
              <a:t>ẩ</a:t>
            </a:r>
            <a:r>
              <a:rPr lang="en-US" sz="2200" i="1">
                <a:solidFill>
                  <a:schemeClr val="tx1"/>
                </a:solidFill>
                <a:latin typeface="Arial" panose="020B0604020202020204" pitchFamily="34" charset="0"/>
                <a:cs typeface="Arial" panose="020B0604020202020204" pitchFamily="34" charset="0"/>
              </a:rPr>
              <a:t>n đ</a:t>
            </a:r>
            <a:r>
              <a:rPr lang="vi-VN" sz="2200" i="1">
                <a:solidFill>
                  <a:schemeClr val="tx1"/>
                </a:solidFill>
                <a:latin typeface="Arial" panose="020B0604020202020204" pitchFamily="34" charset="0"/>
                <a:cs typeface="Arial" panose="020B0604020202020204" pitchFamily="34" charset="0"/>
              </a:rPr>
              <a:t>ộ</a:t>
            </a:r>
            <a:r>
              <a:rPr lang="en-US" sz="2200" i="1">
                <a:solidFill>
                  <a:schemeClr val="tx1"/>
                </a:solidFill>
                <a:latin typeface="Arial" panose="020B0604020202020204" pitchFamily="34" charset="0"/>
                <a:cs typeface="Arial" panose="020B0604020202020204" pitchFamily="34" charset="0"/>
              </a:rPr>
              <a:t> dung d</a:t>
            </a:r>
            <a:r>
              <a:rPr lang="vi-VN" sz="2200" i="1">
                <a:solidFill>
                  <a:schemeClr val="tx1"/>
                </a:solidFill>
                <a:latin typeface="Arial" panose="020B0604020202020204" pitchFamily="34" charset="0"/>
                <a:cs typeface="Arial" panose="020B0604020202020204" pitchFamily="34" charset="0"/>
              </a:rPr>
              <a:t>ị</a:t>
            </a:r>
            <a:r>
              <a:rPr lang="en-US" sz="2200" i="1">
                <a:solidFill>
                  <a:schemeClr val="tx1"/>
                </a:solidFill>
                <a:latin typeface="Arial" panose="020B0604020202020204" pitchFamily="34" charset="0"/>
                <a:cs typeface="Arial" panose="020B0604020202020204" pitchFamily="34" charset="0"/>
              </a:rPr>
              <a:t>ch H</a:t>
            </a:r>
            <a:r>
              <a:rPr lang="en-US" sz="2200" i="1" baseline="-25000">
                <a:solidFill>
                  <a:schemeClr val="tx1"/>
                </a:solidFill>
                <a:latin typeface="Arial" panose="020B0604020202020204" pitchFamily="34" charset="0"/>
                <a:cs typeface="Arial" panose="020B0604020202020204" pitchFamily="34" charset="0"/>
              </a:rPr>
              <a:t>3</a:t>
            </a:r>
            <a:r>
              <a:rPr lang="en-US" sz="2200" i="1">
                <a:solidFill>
                  <a:schemeClr val="tx1"/>
                </a:solidFill>
                <a:latin typeface="Arial" panose="020B0604020202020204" pitchFamily="34" charset="0"/>
                <a:cs typeface="Arial" panose="020B0604020202020204" pitchFamily="34" charset="0"/>
              </a:rPr>
              <a:t>BO</a:t>
            </a:r>
            <a:r>
              <a:rPr lang="en-US" sz="2200" i="1" baseline="-25000">
                <a:solidFill>
                  <a:schemeClr val="tx1"/>
                </a:solidFill>
                <a:latin typeface="Arial" panose="020B0604020202020204" pitchFamily="34" charset="0"/>
                <a:cs typeface="Arial" panose="020B0604020202020204" pitchFamily="34" charset="0"/>
              </a:rPr>
              <a:t>3</a:t>
            </a:r>
            <a:r>
              <a:rPr lang="en-US" sz="2200" i="1">
                <a:solidFill>
                  <a:schemeClr val="tx1"/>
                </a:solidFill>
                <a:latin typeface="Arial" panose="020B0604020202020204" pitchFamily="34" charset="0"/>
                <a:cs typeface="Arial" panose="020B0604020202020204" pitchFamily="34" charset="0"/>
              </a:rPr>
              <a:t> b</a:t>
            </a:r>
            <a:r>
              <a:rPr lang="vi-VN" sz="2200" i="1">
                <a:solidFill>
                  <a:schemeClr val="tx1"/>
                </a:solidFill>
                <a:latin typeface="Arial" panose="020B0604020202020204" pitchFamily="34" charset="0"/>
                <a:cs typeface="Arial" panose="020B0604020202020204" pitchFamily="34" charset="0"/>
              </a:rPr>
              <a:t>ằ</a:t>
            </a:r>
            <a:r>
              <a:rPr lang="en-US" sz="2200" i="1">
                <a:solidFill>
                  <a:schemeClr val="tx1"/>
                </a:solidFill>
                <a:latin typeface="Arial" panose="020B0604020202020204" pitchFamily="34" charset="0"/>
                <a:cs typeface="Arial" panose="020B0604020202020204" pitchFamily="34" charset="0"/>
              </a:rPr>
              <a:t>ng NaOH</a:t>
            </a:r>
          </a:p>
          <a:p>
            <a:pPr algn="just">
              <a:lnSpc>
                <a:spcPct val="150000"/>
              </a:lnSpc>
              <a:spcBef>
                <a:spcPts val="600"/>
              </a:spcBef>
              <a:spcAft>
                <a:spcPts val="600"/>
              </a:spcAft>
              <a:buClrTx/>
              <a:buSzTx/>
              <a:buFont typeface="Wingdings" panose="05000000000000000000" pitchFamily="2" charset="2"/>
              <a:buNone/>
            </a:pPr>
            <a:r>
              <a:rPr lang="en-US" sz="2200">
                <a:solidFill>
                  <a:schemeClr val="tx1"/>
                </a:solidFill>
                <a:latin typeface="Arial" panose="020B0604020202020204" pitchFamily="34" charset="0"/>
                <a:cs typeface="Arial" panose="020B0604020202020204" pitchFamily="34" charset="0"/>
              </a:rPr>
              <a:t>    Phản ứng: H</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BO</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 + (Na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OH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BO</a:t>
            </a:r>
            <a:r>
              <a:rPr lang="en-US" sz="2200" baseline="-25000">
                <a:solidFill>
                  <a:schemeClr val="tx1"/>
                </a:solidFill>
                <a:latin typeface="Arial" panose="020B0604020202020204" pitchFamily="34" charset="0"/>
                <a:cs typeface="Arial" panose="020B0604020202020204" pitchFamily="34" charset="0"/>
                <a:sym typeface="Wingdings 3" panose="05040102010807070707" pitchFamily="18" charset="2"/>
              </a:rPr>
              <a:t>2</a:t>
            </a: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 H</a:t>
            </a:r>
            <a:r>
              <a:rPr lang="en-US" sz="2200" baseline="-25000">
                <a:solidFill>
                  <a:schemeClr val="tx1"/>
                </a:solidFill>
                <a:latin typeface="Arial" panose="020B0604020202020204" pitchFamily="34" charset="0"/>
                <a:cs typeface="Arial" panose="020B0604020202020204" pitchFamily="34" charset="0"/>
                <a:sym typeface="Wingdings 3" panose="05040102010807070707" pitchFamily="18" charset="2"/>
              </a:rPr>
              <a:t>2</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O + Na</a:t>
            </a: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 </a:t>
            </a:r>
          </a:p>
          <a:p>
            <a:pPr algn="just">
              <a:lnSpc>
                <a:spcPct val="150000"/>
              </a:lnSpc>
              <a:spcBef>
                <a:spcPts val="600"/>
              </a:spcBef>
              <a:spcAft>
                <a:spcPts val="600"/>
              </a:spcAft>
              <a:buClrTx/>
              <a:buSzTx/>
              <a:buFont typeface="Wingdings" panose="05000000000000000000" pitchFamily="2" charset="2"/>
              <a:buNone/>
            </a:pP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     </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Ta có </a:t>
            </a:r>
            <a:r>
              <a:rPr lang="en-US" sz="2200">
                <a:solidFill>
                  <a:schemeClr val="tx1"/>
                </a:solidFill>
                <a:latin typeface="Arial" panose="020B0604020202020204" pitchFamily="34" charset="0"/>
                <a:cs typeface="Arial" panose="020B0604020202020204" pitchFamily="34" charset="0"/>
              </a:rPr>
              <a:t>H</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BO</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HBO</a:t>
            </a:r>
            <a:r>
              <a:rPr lang="en-US" sz="2200" baseline="-25000">
                <a:solidFill>
                  <a:schemeClr val="tx1"/>
                </a:solidFill>
                <a:latin typeface="Arial" panose="020B0604020202020204" pitchFamily="34" charset="0"/>
                <a:cs typeface="Arial" panose="020B0604020202020204" pitchFamily="34" charset="0"/>
                <a:sym typeface="Wingdings 3" panose="05040102010807070707" pitchFamily="18" charset="2"/>
              </a:rPr>
              <a:t>2</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.H</a:t>
            </a:r>
            <a:r>
              <a:rPr lang="en-US" sz="2200" baseline="-25000">
                <a:solidFill>
                  <a:schemeClr val="tx1"/>
                </a:solidFill>
                <a:latin typeface="Arial" panose="020B0604020202020204" pitchFamily="34" charset="0"/>
                <a:cs typeface="Arial" panose="020B0604020202020204" pitchFamily="34" charset="0"/>
                <a:sym typeface="Wingdings 3" panose="05040102010807070707" pitchFamily="18" charset="2"/>
              </a:rPr>
              <a:t>2</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O) (pk =9.24), lúc đầu acid rất ít phân ly, khi chuẩn độ các BO</a:t>
            </a:r>
            <a:r>
              <a:rPr lang="en-US" sz="2200" baseline="-25000">
                <a:solidFill>
                  <a:schemeClr val="tx1"/>
                </a:solidFill>
                <a:latin typeface="Arial" panose="020B0604020202020204" pitchFamily="34" charset="0"/>
                <a:cs typeface="Arial" panose="020B0604020202020204" pitchFamily="34" charset="0"/>
                <a:sym typeface="Wingdings 3" panose="05040102010807070707" pitchFamily="18" charset="2"/>
              </a:rPr>
              <a:t>2</a:t>
            </a: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và Na</a:t>
            </a: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được tạo thành làm tăng độ dẫn điện của dung dịch. Sau điểm tương đương, sự thêm tiếp NaOH làm tăng lương ion Na</a:t>
            </a: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và OH</a:t>
            </a:r>
            <a:r>
              <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độ dẫn điện của dung dịch tăng nhanh hơn.</a:t>
            </a:r>
            <a:endParaRPr lang="en-US" sz="2200" baseline="30000">
              <a:solidFill>
                <a:schemeClr val="tx1"/>
              </a:solidFill>
              <a:latin typeface="Arial" panose="020B0604020202020204" pitchFamily="34" charset="0"/>
              <a:cs typeface="Arial" panose="020B0604020202020204" pitchFamily="34" charset="0"/>
              <a:sym typeface="Wingdings 3" panose="05040102010807070707" pitchFamily="18" charset="2"/>
            </a:endParaRPr>
          </a:p>
        </p:txBody>
      </p:sp>
      <p:grpSp>
        <p:nvGrpSpPr>
          <p:cNvPr id="113667" name="Group 13"/>
          <p:cNvGrpSpPr>
            <a:grpSpLocks/>
          </p:cNvGrpSpPr>
          <p:nvPr/>
        </p:nvGrpSpPr>
        <p:grpSpPr bwMode="auto">
          <a:xfrm>
            <a:off x="2573338" y="4221163"/>
            <a:ext cx="5329237" cy="2057400"/>
            <a:chOff x="2712" y="1980"/>
            <a:chExt cx="6240" cy="3601"/>
          </a:xfrm>
        </p:grpSpPr>
        <p:sp>
          <p:nvSpPr>
            <p:cNvPr id="113669" name="Line 21"/>
            <p:cNvSpPr>
              <a:spLocks noChangeShapeType="1"/>
            </p:cNvSpPr>
            <p:nvPr/>
          </p:nvSpPr>
          <p:spPr bwMode="auto">
            <a:xfrm flipV="1">
              <a:off x="3432" y="1980"/>
              <a:ext cx="0" cy="2880"/>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3670" name="Line 20"/>
            <p:cNvSpPr>
              <a:spLocks noChangeShapeType="1"/>
            </p:cNvSpPr>
            <p:nvPr/>
          </p:nvSpPr>
          <p:spPr bwMode="auto">
            <a:xfrm>
              <a:off x="3432" y="4860"/>
              <a:ext cx="5520" cy="0"/>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3671" name="Line 19"/>
            <p:cNvSpPr>
              <a:spLocks noChangeShapeType="1"/>
            </p:cNvSpPr>
            <p:nvPr/>
          </p:nvSpPr>
          <p:spPr bwMode="auto">
            <a:xfrm flipV="1">
              <a:off x="3792" y="3420"/>
              <a:ext cx="1800" cy="9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672" name="Line 18"/>
            <p:cNvSpPr>
              <a:spLocks noChangeShapeType="1"/>
            </p:cNvSpPr>
            <p:nvPr/>
          </p:nvSpPr>
          <p:spPr bwMode="auto">
            <a:xfrm flipV="1">
              <a:off x="5592" y="1980"/>
              <a:ext cx="840" cy="144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673" name="Line 17"/>
            <p:cNvSpPr>
              <a:spLocks noChangeShapeType="1"/>
            </p:cNvSpPr>
            <p:nvPr/>
          </p:nvSpPr>
          <p:spPr bwMode="auto">
            <a:xfrm>
              <a:off x="5592" y="3420"/>
              <a:ext cx="0" cy="1440"/>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pic>
          <p:nvPicPr>
            <p:cNvPr id="113674" name="Picture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12" y="2160"/>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5"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2" y="5040"/>
              <a:ext cx="1080"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6"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2" y="5040"/>
              <a:ext cx="720"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3668" name="Slide Number Placeholder 1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DE6D3CF-C159-4C92-8B5C-911ADB43C391}" type="slidenum">
              <a:rPr lang="en-US" altLang="ru-RU">
                <a:solidFill>
                  <a:srgbClr val="FFFFFF"/>
                </a:solidFill>
                <a:latin typeface="Arial" panose="020B0604020202020204" pitchFamily="34" charset="0"/>
                <a:cs typeface="Arial" panose="020B0604020202020204" pitchFamily="34" charset="0"/>
              </a:rPr>
              <a:pPr/>
              <a:t>97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5"/>
          <p:cNvSpPr txBox="1">
            <a:spLocks noChangeArrowheads="1"/>
          </p:cNvSpPr>
          <p:nvPr/>
        </p:nvSpPr>
        <p:spPr bwMode="auto">
          <a:xfrm>
            <a:off x="1119188" y="739775"/>
            <a:ext cx="70104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Vẽ đường cong chuẩn độ khi chuẩn hỗn hợp HCl +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COOH bằng NaOH bằng phương pháp độ dẫn?</a:t>
            </a:r>
          </a:p>
        </p:txBody>
      </p:sp>
      <p:graphicFrame>
        <p:nvGraphicFramePr>
          <p:cNvPr id="114691" name="Object 676"/>
          <p:cNvGraphicFramePr>
            <a:graphicFrameLocks noGrp="1" noChangeAspect="1"/>
          </p:cNvGraphicFramePr>
          <p:nvPr/>
        </p:nvGraphicFramePr>
        <p:xfrm>
          <a:off x="1839913" y="2492375"/>
          <a:ext cx="4208462" cy="614363"/>
        </p:xfrm>
        <a:graphic>
          <a:graphicData uri="http://schemas.openxmlformats.org/presentationml/2006/ole">
            <mc:AlternateContent xmlns:mc="http://schemas.openxmlformats.org/markup-compatibility/2006">
              <mc:Choice xmlns:v="urn:schemas-microsoft-com:vml" Requires="v">
                <p:oleObj spid="_x0000_s114696" name="Equation" r:id="rId3" imgW="1739900" imgH="254000" progId="">
                  <p:embed/>
                </p:oleObj>
              </mc:Choice>
              <mc:Fallback>
                <p:oleObj name="Equation" r:id="rId3" imgW="1739900" imgH="254000" progId="">
                  <p:embed/>
                  <p:pic>
                    <p:nvPicPr>
                      <p:cNvPr id="0" name="Object 67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2492375"/>
                        <a:ext cx="4208462"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692" name="Object 677"/>
          <p:cNvGraphicFramePr>
            <a:graphicFrameLocks noGrp="1" noChangeAspect="1"/>
          </p:cNvGraphicFramePr>
          <p:nvPr/>
        </p:nvGraphicFramePr>
        <p:xfrm>
          <a:off x="1844675" y="3198813"/>
          <a:ext cx="5557838" cy="636587"/>
        </p:xfrm>
        <a:graphic>
          <a:graphicData uri="http://schemas.openxmlformats.org/presentationml/2006/ole">
            <mc:AlternateContent xmlns:mc="http://schemas.openxmlformats.org/markup-compatibility/2006">
              <mc:Choice xmlns:v="urn:schemas-microsoft-com:vml" Requires="v">
                <p:oleObj spid="_x0000_s114697" name="Equation" r:id="rId5" imgW="2222500" imgH="254000" progId="">
                  <p:embed/>
                </p:oleObj>
              </mc:Choice>
              <mc:Fallback>
                <p:oleObj name="Equation" r:id="rId5" imgW="2222500" imgH="254000" progId="">
                  <p:embed/>
                  <p:pic>
                    <p:nvPicPr>
                      <p:cNvPr id="0" name="Object 677"/>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4675" y="3198813"/>
                        <a:ext cx="5557838"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693" name="Object 678"/>
          <p:cNvGraphicFramePr>
            <a:graphicFrameLocks noChangeAspect="1"/>
          </p:cNvGraphicFramePr>
          <p:nvPr/>
        </p:nvGraphicFramePr>
        <p:xfrm>
          <a:off x="1839913" y="3960813"/>
          <a:ext cx="6261100" cy="681037"/>
        </p:xfrm>
        <a:graphic>
          <a:graphicData uri="http://schemas.openxmlformats.org/presentationml/2006/ole">
            <mc:AlternateContent xmlns:mc="http://schemas.openxmlformats.org/markup-compatibility/2006">
              <mc:Choice xmlns:v="urn:schemas-microsoft-com:vml" Requires="v">
                <p:oleObj spid="_x0000_s114698" name="Equation" r:id="rId7" imgW="2565400" imgH="279400" progId="">
                  <p:embed/>
                </p:oleObj>
              </mc:Choice>
              <mc:Fallback>
                <p:oleObj name="Equation" r:id="rId7" imgW="2565400" imgH="279400" progId="">
                  <p:embed/>
                  <p:pic>
                    <p:nvPicPr>
                      <p:cNvPr id="0" name="Object 6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9913" y="3960813"/>
                        <a:ext cx="6261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694" name="Object 679"/>
          <p:cNvGraphicFramePr>
            <a:graphicFrameLocks noGrp="1" noChangeAspect="1"/>
          </p:cNvGraphicFramePr>
          <p:nvPr/>
        </p:nvGraphicFramePr>
        <p:xfrm>
          <a:off x="1763713" y="4699000"/>
          <a:ext cx="5638800" cy="785813"/>
        </p:xfrm>
        <a:graphic>
          <a:graphicData uri="http://schemas.openxmlformats.org/presentationml/2006/ole">
            <mc:AlternateContent xmlns:mc="http://schemas.openxmlformats.org/markup-compatibility/2006">
              <mc:Choice xmlns:v="urn:schemas-microsoft-com:vml" Requires="v">
                <p:oleObj spid="_x0000_s114699" name="Equation" r:id="rId9" imgW="2006600" imgH="279400" progId="">
                  <p:embed/>
                </p:oleObj>
              </mc:Choice>
              <mc:Fallback>
                <p:oleObj name="Equation" r:id="rId9" imgW="2006600" imgH="279400" progId="">
                  <p:embed/>
                  <p:pic>
                    <p:nvPicPr>
                      <p:cNvPr id="0" name="Object 679"/>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4699000"/>
                        <a:ext cx="56388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69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97D898E-2D22-4358-B71A-8D980F7CFBCD}" type="slidenum">
              <a:rPr lang="en-US" altLang="ru-RU">
                <a:solidFill>
                  <a:srgbClr val="FFFFFF"/>
                </a:solidFill>
                <a:latin typeface="Arial" panose="020B0604020202020204" pitchFamily="34" charset="0"/>
                <a:cs typeface="Arial" panose="020B0604020202020204" pitchFamily="34" charset="0"/>
              </a:rPr>
              <a:pPr/>
              <a:t>98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Group 6"/>
          <p:cNvGrpSpPr>
            <a:grpSpLocks/>
          </p:cNvGrpSpPr>
          <p:nvPr/>
        </p:nvGrpSpPr>
        <p:grpSpPr bwMode="auto">
          <a:xfrm>
            <a:off x="4572000" y="1495425"/>
            <a:ext cx="4321175" cy="3878263"/>
            <a:chOff x="3200400" y="2514600"/>
            <a:chExt cx="4876800" cy="3949547"/>
          </a:xfrm>
        </p:grpSpPr>
        <p:sp>
          <p:nvSpPr>
            <p:cNvPr id="115721" name="Line 19"/>
            <p:cNvSpPr>
              <a:spLocks noChangeShapeType="1"/>
            </p:cNvSpPr>
            <p:nvPr/>
          </p:nvSpPr>
          <p:spPr bwMode="auto">
            <a:xfrm flipV="1">
              <a:off x="5897880" y="2789959"/>
              <a:ext cx="914400" cy="13767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22" name="Line 7"/>
            <p:cNvSpPr>
              <a:spLocks noChangeShapeType="1"/>
            </p:cNvSpPr>
            <p:nvPr/>
          </p:nvSpPr>
          <p:spPr bwMode="auto">
            <a:xfrm flipV="1">
              <a:off x="3657600" y="2606386"/>
              <a:ext cx="0" cy="32125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5723" name="Line 8"/>
            <p:cNvSpPr>
              <a:spLocks noChangeShapeType="1"/>
            </p:cNvSpPr>
            <p:nvPr/>
          </p:nvSpPr>
          <p:spPr bwMode="auto">
            <a:xfrm>
              <a:off x="3657600" y="5818909"/>
              <a:ext cx="434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5724" name="Line 9"/>
            <p:cNvSpPr>
              <a:spLocks noChangeShapeType="1"/>
            </p:cNvSpPr>
            <p:nvPr/>
          </p:nvSpPr>
          <p:spPr bwMode="auto">
            <a:xfrm rot="17846212" flipV="1">
              <a:off x="3650762" y="3226995"/>
              <a:ext cx="847112" cy="1265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25" name="Line 10"/>
            <p:cNvSpPr>
              <a:spLocks noChangeShapeType="1"/>
            </p:cNvSpPr>
            <p:nvPr/>
          </p:nvSpPr>
          <p:spPr bwMode="auto">
            <a:xfrm rot="-1729707">
              <a:off x="4423759" y="4150572"/>
              <a:ext cx="1487264" cy="399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26" name="Text Box 13"/>
            <p:cNvSpPr txBox="1">
              <a:spLocks noChangeArrowheads="1"/>
            </p:cNvSpPr>
            <p:nvPr/>
          </p:nvSpPr>
          <p:spPr bwMode="auto">
            <a:xfrm>
              <a:off x="3200400" y="2514600"/>
              <a:ext cx="3810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p:txBody>
        </p:sp>
        <p:sp>
          <p:nvSpPr>
            <p:cNvPr id="115727" name="Text Box 14"/>
            <p:cNvSpPr txBox="1">
              <a:spLocks noChangeArrowheads="1"/>
            </p:cNvSpPr>
            <p:nvPr/>
          </p:nvSpPr>
          <p:spPr bwMode="auto">
            <a:xfrm>
              <a:off x="7315200" y="6002482"/>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rPr>
                <a:t>V</a:t>
              </a:r>
            </a:p>
          </p:txBody>
        </p:sp>
        <p:sp>
          <p:nvSpPr>
            <p:cNvPr id="115728" name="Line 16"/>
            <p:cNvSpPr>
              <a:spLocks noChangeShapeType="1"/>
            </p:cNvSpPr>
            <p:nvPr/>
          </p:nvSpPr>
          <p:spPr bwMode="auto">
            <a:xfrm>
              <a:off x="4434840" y="4533900"/>
              <a:ext cx="0" cy="128500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29" name="Text Box 17"/>
            <p:cNvSpPr txBox="1">
              <a:spLocks noChangeArrowheads="1"/>
            </p:cNvSpPr>
            <p:nvPr/>
          </p:nvSpPr>
          <p:spPr bwMode="auto">
            <a:xfrm>
              <a:off x="4419600" y="5818909"/>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Arial" panose="020B0604020202020204" pitchFamily="34" charset="0"/>
                  <a:cs typeface="Arial" panose="020B0604020202020204" pitchFamily="34" charset="0"/>
                </a:rPr>
                <a:t>V</a:t>
              </a:r>
              <a:r>
                <a:rPr lang="en-US" altLang="en-US" sz="2000" baseline="-25000">
                  <a:latin typeface="Arial" panose="020B0604020202020204" pitchFamily="34" charset="0"/>
                  <a:cs typeface="Arial" panose="020B0604020202020204" pitchFamily="34" charset="0"/>
                </a:rPr>
                <a:t>tđ1</a:t>
              </a:r>
              <a:endParaRPr lang="en-US" altLang="en-US" sz="2000">
                <a:latin typeface="Arial" panose="020B0604020202020204" pitchFamily="34" charset="0"/>
                <a:cs typeface="Arial" panose="020B0604020202020204" pitchFamily="34" charset="0"/>
              </a:endParaRPr>
            </a:p>
          </p:txBody>
        </p:sp>
        <p:sp>
          <p:nvSpPr>
            <p:cNvPr id="115730" name="Line 20"/>
            <p:cNvSpPr>
              <a:spLocks noChangeShapeType="1"/>
            </p:cNvSpPr>
            <p:nvPr/>
          </p:nvSpPr>
          <p:spPr bwMode="auto">
            <a:xfrm>
              <a:off x="5913120" y="4166755"/>
              <a:ext cx="0" cy="1652155"/>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31" name="Text Box 21"/>
            <p:cNvSpPr txBox="1">
              <a:spLocks noChangeArrowheads="1"/>
            </p:cNvSpPr>
            <p:nvPr/>
          </p:nvSpPr>
          <p:spPr bwMode="auto">
            <a:xfrm>
              <a:off x="5562600" y="5818909"/>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Arial" panose="020B0604020202020204" pitchFamily="34" charset="0"/>
                  <a:cs typeface="Arial" panose="020B0604020202020204" pitchFamily="34" charset="0"/>
                </a:rPr>
                <a:t>V</a:t>
              </a:r>
              <a:r>
                <a:rPr lang="en-US" altLang="en-US" sz="2000" baseline="-25000">
                  <a:latin typeface="Arial" panose="020B0604020202020204" pitchFamily="34" charset="0"/>
                  <a:cs typeface="Arial" panose="020B0604020202020204" pitchFamily="34" charset="0"/>
                </a:rPr>
                <a:t>tđ2</a:t>
              </a:r>
              <a:endParaRPr lang="en-US" altLang="en-US" sz="2000">
                <a:latin typeface="Arial" panose="020B0604020202020204" pitchFamily="34" charset="0"/>
                <a:cs typeface="Arial" panose="020B0604020202020204" pitchFamily="34" charset="0"/>
              </a:endParaRPr>
            </a:p>
          </p:txBody>
        </p:sp>
      </p:grpSp>
      <p:grpSp>
        <p:nvGrpSpPr>
          <p:cNvPr id="115715" name="Group 23"/>
          <p:cNvGrpSpPr>
            <a:grpSpLocks/>
          </p:cNvGrpSpPr>
          <p:nvPr/>
        </p:nvGrpSpPr>
        <p:grpSpPr bwMode="auto">
          <a:xfrm>
            <a:off x="1430338" y="1916113"/>
            <a:ext cx="2514600" cy="2741612"/>
            <a:chOff x="304800" y="304800"/>
            <a:chExt cx="2514600" cy="2141388"/>
          </a:xfrm>
        </p:grpSpPr>
        <p:sp>
          <p:nvSpPr>
            <p:cNvPr id="115717" name="Line 5"/>
            <p:cNvSpPr>
              <a:spLocks noChangeShapeType="1"/>
            </p:cNvSpPr>
            <p:nvPr/>
          </p:nvSpPr>
          <p:spPr bwMode="auto">
            <a:xfrm>
              <a:off x="914400" y="3048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18" name="Line 6"/>
            <p:cNvSpPr>
              <a:spLocks noChangeShapeType="1"/>
            </p:cNvSpPr>
            <p:nvPr/>
          </p:nvSpPr>
          <p:spPr bwMode="auto">
            <a:xfrm>
              <a:off x="533400" y="45720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5719" name="Text Box 11"/>
            <p:cNvSpPr txBox="1">
              <a:spLocks noChangeArrowheads="1"/>
            </p:cNvSpPr>
            <p:nvPr/>
          </p:nvSpPr>
          <p:spPr bwMode="auto">
            <a:xfrm>
              <a:off x="1295400" y="304800"/>
              <a:ext cx="1143000" cy="31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NaOH</a:t>
              </a:r>
            </a:p>
          </p:txBody>
        </p:sp>
        <p:sp>
          <p:nvSpPr>
            <p:cNvPr id="115720" name="Text Box 15"/>
            <p:cNvSpPr txBox="1">
              <a:spLocks noChangeArrowheads="1"/>
            </p:cNvSpPr>
            <p:nvPr/>
          </p:nvSpPr>
          <p:spPr bwMode="auto">
            <a:xfrm>
              <a:off x="304800" y="2133600"/>
              <a:ext cx="2514600" cy="31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CH</a:t>
              </a:r>
              <a:r>
                <a:rPr lang="en-US" altLang="en-US" sz="2000" baseline="-25000">
                  <a:latin typeface="Times New Roman" panose="02020603050405020304" pitchFamily="18" charset="0"/>
                  <a:cs typeface="Times New Roman" panose="02020603050405020304" pitchFamily="18" charset="0"/>
                </a:rPr>
                <a:t>3</a:t>
              </a:r>
              <a:r>
                <a:rPr lang="en-US" altLang="en-US" sz="2000">
                  <a:latin typeface="Times New Roman" panose="02020603050405020304" pitchFamily="18" charset="0"/>
                  <a:cs typeface="Times New Roman" panose="02020603050405020304" pitchFamily="18" charset="0"/>
                </a:rPr>
                <a:t>COOH + HCl</a:t>
              </a:r>
            </a:p>
          </p:txBody>
        </p:sp>
      </p:grpSp>
      <p:sp>
        <p:nvSpPr>
          <p:cNvPr id="11571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2E74C0A-D666-407E-8891-F559F335D622}" type="slidenum">
              <a:rPr lang="en-US" altLang="ru-RU">
                <a:solidFill>
                  <a:srgbClr val="FFFFFF"/>
                </a:solidFill>
                <a:latin typeface="Arial" panose="020B0604020202020204" pitchFamily="34" charset="0"/>
                <a:cs typeface="Arial" panose="020B0604020202020204" pitchFamily="34" charset="0"/>
              </a:rPr>
              <a:pPr/>
              <a:t>99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txBox="1">
            <a:spLocks noChangeArrowheads="1"/>
          </p:cNvSpPr>
          <p:nvPr/>
        </p:nvSpPr>
        <p:spPr bwMode="auto">
          <a:xfrm>
            <a:off x="1041400" y="236538"/>
            <a:ext cx="7851775"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lnSpc>
                <a:spcPct val="90000"/>
              </a:lnSpc>
              <a:spcBef>
                <a:spcPts val="1200"/>
              </a:spcBef>
              <a:spcAft>
                <a:spcPts val="200"/>
              </a:spcAft>
              <a:buClr>
                <a:schemeClr val="accent1"/>
              </a:buClr>
              <a:buSzPct val="100000"/>
              <a:buFont typeface="Calibri" panose="020F0502020204030204" pitchFamily="34" charset="0"/>
              <a:buChar char=" "/>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9pPr>
          </a:lstStyle>
          <a:p>
            <a:pPr>
              <a:lnSpc>
                <a:spcPct val="150000"/>
              </a:lnSpc>
              <a:spcBef>
                <a:spcPct val="20000"/>
              </a:spcBef>
              <a:spcAft>
                <a:spcPct val="0"/>
              </a:spcAft>
              <a:buClr>
                <a:srgbClr val="9999FF"/>
              </a:buClr>
              <a:buSzTx/>
              <a:buFontTx/>
              <a:buNone/>
            </a:pPr>
            <a:r>
              <a:rPr lang="en-US" sz="2200" b="1">
                <a:solidFill>
                  <a:srgbClr val="C00000"/>
                </a:solidFill>
                <a:latin typeface="Arial" panose="020B0604020202020204" pitchFamily="34" charset="0"/>
                <a:cs typeface="Arial" panose="020B0604020202020204" pitchFamily="34" charset="0"/>
              </a:rPr>
              <a:t>    b. Chu</a:t>
            </a:r>
            <a:r>
              <a:rPr lang="vi-VN" sz="2200" b="1">
                <a:solidFill>
                  <a:srgbClr val="C00000"/>
                </a:solidFill>
                <a:latin typeface="Arial" panose="020B0604020202020204" pitchFamily="34" charset="0"/>
                <a:cs typeface="Arial" panose="020B0604020202020204" pitchFamily="34" charset="0"/>
              </a:rPr>
              <a:t>ẩ</a:t>
            </a:r>
            <a:r>
              <a:rPr lang="en-US" sz="2200" b="1">
                <a:solidFill>
                  <a:srgbClr val="C00000"/>
                </a:solidFill>
                <a:latin typeface="Arial" panose="020B0604020202020204" pitchFamily="34" charset="0"/>
                <a:cs typeface="Arial" panose="020B0604020202020204" pitchFamily="34" charset="0"/>
              </a:rPr>
              <a:t>n đ</a:t>
            </a:r>
            <a:r>
              <a:rPr lang="vi-VN" sz="2200" b="1">
                <a:solidFill>
                  <a:srgbClr val="C00000"/>
                </a:solidFill>
                <a:latin typeface="Arial" panose="020B0604020202020204" pitchFamily="34" charset="0"/>
                <a:cs typeface="Arial" panose="020B0604020202020204" pitchFamily="34" charset="0"/>
              </a:rPr>
              <a:t>ộ</a:t>
            </a:r>
            <a:r>
              <a:rPr lang="en-US" sz="2200" b="1">
                <a:solidFill>
                  <a:srgbClr val="C00000"/>
                </a:solidFill>
                <a:latin typeface="Arial" panose="020B0604020202020204" pitchFamily="34" charset="0"/>
                <a:cs typeface="Arial" panose="020B0604020202020204" pitchFamily="34" charset="0"/>
              </a:rPr>
              <a:t> kết tủa</a:t>
            </a:r>
          </a:p>
          <a:p>
            <a:pPr>
              <a:lnSpc>
                <a:spcPct val="150000"/>
              </a:lnSpc>
              <a:spcBef>
                <a:spcPct val="20000"/>
              </a:spcBef>
              <a:spcAft>
                <a:spcPct val="0"/>
              </a:spcAft>
              <a:buClr>
                <a:srgbClr val="9999FF"/>
              </a:buClr>
              <a:buSzTx/>
              <a:buFont typeface="Wingdings" panose="05000000000000000000" pitchFamily="2" charset="2"/>
              <a:buNone/>
            </a:pPr>
            <a:r>
              <a:rPr lang="en-US" sz="2200" i="1">
                <a:solidFill>
                  <a:schemeClr val="tx1"/>
                </a:solidFill>
                <a:latin typeface="Arial" panose="020B0604020202020204" pitchFamily="34" charset="0"/>
                <a:cs typeface="Arial" panose="020B0604020202020204" pitchFamily="34" charset="0"/>
              </a:rPr>
              <a:t>    Chuẩn độ NaCl b</a:t>
            </a:r>
            <a:r>
              <a:rPr lang="vi-VN" sz="2200" i="1">
                <a:solidFill>
                  <a:schemeClr val="tx1"/>
                </a:solidFill>
                <a:latin typeface="Arial" panose="020B0604020202020204" pitchFamily="34" charset="0"/>
                <a:cs typeface="Arial" panose="020B0604020202020204" pitchFamily="34" charset="0"/>
              </a:rPr>
              <a:t>ằ</a:t>
            </a:r>
            <a:r>
              <a:rPr lang="en-US" sz="2200" i="1">
                <a:solidFill>
                  <a:schemeClr val="tx1"/>
                </a:solidFill>
                <a:latin typeface="Arial" panose="020B0604020202020204" pitchFamily="34" charset="0"/>
                <a:cs typeface="Arial" panose="020B0604020202020204" pitchFamily="34" charset="0"/>
              </a:rPr>
              <a:t>ng dung d</a:t>
            </a:r>
            <a:r>
              <a:rPr lang="vi-VN" sz="2200" i="1">
                <a:solidFill>
                  <a:schemeClr val="tx1"/>
                </a:solidFill>
                <a:latin typeface="Arial" panose="020B0604020202020204" pitchFamily="34" charset="0"/>
                <a:cs typeface="Arial" panose="020B0604020202020204" pitchFamily="34" charset="0"/>
              </a:rPr>
              <a:t>ị</a:t>
            </a:r>
            <a:r>
              <a:rPr lang="en-US" sz="2200" i="1">
                <a:solidFill>
                  <a:schemeClr val="tx1"/>
                </a:solidFill>
                <a:latin typeface="Arial" panose="020B0604020202020204" pitchFamily="34" charset="0"/>
                <a:cs typeface="Arial" panose="020B0604020202020204" pitchFamily="34" charset="0"/>
              </a:rPr>
              <a:t>ch AgNO</a:t>
            </a:r>
            <a:r>
              <a:rPr lang="en-US" sz="2200" i="1" baseline="-25000">
                <a:solidFill>
                  <a:schemeClr val="tx1"/>
                </a:solidFill>
                <a:latin typeface="Arial" panose="020B0604020202020204" pitchFamily="34" charset="0"/>
                <a:cs typeface="Arial" panose="020B0604020202020204" pitchFamily="34" charset="0"/>
              </a:rPr>
              <a:t>3</a:t>
            </a:r>
            <a:endParaRPr lang="en-US" sz="2200" u="sng">
              <a:solidFill>
                <a:schemeClr val="tx1"/>
              </a:solidFill>
              <a:latin typeface="Arial" panose="020B0604020202020204" pitchFamily="34" charset="0"/>
              <a:cs typeface="Arial" panose="020B0604020202020204" pitchFamily="34" charset="0"/>
            </a:endParaRPr>
          </a:p>
          <a:p>
            <a:pPr>
              <a:lnSpc>
                <a:spcPct val="150000"/>
              </a:lnSpc>
              <a:spcBef>
                <a:spcPct val="2000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Na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Cl</a:t>
            </a:r>
            <a:r>
              <a:rPr lang="en-US" sz="2200" baseline="300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 (Ag</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NO</a:t>
            </a:r>
            <a:r>
              <a:rPr lang="en-US" sz="2200" baseline="-25000">
                <a:solidFill>
                  <a:schemeClr val="tx1"/>
                </a:solidFill>
                <a:latin typeface="Arial" panose="020B0604020202020204" pitchFamily="34" charset="0"/>
                <a:cs typeface="Arial" panose="020B0604020202020204" pitchFamily="34" charset="0"/>
              </a:rPr>
              <a:t>3</a:t>
            </a:r>
            <a:r>
              <a:rPr lang="en-US" sz="2200" baseline="300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rPr>
              <a:t> AgCl + Na</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+NO</a:t>
            </a:r>
            <a:r>
              <a:rPr lang="en-US" sz="2200" baseline="-25000">
                <a:solidFill>
                  <a:schemeClr val="tx1"/>
                </a:solidFill>
                <a:latin typeface="Arial" panose="020B0604020202020204" pitchFamily="34" charset="0"/>
                <a:cs typeface="Arial" panose="020B0604020202020204" pitchFamily="34" charset="0"/>
              </a:rPr>
              <a:t>3</a:t>
            </a:r>
            <a:r>
              <a:rPr lang="en-US" sz="2200" baseline="30000">
                <a:solidFill>
                  <a:schemeClr val="tx1"/>
                </a:solidFill>
                <a:latin typeface="Arial" panose="020B0604020202020204" pitchFamily="34" charset="0"/>
                <a:cs typeface="Arial" panose="020B0604020202020204" pitchFamily="34" charset="0"/>
              </a:rPr>
              <a:t>-</a:t>
            </a:r>
            <a:endParaRPr lang="en-US" sz="2200">
              <a:solidFill>
                <a:schemeClr val="tx1"/>
              </a:solidFill>
              <a:latin typeface="Arial" panose="020B0604020202020204" pitchFamily="34" charset="0"/>
              <a:cs typeface="Arial" panose="020B0604020202020204" pitchFamily="34" charset="0"/>
            </a:endParaRPr>
          </a:p>
          <a:p>
            <a:pPr algn="just">
              <a:lnSpc>
                <a:spcPct val="150000"/>
              </a:lnSpc>
              <a:spcBef>
                <a:spcPts val="600"/>
              </a:spcBef>
              <a:spcAft>
                <a:spcPts val="600"/>
              </a:spcAft>
              <a:buClrTx/>
              <a:buSzTx/>
              <a:buFontTx/>
              <a:buNone/>
            </a:pPr>
            <a:r>
              <a:rPr lang="en-US" sz="2200">
                <a:solidFill>
                  <a:schemeClr val="tx1"/>
                </a:solidFill>
                <a:latin typeface="Arial" panose="020B0604020202020204" pitchFamily="34" charset="0"/>
                <a:cs typeface="Arial" panose="020B0604020202020204" pitchFamily="34" charset="0"/>
              </a:rPr>
              <a:t>.</a:t>
            </a:r>
          </a:p>
        </p:txBody>
      </p:sp>
      <p:graphicFrame>
        <p:nvGraphicFramePr>
          <p:cNvPr id="116739" name="Object 685"/>
          <p:cNvGraphicFramePr>
            <a:graphicFrameLocks noGrp="1" noChangeAspect="1"/>
          </p:cNvGraphicFramePr>
          <p:nvPr/>
        </p:nvGraphicFramePr>
        <p:xfrm>
          <a:off x="1060450" y="2492375"/>
          <a:ext cx="2214563" cy="590550"/>
        </p:xfrm>
        <a:graphic>
          <a:graphicData uri="http://schemas.openxmlformats.org/presentationml/2006/ole">
            <mc:AlternateContent xmlns:mc="http://schemas.openxmlformats.org/markup-compatibility/2006">
              <mc:Choice xmlns:v="urn:schemas-microsoft-com:vml" Requires="v">
                <p:oleObj spid="_x0000_s116753" name="Equation" r:id="rId3" imgW="952087" imgH="253890" progId="">
                  <p:embed/>
                </p:oleObj>
              </mc:Choice>
              <mc:Fallback>
                <p:oleObj name="Equation" r:id="rId3" imgW="952087" imgH="253890" progId="">
                  <p:embed/>
                  <p:pic>
                    <p:nvPicPr>
                      <p:cNvPr id="0" name="Object 68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2492375"/>
                        <a:ext cx="22145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0" name="Object 686"/>
          <p:cNvGraphicFramePr>
            <a:graphicFrameLocks noGrp="1" noChangeAspect="1"/>
          </p:cNvGraphicFramePr>
          <p:nvPr/>
        </p:nvGraphicFramePr>
        <p:xfrm>
          <a:off x="1042988" y="3165475"/>
          <a:ext cx="3751262" cy="736600"/>
        </p:xfrm>
        <a:graphic>
          <a:graphicData uri="http://schemas.openxmlformats.org/presentationml/2006/ole">
            <mc:AlternateContent xmlns:mc="http://schemas.openxmlformats.org/markup-compatibility/2006">
              <mc:Choice xmlns:v="urn:schemas-microsoft-com:vml" Requires="v">
                <p:oleObj spid="_x0000_s116754" name="Equation" r:id="rId5" imgW="1422400" imgH="279400" progId="">
                  <p:embed/>
                </p:oleObj>
              </mc:Choice>
              <mc:Fallback>
                <p:oleObj name="Equation" r:id="rId5" imgW="1422400" imgH="279400" progId="">
                  <p:embed/>
                  <p:pic>
                    <p:nvPicPr>
                      <p:cNvPr id="0" name="Object 68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3165475"/>
                        <a:ext cx="375126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1" name="Object 687"/>
          <p:cNvGraphicFramePr>
            <a:graphicFrameLocks noChangeAspect="1"/>
          </p:cNvGraphicFramePr>
          <p:nvPr/>
        </p:nvGraphicFramePr>
        <p:xfrm>
          <a:off x="1042988" y="3963988"/>
          <a:ext cx="2693987" cy="695325"/>
        </p:xfrm>
        <a:graphic>
          <a:graphicData uri="http://schemas.openxmlformats.org/presentationml/2006/ole">
            <mc:AlternateContent xmlns:mc="http://schemas.openxmlformats.org/markup-compatibility/2006">
              <mc:Choice xmlns:v="urn:schemas-microsoft-com:vml" Requires="v">
                <p:oleObj spid="_x0000_s116755" name="Equation" r:id="rId7" imgW="1079500" imgH="279400" progId="">
                  <p:embed/>
                </p:oleObj>
              </mc:Choice>
              <mc:Fallback>
                <p:oleObj name="Equation" r:id="rId7" imgW="1079500" imgH="279400" progId="">
                  <p:embed/>
                  <p:pic>
                    <p:nvPicPr>
                      <p:cNvPr id="0" name="Object 6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3963988"/>
                        <a:ext cx="2693987"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2" name="Object 688"/>
          <p:cNvGraphicFramePr>
            <a:graphicFrameLocks noGrp="1" noChangeAspect="1"/>
          </p:cNvGraphicFramePr>
          <p:nvPr/>
        </p:nvGraphicFramePr>
        <p:xfrm>
          <a:off x="1042988" y="4814888"/>
          <a:ext cx="4140200" cy="785812"/>
        </p:xfrm>
        <a:graphic>
          <a:graphicData uri="http://schemas.openxmlformats.org/presentationml/2006/ole">
            <mc:AlternateContent xmlns:mc="http://schemas.openxmlformats.org/markup-compatibility/2006">
              <mc:Choice xmlns:v="urn:schemas-microsoft-com:vml" Requires="v">
                <p:oleObj spid="_x0000_s116756" name="Equation" r:id="rId9" imgW="1473200" imgH="279400" progId="">
                  <p:embed/>
                </p:oleObj>
              </mc:Choice>
              <mc:Fallback>
                <p:oleObj name="Equation" r:id="rId9" imgW="1473200" imgH="279400" progId="">
                  <p:embed/>
                  <p:pic>
                    <p:nvPicPr>
                      <p:cNvPr id="0" name="Object 688"/>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4814888"/>
                        <a:ext cx="41402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6743" name="Group 15"/>
          <p:cNvGrpSpPr>
            <a:grpSpLocks/>
          </p:cNvGrpSpPr>
          <p:nvPr/>
        </p:nvGrpSpPr>
        <p:grpSpPr bwMode="auto">
          <a:xfrm>
            <a:off x="5292725" y="2708275"/>
            <a:ext cx="3671888" cy="3441700"/>
            <a:chOff x="152400" y="2590800"/>
            <a:chExt cx="4648200" cy="3847146"/>
          </a:xfrm>
        </p:grpSpPr>
        <p:sp>
          <p:nvSpPr>
            <p:cNvPr id="116745" name="Line 9"/>
            <p:cNvSpPr>
              <a:spLocks noChangeShapeType="1"/>
            </p:cNvSpPr>
            <p:nvPr/>
          </p:nvSpPr>
          <p:spPr bwMode="auto">
            <a:xfrm flipV="1">
              <a:off x="588169" y="2679892"/>
              <a:ext cx="0" cy="311820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46" name="Line 10"/>
            <p:cNvSpPr>
              <a:spLocks noChangeShapeType="1"/>
            </p:cNvSpPr>
            <p:nvPr/>
          </p:nvSpPr>
          <p:spPr bwMode="auto">
            <a:xfrm>
              <a:off x="588169" y="5798098"/>
              <a:ext cx="413980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47" name="Line 11"/>
            <p:cNvSpPr>
              <a:spLocks noChangeShapeType="1"/>
            </p:cNvSpPr>
            <p:nvPr/>
          </p:nvSpPr>
          <p:spPr bwMode="auto">
            <a:xfrm rot="-3753788">
              <a:off x="1158598" y="3883877"/>
              <a:ext cx="660122" cy="1655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8" name="Line 12"/>
            <p:cNvSpPr>
              <a:spLocks noChangeShapeType="1"/>
            </p:cNvSpPr>
            <p:nvPr/>
          </p:nvSpPr>
          <p:spPr bwMode="auto">
            <a:xfrm rot="19870293" flipV="1">
              <a:off x="2166753" y="4110655"/>
              <a:ext cx="2070949" cy="1947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9" name="Text Box 15"/>
            <p:cNvSpPr txBox="1">
              <a:spLocks noChangeArrowheads="1"/>
            </p:cNvSpPr>
            <p:nvPr/>
          </p:nvSpPr>
          <p:spPr bwMode="auto">
            <a:xfrm>
              <a:off x="152400" y="2590800"/>
              <a:ext cx="36314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p:txBody>
        </p:sp>
        <p:sp>
          <p:nvSpPr>
            <p:cNvPr id="116750" name="Text Box 16"/>
            <p:cNvSpPr txBox="1">
              <a:spLocks noChangeArrowheads="1"/>
            </p:cNvSpPr>
            <p:nvPr/>
          </p:nvSpPr>
          <p:spPr bwMode="auto">
            <a:xfrm>
              <a:off x="4074319" y="5976281"/>
              <a:ext cx="7262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rPr>
                <a:t>V</a:t>
              </a:r>
            </a:p>
          </p:txBody>
        </p:sp>
        <p:sp>
          <p:nvSpPr>
            <p:cNvPr id="116751" name="Line 18"/>
            <p:cNvSpPr>
              <a:spLocks noChangeShapeType="1"/>
            </p:cNvSpPr>
            <p:nvPr/>
          </p:nvSpPr>
          <p:spPr bwMode="auto">
            <a:xfrm>
              <a:off x="2331720" y="4713759"/>
              <a:ext cx="0" cy="1069099"/>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2" name="Text Box 19"/>
            <p:cNvSpPr txBox="1">
              <a:spLocks noChangeArrowheads="1"/>
            </p:cNvSpPr>
            <p:nvPr/>
          </p:nvSpPr>
          <p:spPr bwMode="auto">
            <a:xfrm>
              <a:off x="2040731" y="5798098"/>
              <a:ext cx="6536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Arial" panose="020B0604020202020204" pitchFamily="34" charset="0"/>
                  <a:cs typeface="Arial" panose="020B0604020202020204" pitchFamily="34" charset="0"/>
                </a:rPr>
                <a:t>V</a:t>
              </a:r>
              <a:r>
                <a:rPr lang="en-US" altLang="en-US" sz="2000" baseline="-25000">
                  <a:latin typeface="Arial" panose="020B0604020202020204" pitchFamily="34" charset="0"/>
                  <a:cs typeface="Arial" panose="020B0604020202020204" pitchFamily="34" charset="0"/>
                </a:rPr>
                <a:t>tđ</a:t>
              </a:r>
              <a:endParaRPr lang="en-US" altLang="en-US" sz="2000">
                <a:latin typeface="Arial" panose="020B0604020202020204" pitchFamily="34" charset="0"/>
                <a:cs typeface="Arial" panose="020B0604020202020204" pitchFamily="34" charset="0"/>
              </a:endParaRPr>
            </a:p>
          </p:txBody>
        </p:sp>
      </p:grpSp>
      <p:sp>
        <p:nvSpPr>
          <p:cNvPr id="116744"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49748E4-84CB-4937-BDD5-31C48E544EA7}" type="slidenum">
              <a:rPr lang="en-US" altLang="ru-RU">
                <a:solidFill>
                  <a:srgbClr val="FFFFFF"/>
                </a:solidFill>
                <a:latin typeface="Arial" panose="020B0604020202020204" pitchFamily="34" charset="0"/>
                <a:cs typeface="Arial" panose="020B0604020202020204" pitchFamily="34" charset="0"/>
              </a:rPr>
              <a:pPr/>
              <a:t>100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
          <p:cNvSpPr>
            <a:spLocks noChangeArrowheads="1"/>
          </p:cNvSpPr>
          <p:nvPr/>
        </p:nvSpPr>
        <p:spPr bwMode="auto">
          <a:xfrm>
            <a:off x="1258888" y="42863"/>
            <a:ext cx="3516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400" b="1">
                <a:solidFill>
                  <a:srgbClr val="C00000"/>
                </a:solidFill>
                <a:latin typeface="Arial" panose="020B0604020202020204" pitchFamily="34" charset="0"/>
                <a:cs typeface="Arial" panose="020B0604020202020204" pitchFamily="34" charset="0"/>
              </a:rPr>
              <a:t>c. Chuẩn độ phức chất</a:t>
            </a:r>
          </a:p>
        </p:txBody>
      </p:sp>
      <p:sp>
        <p:nvSpPr>
          <p:cNvPr id="117763" name="Rectangle 2"/>
          <p:cNvSpPr txBox="1">
            <a:spLocks noChangeArrowheads="1"/>
          </p:cNvSpPr>
          <p:nvPr/>
        </p:nvSpPr>
        <p:spPr bwMode="auto">
          <a:xfrm>
            <a:off x="990600" y="565150"/>
            <a:ext cx="7878763"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lnSpc>
                <a:spcPct val="90000"/>
              </a:lnSpc>
              <a:spcBef>
                <a:spcPts val="1200"/>
              </a:spcBef>
              <a:spcAft>
                <a:spcPts val="200"/>
              </a:spcAft>
              <a:buClr>
                <a:schemeClr val="accent1"/>
              </a:buClr>
              <a:buSzPct val="100000"/>
              <a:buFont typeface="Calibri" panose="020F0502020204030204" pitchFamily="34" charset="0"/>
              <a:buChar char=" "/>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9pPr>
          </a:lstStyle>
          <a:p>
            <a:pPr>
              <a:lnSpc>
                <a:spcPct val="150000"/>
              </a:lnSpc>
              <a:spcBef>
                <a:spcPct val="0"/>
              </a:spcBef>
              <a:spcAft>
                <a:spcPct val="0"/>
              </a:spcAft>
              <a:buClr>
                <a:srgbClr val="9999FF"/>
              </a:buClr>
              <a:buSzTx/>
              <a:buFontTx/>
              <a:buNone/>
            </a:pPr>
            <a:r>
              <a:rPr lang="en-US" sz="2200" b="1">
                <a:solidFill>
                  <a:srgbClr val="C00000"/>
                </a:solidFill>
                <a:latin typeface="Arial" panose="020B0604020202020204" pitchFamily="34" charset="0"/>
                <a:cs typeface="Arial" panose="020B0604020202020204" pitchFamily="34" charset="0"/>
              </a:rPr>
              <a:t>    </a:t>
            </a:r>
            <a:r>
              <a:rPr lang="en-US" sz="2200" i="1">
                <a:solidFill>
                  <a:schemeClr val="tx1"/>
                </a:solidFill>
                <a:latin typeface="Arial" panose="020B0604020202020204" pitchFamily="34" charset="0"/>
                <a:cs typeface="Arial" panose="020B0604020202020204" pitchFamily="34" charset="0"/>
              </a:rPr>
              <a:t>    Chuẩn độ </a:t>
            </a:r>
            <a:r>
              <a:rPr lang="en-US" sz="2200">
                <a:solidFill>
                  <a:schemeClr val="tx1"/>
                </a:solidFill>
                <a:latin typeface="Arial" panose="020B0604020202020204" pitchFamily="34" charset="0"/>
                <a:cs typeface="Arial" panose="020B0604020202020204" pitchFamily="34" charset="0"/>
              </a:rPr>
              <a:t>Fe</a:t>
            </a:r>
            <a:r>
              <a:rPr lang="en-US" sz="2200" baseline="30000">
                <a:solidFill>
                  <a:schemeClr val="tx1"/>
                </a:solidFill>
                <a:latin typeface="Arial" panose="020B0604020202020204" pitchFamily="34" charset="0"/>
                <a:cs typeface="Arial" panose="020B0604020202020204" pitchFamily="34" charset="0"/>
              </a:rPr>
              <a:t>3+</a:t>
            </a:r>
            <a:r>
              <a:rPr lang="en-US" sz="2200" i="1">
                <a:solidFill>
                  <a:schemeClr val="tx1"/>
                </a:solidFill>
                <a:latin typeface="Arial" panose="020B0604020202020204" pitchFamily="34" charset="0"/>
                <a:cs typeface="Arial" panose="020B0604020202020204" pitchFamily="34" charset="0"/>
              </a:rPr>
              <a:t> b</a:t>
            </a:r>
            <a:r>
              <a:rPr lang="vi-VN" sz="2200" i="1">
                <a:solidFill>
                  <a:schemeClr val="tx1"/>
                </a:solidFill>
                <a:latin typeface="Arial" panose="020B0604020202020204" pitchFamily="34" charset="0"/>
                <a:cs typeface="Arial" panose="020B0604020202020204" pitchFamily="34" charset="0"/>
              </a:rPr>
              <a:t>ằ</a:t>
            </a:r>
            <a:r>
              <a:rPr lang="en-US" sz="2200" i="1">
                <a:solidFill>
                  <a:schemeClr val="tx1"/>
                </a:solidFill>
                <a:latin typeface="Arial" panose="020B0604020202020204" pitchFamily="34" charset="0"/>
                <a:cs typeface="Arial" panose="020B0604020202020204" pitchFamily="34" charset="0"/>
              </a:rPr>
              <a:t>ng dung d</a:t>
            </a:r>
            <a:r>
              <a:rPr lang="vi-VN" sz="2200" i="1">
                <a:solidFill>
                  <a:schemeClr val="tx1"/>
                </a:solidFill>
                <a:latin typeface="Arial" panose="020B0604020202020204" pitchFamily="34" charset="0"/>
                <a:cs typeface="Arial" panose="020B0604020202020204" pitchFamily="34" charset="0"/>
              </a:rPr>
              <a:t>ị</a:t>
            </a:r>
            <a:r>
              <a:rPr lang="en-US" sz="2200" i="1">
                <a:solidFill>
                  <a:schemeClr val="tx1"/>
                </a:solidFill>
                <a:latin typeface="Arial" panose="020B0604020202020204" pitchFamily="34" charset="0"/>
                <a:cs typeface="Arial" panose="020B0604020202020204" pitchFamily="34" charset="0"/>
              </a:rPr>
              <a:t>ch H</a:t>
            </a:r>
            <a:r>
              <a:rPr lang="en-US" sz="2200" i="1" baseline="-25000">
                <a:solidFill>
                  <a:schemeClr val="tx1"/>
                </a:solidFill>
                <a:latin typeface="Arial" panose="020B0604020202020204" pitchFamily="34" charset="0"/>
                <a:cs typeface="Arial" panose="020B0604020202020204" pitchFamily="34" charset="0"/>
              </a:rPr>
              <a:t>2</a:t>
            </a:r>
            <a:r>
              <a:rPr lang="en-US" sz="2200" i="1">
                <a:solidFill>
                  <a:schemeClr val="tx1"/>
                </a:solidFill>
                <a:latin typeface="Arial" panose="020B0604020202020204" pitchFamily="34" charset="0"/>
                <a:cs typeface="Arial" panose="020B0604020202020204" pitchFamily="34" charset="0"/>
              </a:rPr>
              <a:t>Y</a:t>
            </a:r>
            <a:r>
              <a:rPr lang="en-US" sz="2200" i="1" baseline="30000">
                <a:solidFill>
                  <a:schemeClr val="tx1"/>
                </a:solidFill>
                <a:latin typeface="Arial" panose="020B0604020202020204" pitchFamily="34" charset="0"/>
                <a:cs typeface="Arial" panose="020B0604020202020204" pitchFamily="34" charset="0"/>
              </a:rPr>
              <a:t>2-</a:t>
            </a:r>
            <a:endParaRPr lang="en-US" sz="2200" u="sng">
              <a:solidFill>
                <a:schemeClr val="tx1"/>
              </a:solidFill>
              <a:latin typeface="Arial" panose="020B0604020202020204" pitchFamily="34" charset="0"/>
              <a:cs typeface="Arial" panose="020B0604020202020204" pitchFamily="34" charset="0"/>
            </a:endParaRPr>
          </a:p>
          <a:p>
            <a:pPr>
              <a:lnSpc>
                <a:spcPct val="150000"/>
              </a:lnSpc>
              <a:spcBef>
                <a:spcPct val="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Fe</a:t>
            </a:r>
            <a:r>
              <a:rPr lang="en-US" sz="2200" baseline="30000">
                <a:solidFill>
                  <a:schemeClr val="tx1"/>
                </a:solidFill>
                <a:latin typeface="Arial" panose="020B0604020202020204" pitchFamily="34" charset="0"/>
                <a:cs typeface="Arial" panose="020B0604020202020204" pitchFamily="34" charset="0"/>
              </a:rPr>
              <a:t>3+ </a:t>
            </a:r>
            <a:r>
              <a:rPr lang="en-US" sz="2200">
                <a:solidFill>
                  <a:schemeClr val="tx1"/>
                </a:solidFill>
                <a:latin typeface="Arial" panose="020B0604020202020204" pitchFamily="34" charset="0"/>
                <a:cs typeface="Arial" panose="020B0604020202020204" pitchFamily="34" charset="0"/>
              </a:rPr>
              <a:t>+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Y</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rPr>
              <a:t> FeY</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+ 2H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a:t>
            </a:r>
          </a:p>
          <a:p>
            <a:pPr algn="just">
              <a:lnSpc>
                <a:spcPct val="150000"/>
              </a:lnSpc>
              <a:spcBef>
                <a:spcPct val="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Fe</a:t>
            </a:r>
            <a:r>
              <a:rPr lang="en-US" sz="2200" baseline="30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 thay b</a:t>
            </a:r>
            <a:r>
              <a:rPr lang="vi-VN" sz="2200">
                <a:solidFill>
                  <a:schemeClr val="tx1"/>
                </a:solidFill>
                <a:latin typeface="Arial" panose="020B0604020202020204" pitchFamily="34" charset="0"/>
                <a:cs typeface="Arial" panose="020B0604020202020204" pitchFamily="34" charset="0"/>
              </a:rPr>
              <a:t>ằ</a:t>
            </a:r>
            <a:r>
              <a:rPr lang="en-US" sz="2200">
                <a:solidFill>
                  <a:schemeClr val="tx1"/>
                </a:solidFill>
                <a:latin typeface="Arial" panose="020B0604020202020204" pitchFamily="34" charset="0"/>
                <a:cs typeface="Arial" panose="020B0604020202020204" pitchFamily="34" charset="0"/>
              </a:rPr>
              <a:t>ng 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đ</a:t>
            </a:r>
            <a:r>
              <a:rPr lang="vi-VN" sz="2200">
                <a:solidFill>
                  <a:schemeClr val="tx1"/>
                </a:solidFill>
                <a:latin typeface="Arial" panose="020B0604020202020204" pitchFamily="34" charset="0"/>
                <a:cs typeface="Arial" panose="020B0604020202020204" pitchFamily="34" charset="0"/>
              </a:rPr>
              <a:t>ộ</a:t>
            </a:r>
            <a:r>
              <a:rPr lang="en-US" sz="2200">
                <a:solidFill>
                  <a:schemeClr val="tx1"/>
                </a:solidFill>
                <a:latin typeface="Arial" panose="020B0604020202020204" pitchFamily="34" charset="0"/>
                <a:cs typeface="Arial" panose="020B0604020202020204" pitchFamily="34" charset="0"/>
              </a:rPr>
              <a:t> d</a:t>
            </a:r>
            <a:r>
              <a:rPr lang="vi-VN" sz="2200">
                <a:solidFill>
                  <a:schemeClr val="tx1"/>
                </a:solidFill>
                <a:latin typeface="Arial" panose="020B0604020202020204" pitchFamily="34" charset="0"/>
                <a:cs typeface="Arial" panose="020B0604020202020204" pitchFamily="34" charset="0"/>
              </a:rPr>
              <a:t>ẫ</a:t>
            </a:r>
            <a:r>
              <a:rPr lang="en-US" sz="2200">
                <a:solidFill>
                  <a:schemeClr val="tx1"/>
                </a:solidFill>
                <a:latin typeface="Arial" panose="020B0604020202020204" pitchFamily="34" charset="0"/>
                <a:cs typeface="Arial" panose="020B0604020202020204" pitchFamily="34" charset="0"/>
              </a:rPr>
              <a:t>n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n c</a:t>
            </a:r>
            <a:r>
              <a:rPr lang="vi-VN" sz="2200">
                <a:solidFill>
                  <a:schemeClr val="tx1"/>
                </a:solidFill>
                <a:latin typeface="Arial" panose="020B0604020202020204" pitchFamily="34" charset="0"/>
                <a:cs typeface="Arial" panose="020B0604020202020204" pitchFamily="34" charset="0"/>
              </a:rPr>
              <a:t>ủ</a:t>
            </a:r>
            <a:r>
              <a:rPr lang="en-US" sz="2200">
                <a:solidFill>
                  <a:schemeClr val="tx1"/>
                </a:solidFill>
                <a:latin typeface="Arial" panose="020B0604020202020204" pitchFamily="34" charset="0"/>
                <a:cs typeface="Arial" panose="020B0604020202020204" pitchFamily="34" charset="0"/>
              </a:rPr>
              <a:t>a dung d</a:t>
            </a:r>
            <a:r>
              <a:rPr lang="vi-VN" sz="2200">
                <a:solidFill>
                  <a:schemeClr val="tx1"/>
                </a:solidFill>
                <a:latin typeface="Arial" panose="020B0604020202020204" pitchFamily="34" charset="0"/>
                <a:cs typeface="Arial" panose="020B0604020202020204" pitchFamily="34" charset="0"/>
              </a:rPr>
              <a:t>ị</a:t>
            </a:r>
            <a:r>
              <a:rPr lang="en-US" sz="2200">
                <a:solidFill>
                  <a:schemeClr val="tx1"/>
                </a:solidFill>
                <a:latin typeface="Arial" panose="020B0604020202020204" pitchFamily="34" charset="0"/>
                <a:cs typeface="Arial" panose="020B0604020202020204" pitchFamily="34" charset="0"/>
              </a:rPr>
              <a:t>ch tăng.</a:t>
            </a:r>
          </a:p>
          <a:p>
            <a:pPr algn="just">
              <a:lnSpc>
                <a:spcPct val="150000"/>
              </a:lnSpc>
              <a:spcBef>
                <a:spcPct val="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Sau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tương đương H</a:t>
            </a:r>
            <a:r>
              <a:rPr lang="en-US" sz="2200" baseline="300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Y</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a:t>
            </a:r>
            <a:r>
              <a:rPr lang="en-US" sz="2200">
                <a:solidFill>
                  <a:schemeClr val="tx1"/>
                </a:solidFill>
                <a:latin typeface="Arial" panose="020B0604020202020204" pitchFamily="34" charset="0"/>
                <a:cs typeface="Arial" panose="020B0604020202020204" pitchFamily="34" charset="0"/>
              </a:rPr>
              <a:t> H</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Y</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 </a:t>
            </a:r>
            <a:r>
              <a:rPr lang="en-US" sz="2200">
                <a:solidFill>
                  <a:schemeClr val="tx1"/>
                </a:solidFill>
                <a:latin typeface="Arial" panose="020B0604020202020204" pitchFamily="34" charset="0"/>
                <a:cs typeface="Arial" panose="020B0604020202020204" pitchFamily="34" charset="0"/>
              </a:rPr>
              <a:t>đ</a:t>
            </a:r>
            <a:r>
              <a:rPr lang="vi-VN" sz="2200">
                <a:solidFill>
                  <a:schemeClr val="tx1"/>
                </a:solidFill>
                <a:latin typeface="Arial" panose="020B0604020202020204" pitchFamily="34" charset="0"/>
                <a:cs typeface="Arial" panose="020B0604020202020204" pitchFamily="34" charset="0"/>
              </a:rPr>
              <a:t>ộ</a:t>
            </a:r>
            <a:r>
              <a:rPr lang="en-US" sz="2200">
                <a:solidFill>
                  <a:schemeClr val="tx1"/>
                </a:solidFill>
                <a:latin typeface="Arial" panose="020B0604020202020204" pitchFamily="34" charset="0"/>
                <a:cs typeface="Arial" panose="020B0604020202020204" pitchFamily="34" charset="0"/>
              </a:rPr>
              <a:t> d</a:t>
            </a:r>
            <a:r>
              <a:rPr lang="vi-VN" sz="2200">
                <a:solidFill>
                  <a:schemeClr val="tx1"/>
                </a:solidFill>
                <a:latin typeface="Arial" panose="020B0604020202020204" pitchFamily="34" charset="0"/>
                <a:cs typeface="Arial" panose="020B0604020202020204" pitchFamily="34" charset="0"/>
              </a:rPr>
              <a:t>ẫ</a:t>
            </a:r>
            <a:r>
              <a:rPr lang="en-US" sz="2200">
                <a:solidFill>
                  <a:schemeClr val="tx1"/>
                </a:solidFill>
                <a:latin typeface="Arial" panose="020B0604020202020204" pitchFamily="34" charset="0"/>
                <a:cs typeface="Arial" panose="020B0604020202020204" pitchFamily="34" charset="0"/>
              </a:rPr>
              <a:t>n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n giảm. Giao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c</a:t>
            </a:r>
            <a:r>
              <a:rPr lang="vi-VN" sz="2200">
                <a:solidFill>
                  <a:schemeClr val="tx1"/>
                </a:solidFill>
                <a:latin typeface="Arial" panose="020B0604020202020204" pitchFamily="34" charset="0"/>
                <a:cs typeface="Arial" panose="020B0604020202020204" pitchFamily="34" charset="0"/>
              </a:rPr>
              <a:t>ủ</a:t>
            </a:r>
            <a:r>
              <a:rPr lang="en-US" sz="2200">
                <a:solidFill>
                  <a:schemeClr val="tx1"/>
                </a:solidFill>
                <a:latin typeface="Arial" panose="020B0604020202020204" pitchFamily="34" charset="0"/>
                <a:cs typeface="Arial" panose="020B0604020202020204" pitchFamily="34" charset="0"/>
              </a:rPr>
              <a:t>a hai đư</a:t>
            </a:r>
            <a:r>
              <a:rPr lang="vi-VN" sz="2200">
                <a:solidFill>
                  <a:schemeClr val="tx1"/>
                </a:solidFill>
                <a:latin typeface="Arial" panose="020B0604020202020204" pitchFamily="34" charset="0"/>
                <a:cs typeface="Arial" panose="020B0604020202020204" pitchFamily="34" charset="0"/>
              </a:rPr>
              <a:t>ờ</a:t>
            </a:r>
            <a:r>
              <a:rPr lang="en-US" sz="2200">
                <a:solidFill>
                  <a:schemeClr val="tx1"/>
                </a:solidFill>
                <a:latin typeface="Arial" panose="020B0604020202020204" pitchFamily="34" charset="0"/>
                <a:cs typeface="Arial" panose="020B0604020202020204" pitchFamily="34" charset="0"/>
              </a:rPr>
              <a:t>ng th</a:t>
            </a:r>
            <a:r>
              <a:rPr lang="vi-VN" sz="2200">
                <a:solidFill>
                  <a:schemeClr val="tx1"/>
                </a:solidFill>
                <a:latin typeface="Arial" panose="020B0604020202020204" pitchFamily="34" charset="0"/>
                <a:cs typeface="Arial" panose="020B0604020202020204" pitchFamily="34" charset="0"/>
              </a:rPr>
              <a:t>ẳ</a:t>
            </a:r>
            <a:r>
              <a:rPr lang="en-US" sz="2200">
                <a:solidFill>
                  <a:schemeClr val="tx1"/>
                </a:solidFill>
                <a:latin typeface="Arial" panose="020B0604020202020204" pitchFamily="34" charset="0"/>
                <a:cs typeface="Arial" panose="020B0604020202020204" pitchFamily="34" charset="0"/>
              </a:rPr>
              <a:t>ng cho phép xác định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tương đương.</a:t>
            </a:r>
          </a:p>
        </p:txBody>
      </p:sp>
      <p:pic>
        <p:nvPicPr>
          <p:cNvPr id="11776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3573463"/>
            <a:ext cx="332105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5"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8664D8A-17D9-4273-A116-A03C3BACEAF8}" type="slidenum">
              <a:rPr lang="en-US" altLang="ru-RU">
                <a:solidFill>
                  <a:srgbClr val="FFFFFF"/>
                </a:solidFill>
                <a:latin typeface="Arial" panose="020B0604020202020204" pitchFamily="34" charset="0"/>
                <a:cs typeface="Arial" panose="020B0604020202020204" pitchFamily="34" charset="0"/>
              </a:rPr>
              <a:pPr/>
              <a:t>101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txBox="1">
            <a:spLocks noChangeArrowheads="1"/>
          </p:cNvSpPr>
          <p:nvPr/>
        </p:nvSpPr>
        <p:spPr bwMode="auto">
          <a:xfrm>
            <a:off x="539750" y="115888"/>
            <a:ext cx="8302625"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lnSpc>
                <a:spcPct val="90000"/>
              </a:lnSpc>
              <a:spcBef>
                <a:spcPts val="1200"/>
              </a:spcBef>
              <a:spcAft>
                <a:spcPts val="200"/>
              </a:spcAft>
              <a:buClr>
                <a:schemeClr val="accent1"/>
              </a:buClr>
              <a:buSzPct val="100000"/>
              <a:buFont typeface="Calibri" panose="020F0502020204030204" pitchFamily="34" charset="0"/>
              <a:buChar char=" "/>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sz="1400">
                <a:solidFill>
                  <a:srgbClr val="404040"/>
                </a:solidFill>
                <a:latin typeface="Calibri" panose="020F0502020204030204" pitchFamily="34" charset="0"/>
              </a:defRPr>
            </a:lvl9pPr>
          </a:lstStyle>
          <a:p>
            <a:pPr>
              <a:lnSpc>
                <a:spcPct val="150000"/>
              </a:lnSpc>
              <a:spcBef>
                <a:spcPct val="0"/>
              </a:spcBef>
              <a:spcAft>
                <a:spcPct val="0"/>
              </a:spcAft>
              <a:buClr>
                <a:srgbClr val="9999FF"/>
              </a:buClr>
              <a:buSzTx/>
              <a:buFontTx/>
              <a:buNone/>
            </a:pPr>
            <a:r>
              <a:rPr lang="en-US" sz="2200" b="1">
                <a:solidFill>
                  <a:srgbClr val="C00000"/>
                </a:solidFill>
                <a:latin typeface="Arial" panose="020B0604020202020204" pitchFamily="34" charset="0"/>
                <a:cs typeface="Arial" panose="020B0604020202020204" pitchFamily="34" charset="0"/>
              </a:rPr>
              <a:t>    </a:t>
            </a:r>
            <a:r>
              <a:rPr lang="en-US" sz="2200" i="1">
                <a:solidFill>
                  <a:schemeClr val="tx1"/>
                </a:solidFill>
                <a:latin typeface="Arial" panose="020B0604020202020204" pitchFamily="34" charset="0"/>
                <a:cs typeface="Arial" panose="020B0604020202020204" pitchFamily="34" charset="0"/>
              </a:rPr>
              <a:t>    Chuẩn độ </a:t>
            </a:r>
            <a:r>
              <a:rPr lang="en-US" sz="2200">
                <a:solidFill>
                  <a:schemeClr val="tx1"/>
                </a:solidFill>
                <a:latin typeface="Arial" panose="020B0604020202020204" pitchFamily="34" charset="0"/>
                <a:cs typeface="Arial" panose="020B0604020202020204" pitchFamily="34" charset="0"/>
              </a:rPr>
              <a:t>Mg</a:t>
            </a:r>
            <a:r>
              <a:rPr lang="en-US" sz="2200" baseline="30000">
                <a:solidFill>
                  <a:schemeClr val="tx1"/>
                </a:solidFill>
                <a:latin typeface="Arial" panose="020B0604020202020204" pitchFamily="34" charset="0"/>
                <a:cs typeface="Arial" panose="020B0604020202020204" pitchFamily="34" charset="0"/>
              </a:rPr>
              <a:t>2+</a:t>
            </a:r>
            <a:r>
              <a:rPr lang="en-US" sz="2200" i="1">
                <a:solidFill>
                  <a:schemeClr val="tx1"/>
                </a:solidFill>
                <a:latin typeface="Arial" panose="020B0604020202020204" pitchFamily="34" charset="0"/>
                <a:cs typeface="Arial" panose="020B0604020202020204" pitchFamily="34" charset="0"/>
              </a:rPr>
              <a:t> b</a:t>
            </a:r>
            <a:r>
              <a:rPr lang="vi-VN" sz="2200" i="1">
                <a:solidFill>
                  <a:schemeClr val="tx1"/>
                </a:solidFill>
                <a:latin typeface="Arial" panose="020B0604020202020204" pitchFamily="34" charset="0"/>
                <a:cs typeface="Arial" panose="020B0604020202020204" pitchFamily="34" charset="0"/>
              </a:rPr>
              <a:t>ằ</a:t>
            </a:r>
            <a:r>
              <a:rPr lang="en-US" sz="2200" i="1">
                <a:solidFill>
                  <a:schemeClr val="tx1"/>
                </a:solidFill>
                <a:latin typeface="Arial" panose="020B0604020202020204" pitchFamily="34" charset="0"/>
                <a:cs typeface="Arial" panose="020B0604020202020204" pitchFamily="34" charset="0"/>
              </a:rPr>
              <a:t>ng dung d</a:t>
            </a:r>
            <a:r>
              <a:rPr lang="vi-VN" sz="2200" i="1">
                <a:solidFill>
                  <a:schemeClr val="tx1"/>
                </a:solidFill>
                <a:latin typeface="Arial" panose="020B0604020202020204" pitchFamily="34" charset="0"/>
                <a:cs typeface="Arial" panose="020B0604020202020204" pitchFamily="34" charset="0"/>
              </a:rPr>
              <a:t>ị</a:t>
            </a:r>
            <a:r>
              <a:rPr lang="en-US" sz="2200" i="1">
                <a:solidFill>
                  <a:schemeClr val="tx1"/>
                </a:solidFill>
                <a:latin typeface="Arial" panose="020B0604020202020204" pitchFamily="34" charset="0"/>
                <a:cs typeface="Arial" panose="020B0604020202020204" pitchFamily="34" charset="0"/>
              </a:rPr>
              <a:t>ch H</a:t>
            </a:r>
            <a:r>
              <a:rPr lang="en-US" sz="2200" i="1" baseline="-25000">
                <a:solidFill>
                  <a:schemeClr val="tx1"/>
                </a:solidFill>
                <a:latin typeface="Arial" panose="020B0604020202020204" pitchFamily="34" charset="0"/>
                <a:cs typeface="Arial" panose="020B0604020202020204" pitchFamily="34" charset="0"/>
              </a:rPr>
              <a:t>2</a:t>
            </a:r>
            <a:r>
              <a:rPr lang="en-US" sz="2200" i="1">
                <a:solidFill>
                  <a:schemeClr val="tx1"/>
                </a:solidFill>
                <a:latin typeface="Arial" panose="020B0604020202020204" pitchFamily="34" charset="0"/>
                <a:cs typeface="Arial" panose="020B0604020202020204" pitchFamily="34" charset="0"/>
              </a:rPr>
              <a:t>Y</a:t>
            </a:r>
            <a:r>
              <a:rPr lang="en-US" sz="2200" i="1" baseline="30000">
                <a:solidFill>
                  <a:schemeClr val="tx1"/>
                </a:solidFill>
                <a:latin typeface="Arial" panose="020B0604020202020204" pitchFamily="34" charset="0"/>
                <a:cs typeface="Arial" panose="020B0604020202020204" pitchFamily="34" charset="0"/>
              </a:rPr>
              <a:t>2-</a:t>
            </a:r>
            <a:endParaRPr lang="en-US" sz="2200" u="sng">
              <a:solidFill>
                <a:schemeClr val="tx1"/>
              </a:solidFill>
              <a:latin typeface="Arial" panose="020B0604020202020204" pitchFamily="34" charset="0"/>
              <a:cs typeface="Arial" panose="020B0604020202020204" pitchFamily="34" charset="0"/>
            </a:endParaRPr>
          </a:p>
          <a:p>
            <a:pPr>
              <a:lnSpc>
                <a:spcPct val="150000"/>
              </a:lnSpc>
              <a:spcBef>
                <a:spcPct val="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Mg</a:t>
            </a:r>
            <a:r>
              <a:rPr lang="en-US" sz="2200" baseline="30000">
                <a:solidFill>
                  <a:schemeClr val="tx1"/>
                </a:solidFill>
                <a:latin typeface="Arial" panose="020B0604020202020204" pitchFamily="34" charset="0"/>
                <a:cs typeface="Arial" panose="020B0604020202020204" pitchFamily="34" charset="0"/>
              </a:rPr>
              <a:t>2+ </a:t>
            </a:r>
            <a:r>
              <a:rPr lang="en-US" sz="2200">
                <a:solidFill>
                  <a:schemeClr val="tx1"/>
                </a:solidFill>
                <a:latin typeface="Arial" panose="020B0604020202020204" pitchFamily="34" charset="0"/>
                <a:cs typeface="Arial" panose="020B0604020202020204" pitchFamily="34" charset="0"/>
              </a:rPr>
              <a:t>+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Y</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rPr>
              <a:t> MgY</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+ 2H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a:t>
            </a:r>
          </a:p>
          <a:p>
            <a:pPr algn="just">
              <a:lnSpc>
                <a:spcPct val="150000"/>
              </a:lnSpc>
              <a:spcBef>
                <a:spcPct val="0"/>
              </a:spcBef>
              <a:spcAft>
                <a:spcPct val="0"/>
              </a:spcAft>
              <a:buClrTx/>
              <a:buSzTx/>
              <a:buFontTx/>
              <a:buNone/>
            </a:pPr>
            <a:r>
              <a:rPr lang="en-US" sz="2200">
                <a:solidFill>
                  <a:schemeClr val="tx1"/>
                </a:solidFill>
                <a:latin typeface="Arial" panose="020B0604020202020204" pitchFamily="34" charset="0"/>
                <a:cs typeface="Arial" panose="020B0604020202020204" pitchFamily="34" charset="0"/>
              </a:rPr>
              <a:t>	Mg</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 thay b</a:t>
            </a:r>
            <a:r>
              <a:rPr lang="vi-VN" sz="2200">
                <a:solidFill>
                  <a:schemeClr val="tx1"/>
                </a:solidFill>
                <a:latin typeface="Arial" panose="020B0604020202020204" pitchFamily="34" charset="0"/>
                <a:cs typeface="Arial" panose="020B0604020202020204" pitchFamily="34" charset="0"/>
              </a:rPr>
              <a:t>ằ</a:t>
            </a:r>
            <a:r>
              <a:rPr lang="en-US" sz="2200">
                <a:solidFill>
                  <a:schemeClr val="tx1"/>
                </a:solidFill>
                <a:latin typeface="Arial" panose="020B0604020202020204" pitchFamily="34" charset="0"/>
                <a:cs typeface="Arial" panose="020B0604020202020204" pitchFamily="34" charset="0"/>
              </a:rPr>
              <a:t>ng 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đ</a:t>
            </a:r>
            <a:r>
              <a:rPr lang="vi-VN" sz="2200">
                <a:solidFill>
                  <a:schemeClr val="tx1"/>
                </a:solidFill>
                <a:latin typeface="Arial" panose="020B0604020202020204" pitchFamily="34" charset="0"/>
                <a:cs typeface="Arial" panose="020B0604020202020204" pitchFamily="34" charset="0"/>
              </a:rPr>
              <a:t>ộ</a:t>
            </a:r>
            <a:r>
              <a:rPr lang="en-US" sz="2200">
                <a:solidFill>
                  <a:schemeClr val="tx1"/>
                </a:solidFill>
                <a:latin typeface="Arial" panose="020B0604020202020204" pitchFamily="34" charset="0"/>
                <a:cs typeface="Arial" panose="020B0604020202020204" pitchFamily="34" charset="0"/>
              </a:rPr>
              <a:t> d</a:t>
            </a:r>
            <a:r>
              <a:rPr lang="vi-VN" sz="2200">
                <a:solidFill>
                  <a:schemeClr val="tx1"/>
                </a:solidFill>
                <a:latin typeface="Arial" panose="020B0604020202020204" pitchFamily="34" charset="0"/>
                <a:cs typeface="Arial" panose="020B0604020202020204" pitchFamily="34" charset="0"/>
              </a:rPr>
              <a:t>ẫ</a:t>
            </a:r>
            <a:r>
              <a:rPr lang="en-US" sz="2200">
                <a:solidFill>
                  <a:schemeClr val="tx1"/>
                </a:solidFill>
                <a:latin typeface="Arial" panose="020B0604020202020204" pitchFamily="34" charset="0"/>
                <a:cs typeface="Arial" panose="020B0604020202020204" pitchFamily="34" charset="0"/>
              </a:rPr>
              <a:t>n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n c</a:t>
            </a:r>
            <a:r>
              <a:rPr lang="vi-VN" sz="2200">
                <a:solidFill>
                  <a:schemeClr val="tx1"/>
                </a:solidFill>
                <a:latin typeface="Arial" panose="020B0604020202020204" pitchFamily="34" charset="0"/>
                <a:cs typeface="Arial" panose="020B0604020202020204" pitchFamily="34" charset="0"/>
              </a:rPr>
              <a:t>ủ</a:t>
            </a:r>
            <a:r>
              <a:rPr lang="en-US" sz="2200">
                <a:solidFill>
                  <a:schemeClr val="tx1"/>
                </a:solidFill>
                <a:latin typeface="Arial" panose="020B0604020202020204" pitchFamily="34" charset="0"/>
                <a:cs typeface="Arial" panose="020B0604020202020204" pitchFamily="34" charset="0"/>
              </a:rPr>
              <a:t>a dung d</a:t>
            </a:r>
            <a:r>
              <a:rPr lang="vi-VN" sz="2200">
                <a:solidFill>
                  <a:schemeClr val="tx1"/>
                </a:solidFill>
                <a:latin typeface="Arial" panose="020B0604020202020204" pitchFamily="34" charset="0"/>
                <a:cs typeface="Arial" panose="020B0604020202020204" pitchFamily="34" charset="0"/>
              </a:rPr>
              <a:t>ị</a:t>
            </a:r>
            <a:r>
              <a:rPr lang="en-US" sz="2200">
                <a:solidFill>
                  <a:schemeClr val="tx1"/>
                </a:solidFill>
                <a:latin typeface="Arial" panose="020B0604020202020204" pitchFamily="34" charset="0"/>
                <a:cs typeface="Arial" panose="020B0604020202020204" pitchFamily="34" charset="0"/>
              </a:rPr>
              <a:t>ch tăng. Sau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tương đương H</a:t>
            </a:r>
            <a:r>
              <a:rPr lang="en-US" sz="2200" baseline="300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rPr>
              <a:t>tạo thành không ảnh hưởng tới dung dịch đệm, độ dẫn điện của dung dịch chủ yếu phụ thuộc vào H</a:t>
            </a:r>
            <a:r>
              <a:rPr lang="en-US" sz="2200" baseline="-25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Y</a:t>
            </a:r>
            <a:r>
              <a:rPr lang="en-US" sz="2200" baseline="30000">
                <a:solidFill>
                  <a:schemeClr val="tx1"/>
                </a:solidFill>
                <a:latin typeface="Arial" panose="020B0604020202020204" pitchFamily="34" charset="0"/>
                <a:cs typeface="Arial" panose="020B0604020202020204" pitchFamily="34" charset="0"/>
              </a:rPr>
              <a:t>2-</a:t>
            </a:r>
            <a:r>
              <a:rPr lang="en-US" sz="2200">
                <a:solidFill>
                  <a:schemeClr val="tx1"/>
                </a:solidFill>
                <a:latin typeface="Arial" panose="020B0604020202020204" pitchFamily="34" charset="0"/>
                <a:cs typeface="Arial" panose="020B0604020202020204" pitchFamily="34" charset="0"/>
              </a:rPr>
              <a:t>đ</a:t>
            </a:r>
            <a:r>
              <a:rPr lang="vi-VN" sz="2200">
                <a:solidFill>
                  <a:schemeClr val="tx1"/>
                </a:solidFill>
                <a:latin typeface="Arial" panose="020B0604020202020204" pitchFamily="34" charset="0"/>
                <a:cs typeface="Arial" panose="020B0604020202020204" pitchFamily="34" charset="0"/>
              </a:rPr>
              <a:t>ộ</a:t>
            </a:r>
            <a:r>
              <a:rPr lang="en-US" sz="2200">
                <a:solidFill>
                  <a:schemeClr val="tx1"/>
                </a:solidFill>
                <a:latin typeface="Arial" panose="020B0604020202020204" pitchFamily="34" charset="0"/>
                <a:cs typeface="Arial" panose="020B0604020202020204" pitchFamily="34" charset="0"/>
              </a:rPr>
              <a:t> d</a:t>
            </a:r>
            <a:r>
              <a:rPr lang="vi-VN" sz="2200">
                <a:solidFill>
                  <a:schemeClr val="tx1"/>
                </a:solidFill>
                <a:latin typeface="Arial" panose="020B0604020202020204" pitchFamily="34" charset="0"/>
                <a:cs typeface="Arial" panose="020B0604020202020204" pitchFamily="34" charset="0"/>
              </a:rPr>
              <a:t>ẫ</a:t>
            </a:r>
            <a:r>
              <a:rPr lang="en-US" sz="2200">
                <a:solidFill>
                  <a:schemeClr val="tx1"/>
                </a:solidFill>
                <a:latin typeface="Arial" panose="020B0604020202020204" pitchFamily="34" charset="0"/>
                <a:cs typeface="Arial" panose="020B0604020202020204" pitchFamily="34" charset="0"/>
              </a:rPr>
              <a:t>n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n tăng. Giao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c</a:t>
            </a:r>
            <a:r>
              <a:rPr lang="vi-VN" sz="2200">
                <a:solidFill>
                  <a:schemeClr val="tx1"/>
                </a:solidFill>
                <a:latin typeface="Arial" panose="020B0604020202020204" pitchFamily="34" charset="0"/>
                <a:cs typeface="Arial" panose="020B0604020202020204" pitchFamily="34" charset="0"/>
              </a:rPr>
              <a:t>ủ</a:t>
            </a:r>
            <a:r>
              <a:rPr lang="en-US" sz="2200">
                <a:solidFill>
                  <a:schemeClr val="tx1"/>
                </a:solidFill>
                <a:latin typeface="Arial" panose="020B0604020202020204" pitchFamily="34" charset="0"/>
                <a:cs typeface="Arial" panose="020B0604020202020204" pitchFamily="34" charset="0"/>
              </a:rPr>
              <a:t>a hai đư</a:t>
            </a:r>
            <a:r>
              <a:rPr lang="vi-VN" sz="2200">
                <a:solidFill>
                  <a:schemeClr val="tx1"/>
                </a:solidFill>
                <a:latin typeface="Arial" panose="020B0604020202020204" pitchFamily="34" charset="0"/>
                <a:cs typeface="Arial" panose="020B0604020202020204" pitchFamily="34" charset="0"/>
              </a:rPr>
              <a:t>ờ</a:t>
            </a:r>
            <a:r>
              <a:rPr lang="en-US" sz="2200">
                <a:solidFill>
                  <a:schemeClr val="tx1"/>
                </a:solidFill>
                <a:latin typeface="Arial" panose="020B0604020202020204" pitchFamily="34" charset="0"/>
                <a:cs typeface="Arial" panose="020B0604020202020204" pitchFamily="34" charset="0"/>
              </a:rPr>
              <a:t>ng th</a:t>
            </a:r>
            <a:r>
              <a:rPr lang="vi-VN" sz="2200">
                <a:solidFill>
                  <a:schemeClr val="tx1"/>
                </a:solidFill>
                <a:latin typeface="Arial" panose="020B0604020202020204" pitchFamily="34" charset="0"/>
                <a:cs typeface="Arial" panose="020B0604020202020204" pitchFamily="34" charset="0"/>
              </a:rPr>
              <a:t>ẳ</a:t>
            </a:r>
            <a:r>
              <a:rPr lang="en-US" sz="2200">
                <a:solidFill>
                  <a:schemeClr val="tx1"/>
                </a:solidFill>
                <a:latin typeface="Arial" panose="020B0604020202020204" pitchFamily="34" charset="0"/>
                <a:cs typeface="Arial" panose="020B0604020202020204" pitchFamily="34" charset="0"/>
              </a:rPr>
              <a:t>ng cho phép xác định đi</a:t>
            </a:r>
            <a:r>
              <a:rPr lang="vi-VN" sz="2200">
                <a:solidFill>
                  <a:schemeClr val="tx1"/>
                </a:solidFill>
                <a:latin typeface="Arial" panose="020B0604020202020204" pitchFamily="34" charset="0"/>
                <a:cs typeface="Arial" panose="020B0604020202020204" pitchFamily="34" charset="0"/>
              </a:rPr>
              <a:t>ể</a:t>
            </a:r>
            <a:r>
              <a:rPr lang="en-US" sz="2200">
                <a:solidFill>
                  <a:schemeClr val="tx1"/>
                </a:solidFill>
                <a:latin typeface="Arial" panose="020B0604020202020204" pitchFamily="34" charset="0"/>
                <a:cs typeface="Arial" panose="020B0604020202020204" pitchFamily="34" charset="0"/>
              </a:rPr>
              <a:t>m tương đương.</a:t>
            </a:r>
          </a:p>
        </p:txBody>
      </p:sp>
      <p:pic>
        <p:nvPicPr>
          <p:cNvPr id="11878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9650" y="3500438"/>
            <a:ext cx="3352800" cy="271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B5541D2-739E-4355-98C1-C85EF66CDF4B}" type="slidenum">
              <a:rPr lang="en-US" altLang="ru-RU">
                <a:solidFill>
                  <a:srgbClr val="FFFFFF"/>
                </a:solidFill>
                <a:latin typeface="Arial" panose="020B0604020202020204" pitchFamily="34" charset="0"/>
                <a:cs typeface="Arial" panose="020B0604020202020204" pitchFamily="34" charset="0"/>
              </a:rPr>
              <a:pPr/>
              <a:t>102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txBox="1">
            <a:spLocks noChangeArrowheads="1"/>
          </p:cNvSpPr>
          <p:nvPr/>
        </p:nvSpPr>
        <p:spPr bwMode="auto">
          <a:xfrm>
            <a:off x="1189038" y="1047750"/>
            <a:ext cx="75041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marL="342900" indent="-3429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1pPr>
            <a:lvl2pPr marL="742950" indent="-28575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2pPr>
            <a:lvl3pPr marL="1143000" indent="-2286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3pPr>
            <a:lvl4pPr marL="1600200" indent="-2286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4pPr>
            <a:lvl5pPr marL="2057400" indent="-228600">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solidFill>
                  <a:schemeClr val="tx1"/>
                </a:solidFill>
                <a:latin typeface="Calibri" panose="020F0502020204030204" pitchFamily="34" charset="0"/>
              </a:defRPr>
            </a:lvl9pPr>
          </a:lstStyle>
          <a:p>
            <a:pPr algn="just" eaLnBrk="1" hangingPunct="1">
              <a:lnSpc>
                <a:spcPct val="130000"/>
              </a:lnSpc>
              <a:buClr>
                <a:srgbClr val="9999FF"/>
              </a:buClr>
              <a:buFont typeface="Wingdings" panose="05000000000000000000" pitchFamily="2" charset="2"/>
              <a:buChar char="Ø"/>
            </a:pPr>
            <a:r>
              <a:rPr lang="en-US" altLang="en-US" sz="2200">
                <a:latin typeface="Arial" panose="020B0604020202020204" pitchFamily="34" charset="0"/>
                <a:cs typeface="Arial" panose="020B0604020202020204" pitchFamily="34" charset="0"/>
              </a:rPr>
              <a:t>Phần lớn chuẩn độ độ dẫn tại điểm tương đương không xảy ra sự thay đổi đột ngột mà từ từ nên đường cong chuẩn độ không gãy khúc như trên .</a:t>
            </a:r>
          </a:p>
          <a:p>
            <a:pPr algn="just" eaLnBrk="1" hangingPunct="1">
              <a:lnSpc>
                <a:spcPct val="130000"/>
              </a:lnSpc>
              <a:buClr>
                <a:srgbClr val="9999FF"/>
              </a:buClr>
              <a:buFont typeface="Wingdings" panose="05000000000000000000" pitchFamily="2" charset="2"/>
              <a:buChar char="Ø"/>
            </a:pPr>
            <a:r>
              <a:rPr lang="en-US" altLang="en-US" sz="2200">
                <a:latin typeface="Arial" panose="020B0604020202020204" pitchFamily="34" charset="0"/>
                <a:cs typeface="Arial" panose="020B0604020202020204" pitchFamily="34" charset="0"/>
              </a:rPr>
              <a:t>Muốn tìm được điểm tương đương,chúng ta phải kéo dài những đường thẳng đến điểm gặp nhau, điểm gặp nhau đó là điểm tương đương.</a:t>
            </a:r>
          </a:p>
        </p:txBody>
      </p:sp>
      <p:sp>
        <p:nvSpPr>
          <p:cNvPr id="119811" name="Rectangle 1"/>
          <p:cNvSpPr txBox="1">
            <a:spLocks noChangeArrowheads="1"/>
          </p:cNvSpPr>
          <p:nvPr/>
        </p:nvSpPr>
        <p:spPr bwMode="auto">
          <a:xfrm>
            <a:off x="1077913" y="360363"/>
            <a:ext cx="575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lnSpc>
                <a:spcPct val="90000"/>
              </a:lnSpc>
              <a:spcBef>
                <a:spcPts val="1200"/>
              </a:spcBef>
              <a:spcAft>
                <a:spcPts val="200"/>
              </a:spcAft>
              <a:buClr>
                <a:schemeClr val="accent1"/>
              </a:buClr>
              <a:buSzPct val="100000"/>
              <a:buFont typeface="Calibri" panose="020F0502020204030204" pitchFamily="34" charset="0"/>
              <a:buChar char=" "/>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404040"/>
                </a:solidFill>
                <a:latin typeface="Calibri" panose="020F0502020204030204" pitchFamily="34" charset="0"/>
              </a:defRPr>
            </a:lvl9pPr>
          </a:lstStyle>
          <a:p>
            <a:pPr>
              <a:lnSpc>
                <a:spcPct val="100000"/>
              </a:lnSpc>
              <a:spcBef>
                <a:spcPct val="0"/>
              </a:spcBef>
              <a:spcAft>
                <a:spcPct val="0"/>
              </a:spcAft>
              <a:buClrTx/>
              <a:buSzTx/>
              <a:buFontTx/>
              <a:buNone/>
            </a:pPr>
            <a:r>
              <a:rPr lang="en-US" sz="2400" b="1">
                <a:solidFill>
                  <a:srgbClr val="C00000"/>
                </a:solidFill>
                <a:latin typeface="Arial" panose="020B0604020202020204" pitchFamily="34" charset="0"/>
                <a:cs typeface="Arial" panose="020B0604020202020204" pitchFamily="34" charset="0"/>
              </a:rPr>
              <a:t>d. Cách xác định điểm tương đương</a:t>
            </a:r>
          </a:p>
        </p:txBody>
      </p:sp>
      <p:grpSp>
        <p:nvGrpSpPr>
          <p:cNvPr id="119812" name="Group 4"/>
          <p:cNvGrpSpPr>
            <a:grpSpLocks/>
          </p:cNvGrpSpPr>
          <p:nvPr/>
        </p:nvGrpSpPr>
        <p:grpSpPr bwMode="auto">
          <a:xfrm>
            <a:off x="3051175" y="3956050"/>
            <a:ext cx="4865688" cy="2317750"/>
            <a:chOff x="864" y="768"/>
            <a:chExt cx="4223" cy="2495"/>
          </a:xfrm>
        </p:grpSpPr>
        <p:sp>
          <p:nvSpPr>
            <p:cNvPr id="119814" name="Line 5"/>
            <p:cNvSpPr>
              <a:spLocks noChangeShapeType="1"/>
            </p:cNvSpPr>
            <p:nvPr/>
          </p:nvSpPr>
          <p:spPr bwMode="auto">
            <a:xfrm>
              <a:off x="1301" y="2851"/>
              <a:ext cx="3787" cy="1"/>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9815" name="Line 6"/>
            <p:cNvSpPr>
              <a:spLocks noChangeShapeType="1"/>
            </p:cNvSpPr>
            <p:nvPr/>
          </p:nvSpPr>
          <p:spPr bwMode="auto">
            <a:xfrm flipV="1">
              <a:off x="1301" y="914"/>
              <a:ext cx="1" cy="193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9816" name="Freeform 7"/>
            <p:cNvSpPr>
              <a:spLocks noChangeArrowheads="1"/>
            </p:cNvSpPr>
            <p:nvPr/>
          </p:nvSpPr>
          <p:spPr bwMode="auto">
            <a:xfrm>
              <a:off x="1592" y="768"/>
              <a:ext cx="2767" cy="1413"/>
            </a:xfrm>
            <a:custGeom>
              <a:avLst/>
              <a:gdLst>
                <a:gd name="T0" fmla="*/ 0 w 3420"/>
                <a:gd name="T1" fmla="*/ 60 h 1710"/>
                <a:gd name="T2" fmla="*/ 57 w 3420"/>
                <a:gd name="T3" fmla="*/ 120 h 1710"/>
                <a:gd name="T4" fmla="*/ 103 w 3420"/>
                <a:gd name="T5" fmla="*/ 136 h 1710"/>
                <a:gd name="T6" fmla="*/ 160 w 3420"/>
                <a:gd name="T7" fmla="*/ 76 h 1710"/>
                <a:gd name="T8" fmla="*/ 218 w 3420"/>
                <a:gd name="T9" fmla="*/ 0 h 1710"/>
                <a:gd name="T10" fmla="*/ 0 60000 65536"/>
                <a:gd name="T11" fmla="*/ 0 60000 65536"/>
                <a:gd name="T12" fmla="*/ 0 60000 65536"/>
                <a:gd name="T13" fmla="*/ 0 60000 65536"/>
                <a:gd name="T14" fmla="*/ 0 60000 65536"/>
                <a:gd name="T15" fmla="*/ 0 w 3420"/>
                <a:gd name="T16" fmla="*/ 0 h 1710"/>
                <a:gd name="T17" fmla="*/ 3420 w 3420"/>
                <a:gd name="T18" fmla="*/ 1710 h 1710"/>
              </a:gdLst>
              <a:ahLst/>
              <a:cxnLst>
                <a:cxn ang="T10">
                  <a:pos x="T0" y="T1"/>
                </a:cxn>
                <a:cxn ang="T11">
                  <a:pos x="T2" y="T3"/>
                </a:cxn>
                <a:cxn ang="T12">
                  <a:pos x="T4" y="T5"/>
                </a:cxn>
                <a:cxn ang="T13">
                  <a:pos x="T6" y="T7"/>
                </a:cxn>
                <a:cxn ang="T14">
                  <a:pos x="T8" y="T9"/>
                </a:cxn>
              </a:cxnLst>
              <a:rect l="T15" t="T16" r="T17" b="T18"/>
              <a:pathLst>
                <a:path w="3420" h="1710">
                  <a:moveTo>
                    <a:pt x="0" y="720"/>
                  </a:moveTo>
                  <a:cubicBezTo>
                    <a:pt x="315" y="1005"/>
                    <a:pt x="630" y="1290"/>
                    <a:pt x="900" y="1440"/>
                  </a:cubicBezTo>
                  <a:cubicBezTo>
                    <a:pt x="1170" y="1590"/>
                    <a:pt x="1350" y="1710"/>
                    <a:pt x="1620" y="1620"/>
                  </a:cubicBezTo>
                  <a:cubicBezTo>
                    <a:pt x="1890" y="1530"/>
                    <a:pt x="2220" y="1170"/>
                    <a:pt x="2520" y="900"/>
                  </a:cubicBezTo>
                  <a:cubicBezTo>
                    <a:pt x="2820" y="630"/>
                    <a:pt x="3270" y="150"/>
                    <a:pt x="3420" y="0"/>
                  </a:cubicBezTo>
                </a:path>
              </a:pathLst>
            </a:custGeom>
            <a:noFill/>
            <a:ln w="5724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9817" name="Line 8"/>
            <p:cNvSpPr>
              <a:spLocks noChangeShapeType="1"/>
            </p:cNvSpPr>
            <p:nvPr/>
          </p:nvSpPr>
          <p:spPr bwMode="auto">
            <a:xfrm>
              <a:off x="1592" y="1363"/>
              <a:ext cx="1311" cy="1190"/>
            </a:xfrm>
            <a:prstGeom prst="line">
              <a:avLst/>
            </a:prstGeom>
            <a:noFill/>
            <a:ln w="28440" cap="rnd">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9818" name="Line 9"/>
            <p:cNvSpPr>
              <a:spLocks noChangeShapeType="1"/>
            </p:cNvSpPr>
            <p:nvPr/>
          </p:nvSpPr>
          <p:spPr bwMode="auto">
            <a:xfrm flipH="1">
              <a:off x="2464" y="768"/>
              <a:ext cx="1897" cy="1934"/>
            </a:xfrm>
            <a:prstGeom prst="line">
              <a:avLst/>
            </a:prstGeom>
            <a:noFill/>
            <a:ln w="28440" cap="rnd">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9819" name="Line 10"/>
            <p:cNvSpPr>
              <a:spLocks noChangeShapeType="1"/>
            </p:cNvSpPr>
            <p:nvPr/>
          </p:nvSpPr>
          <p:spPr bwMode="auto">
            <a:xfrm>
              <a:off x="2758" y="2404"/>
              <a:ext cx="1" cy="446"/>
            </a:xfrm>
            <a:prstGeom prst="line">
              <a:avLst/>
            </a:prstGeom>
            <a:noFill/>
            <a:ln w="1908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19820" name="Object 516"/>
            <p:cNvGraphicFramePr>
              <a:graphicFrameLocks noChangeAspect="1"/>
            </p:cNvGraphicFramePr>
            <p:nvPr/>
          </p:nvGraphicFramePr>
          <p:xfrm>
            <a:off x="864" y="1065"/>
            <a:ext cx="194" cy="215"/>
          </p:xfrm>
          <a:graphic>
            <a:graphicData uri="http://schemas.openxmlformats.org/presentationml/2006/ole">
              <mc:AlternateContent xmlns:mc="http://schemas.openxmlformats.org/markup-compatibility/2006">
                <mc:Choice xmlns:v="urn:schemas-microsoft-com:vml" Requires="v">
                  <p:oleObj spid="_x0000_s119823" r:id="rId3" imgW="172800" imgH="187200" progId="Equation.3">
                    <p:embed/>
                  </p:oleObj>
                </mc:Choice>
                <mc:Fallback>
                  <p:oleObj r:id="rId3" imgW="172800" imgH="187200" progId="Equation.3">
                    <p:embed/>
                    <p:pic>
                      <p:nvPicPr>
                        <p:cNvPr id="0" name="Object 5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065"/>
                          <a:ext cx="194" cy="215"/>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1" name="Object 517"/>
            <p:cNvGraphicFramePr>
              <a:graphicFrameLocks noChangeAspect="1"/>
            </p:cNvGraphicFramePr>
            <p:nvPr/>
          </p:nvGraphicFramePr>
          <p:xfrm>
            <a:off x="4360" y="3000"/>
            <a:ext cx="534" cy="264"/>
          </p:xfrm>
          <a:graphic>
            <a:graphicData uri="http://schemas.openxmlformats.org/presentationml/2006/ole">
              <mc:AlternateContent xmlns:mc="http://schemas.openxmlformats.org/markup-compatibility/2006">
                <mc:Choice xmlns:v="urn:schemas-microsoft-com:vml" Requires="v">
                  <p:oleObj spid="_x0000_s119824" r:id="rId5" imgW="463565" imgH="224759" progId="Equation.3">
                    <p:embed/>
                  </p:oleObj>
                </mc:Choice>
                <mc:Fallback>
                  <p:oleObj r:id="rId5" imgW="463565" imgH="224759" progId="Equation.3">
                    <p:embed/>
                    <p:pic>
                      <p:nvPicPr>
                        <p:cNvPr id="0" name="Object 5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0" y="3000"/>
                          <a:ext cx="534" cy="264"/>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2" name="Object 518"/>
            <p:cNvGraphicFramePr>
              <a:graphicFrameLocks noChangeAspect="1"/>
            </p:cNvGraphicFramePr>
            <p:nvPr/>
          </p:nvGraphicFramePr>
          <p:xfrm>
            <a:off x="2612" y="2851"/>
            <a:ext cx="259" cy="298"/>
          </p:xfrm>
          <a:graphic>
            <a:graphicData uri="http://schemas.openxmlformats.org/presentationml/2006/ole">
              <mc:AlternateContent xmlns:mc="http://schemas.openxmlformats.org/markup-compatibility/2006">
                <mc:Choice xmlns:v="urn:schemas-microsoft-com:vml" Requires="v">
                  <p:oleObj spid="_x0000_s119825" r:id="rId7" imgW="237290" imgH="266951" progId="Equation.3">
                    <p:embed/>
                  </p:oleObj>
                </mc:Choice>
                <mc:Fallback>
                  <p:oleObj r:id="rId7" imgW="237290" imgH="266951" progId="Equation.3">
                    <p:embed/>
                    <p:pic>
                      <p:nvPicPr>
                        <p:cNvPr id="0" name="Object 5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2" y="2851"/>
                          <a:ext cx="259" cy="298"/>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981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742896C-5566-4554-A0F2-A557B8C2CD75}" type="slidenum">
              <a:rPr lang="en-US" altLang="ru-RU">
                <a:solidFill>
                  <a:srgbClr val="FFFFFF"/>
                </a:solidFill>
                <a:latin typeface="Arial" panose="020B0604020202020204" pitchFamily="34" charset="0"/>
                <a:cs typeface="Arial" panose="020B0604020202020204" pitchFamily="34" charset="0"/>
              </a:rPr>
              <a:pPr/>
              <a:t>103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txBox="1">
            <a:spLocks noChangeArrowheads="1"/>
          </p:cNvSpPr>
          <p:nvPr/>
        </p:nvSpPr>
        <p:spPr bwMode="auto">
          <a:xfrm>
            <a:off x="1258888" y="209550"/>
            <a:ext cx="7777162"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nSpc>
                <a:spcPct val="100000"/>
              </a:lnSpc>
              <a:spcBef>
                <a:spcPct val="20000"/>
              </a:spcBef>
              <a:spcAft>
                <a:spcPct val="0"/>
              </a:spcAft>
              <a:buClrTx/>
              <a:buSzTx/>
              <a:buFont typeface="Wingdings" panose="05000000000000000000" pitchFamily="2" charset="2"/>
              <a:buNone/>
            </a:pPr>
            <a:r>
              <a:rPr lang="en-US" sz="2200" b="1">
                <a:solidFill>
                  <a:srgbClr val="C00000"/>
                </a:solidFill>
                <a:latin typeface="Arial" panose="020B0604020202020204" pitchFamily="34" charset="0"/>
                <a:cs typeface="Arial" panose="020B0604020202020204" pitchFamily="34" charset="0"/>
              </a:rPr>
              <a:t>e. Chiều chuẩn độ</a:t>
            </a:r>
          </a:p>
          <a:p>
            <a:pPr>
              <a:lnSpc>
                <a:spcPct val="100000"/>
              </a:lnSpc>
              <a:spcBef>
                <a:spcPct val="20000"/>
              </a:spcBef>
              <a:spcAft>
                <a:spcPct val="0"/>
              </a:spcAft>
              <a:buClrTx/>
              <a:buSzTx/>
              <a:buFont typeface="Wingdings" panose="05000000000000000000" pitchFamily="2" charset="2"/>
              <a:buNone/>
            </a:pPr>
            <a:r>
              <a:rPr lang="en-US" sz="2200">
                <a:solidFill>
                  <a:schemeClr val="tx1"/>
                </a:solidFill>
                <a:latin typeface="Arial" panose="020B0604020202020204" pitchFamily="34" charset="0"/>
                <a:cs typeface="Arial" panose="020B0604020202020204" pitchFamily="34" charset="0"/>
              </a:rPr>
              <a:t>Các đường cong chuẩn độ theo hai chiều ngược nhau có hình dạng rất khác nhau. </a:t>
            </a:r>
          </a:p>
          <a:p>
            <a:pPr>
              <a:lnSpc>
                <a:spcPct val="100000"/>
              </a:lnSpc>
              <a:spcBef>
                <a:spcPct val="20000"/>
              </a:spcBef>
              <a:spcAft>
                <a:spcPct val="0"/>
              </a:spcAft>
              <a:buClrTx/>
              <a:buSzTx/>
              <a:buFont typeface="Wingdings" panose="05000000000000000000" pitchFamily="2" charset="2"/>
              <a:buNone/>
            </a:pPr>
            <a:r>
              <a:rPr lang="en-US" sz="2200">
                <a:solidFill>
                  <a:schemeClr val="tx1"/>
                </a:solidFill>
                <a:latin typeface="Arial" panose="020B0604020202020204" pitchFamily="34" charset="0"/>
                <a:cs typeface="Arial" panose="020B0604020202020204" pitchFamily="34" charset="0"/>
              </a:rPr>
              <a:t>Phản ứng giữa amoniac và acid clohydric có thể diễn ra theo:</a:t>
            </a:r>
          </a:p>
          <a:p>
            <a:pPr>
              <a:lnSpc>
                <a:spcPct val="100000"/>
              </a:lnSpc>
              <a:spcBef>
                <a:spcPct val="20000"/>
              </a:spcBef>
              <a:spcAft>
                <a:spcPct val="0"/>
              </a:spcAft>
              <a:buClrTx/>
              <a:buSzTx/>
              <a:buFont typeface="Wingdings" panose="05000000000000000000" pitchFamily="2" charset="2"/>
              <a:buNone/>
            </a:pPr>
            <a:r>
              <a:rPr lang="en-US" sz="2200">
                <a:solidFill>
                  <a:schemeClr val="tx1"/>
                </a:solidFill>
                <a:latin typeface="Arial" panose="020B0604020202020204" pitchFamily="34" charset="0"/>
                <a:cs typeface="Arial" panose="020B0604020202020204" pitchFamily="34" charset="0"/>
              </a:rPr>
              <a:t>			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(NH</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  </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rPr>
              <a:t>  NH</a:t>
            </a:r>
            <a:r>
              <a:rPr lang="en-US" sz="2200" baseline="-25000">
                <a:solidFill>
                  <a:schemeClr val="tx1"/>
                </a:solidFill>
                <a:latin typeface="Arial" panose="020B0604020202020204" pitchFamily="34" charset="0"/>
                <a:cs typeface="Arial" panose="020B0604020202020204" pitchFamily="34" charset="0"/>
              </a:rPr>
              <a:t>4</a:t>
            </a:r>
            <a:r>
              <a:rPr lang="en-US" sz="2200" baseline="30000">
                <a:solidFill>
                  <a:schemeClr val="tx1"/>
                </a:solidFill>
                <a:latin typeface="Arial" panose="020B0604020202020204" pitchFamily="34" charset="0"/>
                <a:cs typeface="Arial" panose="020B0604020202020204" pitchFamily="34" charset="0"/>
              </a:rPr>
              <a:t>+</a:t>
            </a:r>
          </a:p>
          <a:p>
            <a:pPr>
              <a:lnSpc>
                <a:spcPct val="100000"/>
              </a:lnSpc>
              <a:spcBef>
                <a:spcPct val="20000"/>
              </a:spcBef>
              <a:spcAft>
                <a:spcPct val="0"/>
              </a:spcAft>
              <a:buClrTx/>
              <a:buSzTx/>
              <a:buFont typeface="Wingdings" panose="05000000000000000000" pitchFamily="2" charset="2"/>
              <a:buNone/>
            </a:pPr>
            <a:r>
              <a:rPr lang="en-US" sz="2200">
                <a:solidFill>
                  <a:schemeClr val="tx1"/>
                </a:solidFill>
                <a:latin typeface="Arial" panose="020B0604020202020204" pitchFamily="34" charset="0"/>
                <a:cs typeface="Arial" panose="020B0604020202020204" pitchFamily="34" charset="0"/>
              </a:rPr>
              <a:t> Hoặc  	NH</a:t>
            </a:r>
            <a:r>
              <a:rPr lang="en-US" sz="2200" baseline="-25000">
                <a:solidFill>
                  <a:schemeClr val="tx1"/>
                </a:solidFill>
                <a:latin typeface="Arial" panose="020B0604020202020204" pitchFamily="34" charset="0"/>
                <a:cs typeface="Arial" panose="020B0604020202020204" pitchFamily="34" charset="0"/>
              </a:rPr>
              <a:t>3</a:t>
            </a:r>
            <a:r>
              <a:rPr lang="en-US" sz="2200">
                <a:solidFill>
                  <a:schemeClr val="tx1"/>
                </a:solidFill>
                <a:latin typeface="Arial" panose="020B0604020202020204" pitchFamily="34" charset="0"/>
                <a:cs typeface="Arial" panose="020B0604020202020204" pitchFamily="34" charset="0"/>
              </a:rPr>
              <a:t> +  ( H</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Cl</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a:t>
            </a:r>
            <a:r>
              <a:rPr lang="en-US" sz="2200">
                <a:solidFill>
                  <a:schemeClr val="tx1"/>
                </a:solidFill>
                <a:latin typeface="Arial" panose="020B0604020202020204" pitchFamily="34" charset="0"/>
                <a:cs typeface="Arial" panose="020B0604020202020204" pitchFamily="34" charset="0"/>
                <a:sym typeface="Wingdings 3" panose="05040102010807070707" pitchFamily="18" charset="2"/>
              </a:rPr>
              <a:t>=</a:t>
            </a:r>
            <a:r>
              <a:rPr lang="en-US" sz="2200">
                <a:solidFill>
                  <a:schemeClr val="tx1"/>
                </a:solidFill>
                <a:latin typeface="Arial" panose="020B0604020202020204" pitchFamily="34" charset="0"/>
                <a:cs typeface="Arial" panose="020B0604020202020204" pitchFamily="34" charset="0"/>
              </a:rPr>
              <a:t>  NH</a:t>
            </a:r>
            <a:r>
              <a:rPr lang="en-US" sz="2200" baseline="-25000">
                <a:solidFill>
                  <a:schemeClr val="tx1"/>
                </a:solidFill>
                <a:latin typeface="Arial" panose="020B0604020202020204" pitchFamily="34" charset="0"/>
                <a:cs typeface="Arial" panose="020B0604020202020204" pitchFamily="34" charset="0"/>
              </a:rPr>
              <a:t>4</a:t>
            </a:r>
            <a:r>
              <a:rPr lang="en-US" sz="2200" baseline="30000">
                <a:solidFill>
                  <a:schemeClr val="tx1"/>
                </a:solidFill>
                <a:latin typeface="Arial" panose="020B0604020202020204" pitchFamily="34" charset="0"/>
                <a:cs typeface="Arial" panose="020B0604020202020204" pitchFamily="34" charset="0"/>
              </a:rPr>
              <a:t>+</a:t>
            </a:r>
            <a:r>
              <a:rPr lang="en-US" sz="2200">
                <a:solidFill>
                  <a:schemeClr val="tx1"/>
                </a:solidFill>
                <a:latin typeface="Arial" panose="020B0604020202020204" pitchFamily="34" charset="0"/>
                <a:cs typeface="Arial" panose="020B0604020202020204" pitchFamily="34" charset="0"/>
              </a:rPr>
              <a:t>  +  Cl</a:t>
            </a:r>
            <a:r>
              <a:rPr lang="en-US" sz="2200" baseline="30000">
                <a:solidFill>
                  <a:schemeClr val="tx1"/>
                </a:solidFill>
                <a:latin typeface="Arial" panose="020B0604020202020204" pitchFamily="34" charset="0"/>
                <a:cs typeface="Arial" panose="020B0604020202020204" pitchFamily="34" charset="0"/>
              </a:rPr>
              <a:t>-</a:t>
            </a:r>
          </a:p>
        </p:txBody>
      </p:sp>
      <p:grpSp>
        <p:nvGrpSpPr>
          <p:cNvPr id="120835" name="Group 4"/>
          <p:cNvGrpSpPr>
            <a:grpSpLocks/>
          </p:cNvGrpSpPr>
          <p:nvPr/>
        </p:nvGrpSpPr>
        <p:grpSpPr bwMode="auto">
          <a:xfrm>
            <a:off x="1233488" y="2924175"/>
            <a:ext cx="3130550" cy="2247900"/>
            <a:chOff x="1560" y="5577"/>
            <a:chExt cx="2880" cy="1980"/>
          </a:xfrm>
        </p:grpSpPr>
        <p:sp>
          <p:nvSpPr>
            <p:cNvPr id="120844" name="Line 5"/>
            <p:cNvSpPr>
              <a:spLocks noChangeShapeType="1"/>
            </p:cNvSpPr>
            <p:nvPr/>
          </p:nvSpPr>
          <p:spPr bwMode="auto">
            <a:xfrm flipH="1" flipV="1">
              <a:off x="1560" y="5577"/>
              <a:ext cx="0" cy="19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45" name="Line 6"/>
            <p:cNvSpPr>
              <a:spLocks noChangeShapeType="1"/>
            </p:cNvSpPr>
            <p:nvPr/>
          </p:nvSpPr>
          <p:spPr bwMode="auto">
            <a:xfrm>
              <a:off x="1560" y="7557"/>
              <a:ext cx="28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46" name="Line 7"/>
            <p:cNvSpPr>
              <a:spLocks noChangeShapeType="1"/>
            </p:cNvSpPr>
            <p:nvPr/>
          </p:nvSpPr>
          <p:spPr bwMode="auto">
            <a:xfrm>
              <a:off x="1800" y="5937"/>
              <a:ext cx="480" cy="10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7" name="Line 8"/>
            <p:cNvSpPr>
              <a:spLocks noChangeShapeType="1"/>
            </p:cNvSpPr>
            <p:nvPr/>
          </p:nvSpPr>
          <p:spPr bwMode="auto">
            <a:xfrm>
              <a:off x="2280" y="7017"/>
              <a:ext cx="16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0836" name="Group 9"/>
          <p:cNvGrpSpPr>
            <a:grpSpLocks/>
          </p:cNvGrpSpPr>
          <p:nvPr/>
        </p:nvGrpSpPr>
        <p:grpSpPr bwMode="auto">
          <a:xfrm>
            <a:off x="5230813" y="3213100"/>
            <a:ext cx="3467100" cy="2247900"/>
            <a:chOff x="6840" y="5397"/>
            <a:chExt cx="3360" cy="2160"/>
          </a:xfrm>
        </p:grpSpPr>
        <p:sp>
          <p:nvSpPr>
            <p:cNvPr id="120840" name="Line 10"/>
            <p:cNvSpPr>
              <a:spLocks noChangeShapeType="1"/>
            </p:cNvSpPr>
            <p:nvPr/>
          </p:nvSpPr>
          <p:spPr bwMode="auto">
            <a:xfrm flipH="1" flipV="1">
              <a:off x="6840" y="5397"/>
              <a:ext cx="0" cy="21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41" name="Line 11"/>
            <p:cNvSpPr>
              <a:spLocks noChangeShapeType="1"/>
            </p:cNvSpPr>
            <p:nvPr/>
          </p:nvSpPr>
          <p:spPr bwMode="auto">
            <a:xfrm>
              <a:off x="6840" y="7557"/>
              <a:ext cx="33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42" name="Line 12"/>
            <p:cNvSpPr>
              <a:spLocks noChangeShapeType="1"/>
            </p:cNvSpPr>
            <p:nvPr/>
          </p:nvSpPr>
          <p:spPr bwMode="auto">
            <a:xfrm flipV="1">
              <a:off x="7080" y="7017"/>
              <a:ext cx="168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3" name="Line 13"/>
            <p:cNvSpPr>
              <a:spLocks noChangeShapeType="1"/>
            </p:cNvSpPr>
            <p:nvPr/>
          </p:nvSpPr>
          <p:spPr bwMode="auto">
            <a:xfrm flipV="1">
              <a:off x="8760" y="5757"/>
              <a:ext cx="720" cy="1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0837" name="Rectangle 14"/>
          <p:cNvSpPr>
            <a:spLocks noChangeArrowheads="1"/>
          </p:cNvSpPr>
          <p:nvPr/>
        </p:nvSpPr>
        <p:spPr bwMode="auto">
          <a:xfrm>
            <a:off x="1193800" y="5448300"/>
            <a:ext cx="3209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Clr>
                <a:srgbClr val="000000"/>
              </a:buClr>
              <a:buSzPct val="100000"/>
              <a:buFont typeface="Times New Roman" panose="02020603050405020304" pitchFamily="18" charset="0"/>
              <a:buNone/>
            </a:pPr>
            <a:r>
              <a:rPr lang="en-US" altLang="en-US" sz="2400">
                <a:latin typeface="Times New Roman" panose="02020603050405020304" pitchFamily="18" charset="0"/>
                <a:cs typeface="Times New Roman" panose="02020603050405020304" pitchFamily="18" charset="0"/>
              </a:rPr>
              <a:t>   H</a:t>
            </a:r>
            <a:r>
              <a:rPr lang="en-US" altLang="en-US" sz="2400" baseline="30000">
                <a:latin typeface="Times New Roman" panose="02020603050405020304" pitchFamily="18" charset="0"/>
                <a:cs typeface="Times New Roman" panose="02020603050405020304" pitchFamily="18" charset="0"/>
              </a:rPr>
              <a:t>+</a:t>
            </a:r>
            <a:r>
              <a:rPr lang="en-US" altLang="en-US" sz="2400">
                <a:latin typeface="Times New Roman" panose="02020603050405020304" pitchFamily="18" charset="0"/>
                <a:cs typeface="Times New Roman" panose="02020603050405020304" pitchFamily="18" charset="0"/>
              </a:rPr>
              <a:t>   +  (NH</a:t>
            </a:r>
            <a:r>
              <a:rPr lang="en-US" altLang="en-US" sz="2400" baseline="-25000">
                <a:latin typeface="Times New Roman" panose="02020603050405020304" pitchFamily="18" charset="0"/>
                <a:cs typeface="Times New Roman" panose="02020603050405020304" pitchFamily="18" charset="0"/>
              </a:rPr>
              <a:t>3</a:t>
            </a:r>
            <a:r>
              <a:rPr lang="en-US"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sym typeface="Wingdings 3" panose="05040102010807070707" pitchFamily="18" charset="2"/>
              </a:rPr>
              <a:t>NH</a:t>
            </a:r>
            <a:r>
              <a:rPr lang="en-US" altLang="en-US" sz="2400" baseline="-25000">
                <a:latin typeface="Times New Roman" panose="02020603050405020304" pitchFamily="18" charset="0"/>
                <a:cs typeface="Times New Roman" panose="02020603050405020304" pitchFamily="18" charset="0"/>
                <a:sym typeface="Wingdings 3" panose="05040102010807070707" pitchFamily="18" charset="2"/>
              </a:rPr>
              <a:t>4</a:t>
            </a:r>
            <a:r>
              <a:rPr lang="en-US" altLang="en-US" sz="2400" baseline="30000">
                <a:latin typeface="Times New Roman" panose="02020603050405020304" pitchFamily="18" charset="0"/>
                <a:cs typeface="Times New Roman" panose="02020603050405020304" pitchFamily="18" charset="0"/>
                <a:sym typeface="Wingdings 3" panose="05040102010807070707" pitchFamily="18" charset="2"/>
              </a:rPr>
              <a:t>+</a:t>
            </a:r>
          </a:p>
        </p:txBody>
      </p:sp>
      <p:sp>
        <p:nvSpPr>
          <p:cNvPr id="120838" name="Rectangle 15"/>
          <p:cNvSpPr>
            <a:spLocks noChangeArrowheads="1"/>
          </p:cNvSpPr>
          <p:nvPr/>
        </p:nvSpPr>
        <p:spPr bwMode="auto">
          <a:xfrm>
            <a:off x="4572000" y="5661025"/>
            <a:ext cx="4608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3162300" algn="ctr"/>
              </a:tabLst>
              <a:defRPr>
                <a:solidFill>
                  <a:schemeClr val="tx1"/>
                </a:solidFill>
                <a:latin typeface="Calibri" panose="020F0502020204030204" pitchFamily="34" charset="0"/>
              </a:defRPr>
            </a:lvl1pPr>
            <a:lvl2pPr marL="742950" indent="-285750">
              <a:tabLst>
                <a:tab pos="3162300" algn="ctr"/>
              </a:tabLst>
              <a:defRPr>
                <a:solidFill>
                  <a:schemeClr val="tx1"/>
                </a:solidFill>
                <a:latin typeface="Calibri" panose="020F0502020204030204" pitchFamily="34" charset="0"/>
              </a:defRPr>
            </a:lvl2pPr>
            <a:lvl3pPr marL="1143000" indent="-228600">
              <a:tabLst>
                <a:tab pos="3162300" algn="ctr"/>
              </a:tabLst>
              <a:defRPr>
                <a:solidFill>
                  <a:schemeClr val="tx1"/>
                </a:solidFill>
                <a:latin typeface="Calibri" panose="020F0502020204030204" pitchFamily="34" charset="0"/>
              </a:defRPr>
            </a:lvl3pPr>
            <a:lvl4pPr marL="1600200" indent="-228600">
              <a:tabLst>
                <a:tab pos="3162300" algn="ctr"/>
              </a:tabLst>
              <a:defRPr>
                <a:solidFill>
                  <a:schemeClr val="tx1"/>
                </a:solidFill>
                <a:latin typeface="Calibri" panose="020F0502020204030204" pitchFamily="34" charset="0"/>
              </a:defRPr>
            </a:lvl4pPr>
            <a:lvl5pPr marL="2057400" indent="-228600">
              <a:tabLst>
                <a:tab pos="3162300" algn="ctr"/>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3162300" algn="ctr"/>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3162300" algn="ctr"/>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3162300" algn="ctr"/>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3162300" algn="ctr"/>
              </a:tabLst>
              <a:defRPr>
                <a:solidFill>
                  <a:schemeClr val="tx1"/>
                </a:solidFill>
                <a:latin typeface="Calibri" panose="020F0502020204030204" pitchFamily="34" charset="0"/>
              </a:defRPr>
            </a:lvl9pPr>
          </a:lstStyle>
          <a:p>
            <a:pPr eaLnBrk="1" hangingPunct="1">
              <a:buClr>
                <a:srgbClr val="000000"/>
              </a:buClr>
              <a:buSzPct val="100000"/>
              <a:buFont typeface="Times New Roman" panose="02020603050405020304" pitchFamily="18" charset="0"/>
              <a:buNone/>
            </a:pPr>
            <a:r>
              <a:rPr lang="en-US" altLang="en-US" sz="2400">
                <a:latin typeface="Times New Roman" panose="02020603050405020304" pitchFamily="18" charset="0"/>
                <a:cs typeface="Times New Roman" panose="02020603050405020304" pitchFamily="18" charset="0"/>
              </a:rPr>
              <a:t>NH</a:t>
            </a:r>
            <a:r>
              <a:rPr lang="en-US" altLang="en-US" sz="2400" baseline="-25000">
                <a:latin typeface="Times New Roman" panose="02020603050405020304" pitchFamily="18" charset="0"/>
                <a:cs typeface="Times New Roman" panose="02020603050405020304" pitchFamily="18" charset="0"/>
              </a:rPr>
              <a:t>3</a:t>
            </a:r>
            <a:r>
              <a:rPr lang="en-US" altLang="en-US" sz="2400">
                <a:latin typeface="Times New Roman" panose="02020603050405020304" pitchFamily="18" charset="0"/>
                <a:cs typeface="Times New Roman" panose="02020603050405020304" pitchFamily="18" charset="0"/>
              </a:rPr>
              <a:t>  + (H</a:t>
            </a:r>
            <a:r>
              <a:rPr lang="en-US" altLang="en-US" sz="2400" baseline="30000">
                <a:latin typeface="Times New Roman" panose="02020603050405020304" pitchFamily="18" charset="0"/>
                <a:cs typeface="Times New Roman" panose="02020603050405020304" pitchFamily="18" charset="0"/>
              </a:rPr>
              <a:t>+</a:t>
            </a:r>
            <a:r>
              <a:rPr lang="en-US" altLang="en-US" sz="2400">
                <a:latin typeface="Times New Roman" panose="02020603050405020304" pitchFamily="18" charset="0"/>
                <a:cs typeface="Times New Roman" panose="02020603050405020304" pitchFamily="18" charset="0"/>
              </a:rPr>
              <a:t> + Cl</a:t>
            </a:r>
            <a:r>
              <a:rPr lang="en-US" altLang="en-US" sz="2400" baseline="30000">
                <a:latin typeface="Times New Roman" panose="02020603050405020304" pitchFamily="18" charset="0"/>
                <a:cs typeface="Times New Roman" panose="02020603050405020304" pitchFamily="18" charset="0"/>
              </a:rPr>
              <a:t>-</a:t>
            </a:r>
            <a:r>
              <a:rPr lang="en-US"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sym typeface="Wingdings 3" panose="05040102010807070707" pitchFamily="18" charset="2"/>
              </a:rPr>
              <a:t>NH</a:t>
            </a:r>
            <a:r>
              <a:rPr lang="en-US" altLang="en-US" sz="2400" baseline="-25000">
                <a:latin typeface="Times New Roman" panose="02020603050405020304" pitchFamily="18" charset="0"/>
                <a:cs typeface="Times New Roman" panose="02020603050405020304" pitchFamily="18" charset="0"/>
                <a:sym typeface="Wingdings 3" panose="05040102010807070707" pitchFamily="18" charset="2"/>
              </a:rPr>
              <a:t>4</a:t>
            </a:r>
            <a:r>
              <a:rPr lang="en-US" altLang="en-US" sz="2400" baseline="30000">
                <a:latin typeface="Times New Roman" panose="02020603050405020304" pitchFamily="18" charset="0"/>
                <a:cs typeface="Times New Roman" panose="02020603050405020304" pitchFamily="18" charset="0"/>
                <a:sym typeface="Wingdings 3" panose="05040102010807070707" pitchFamily="18" charset="2"/>
              </a:rPr>
              <a:t>+ </a:t>
            </a:r>
            <a:r>
              <a:rPr lang="en-US" altLang="en-US" sz="2400">
                <a:latin typeface="Times New Roman" panose="02020603050405020304" pitchFamily="18" charset="0"/>
                <a:cs typeface="Times New Roman" panose="02020603050405020304" pitchFamily="18" charset="0"/>
                <a:sym typeface="Wingdings 3" panose="05040102010807070707" pitchFamily="18" charset="2"/>
              </a:rPr>
              <a:t> + Cl</a:t>
            </a:r>
            <a:r>
              <a:rPr lang="en-US" altLang="en-US" sz="2400" baseline="30000">
                <a:latin typeface="Times New Roman" panose="02020603050405020304" pitchFamily="18" charset="0"/>
                <a:cs typeface="Times New Roman" panose="02020603050405020304" pitchFamily="18" charset="0"/>
                <a:sym typeface="Wingdings 3" panose="05040102010807070707" pitchFamily="18" charset="2"/>
              </a:rPr>
              <a:t>-</a:t>
            </a:r>
          </a:p>
        </p:txBody>
      </p:sp>
      <p:sp>
        <p:nvSpPr>
          <p:cNvPr id="120839" name="Slide Number Placeholder 1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5B9D07A-1143-4D74-9934-E95A0361E6AE}" type="slidenum">
              <a:rPr lang="en-US" altLang="ru-RU">
                <a:solidFill>
                  <a:srgbClr val="FFFFFF"/>
                </a:solidFill>
                <a:latin typeface="Arial" panose="020B0604020202020204" pitchFamily="34" charset="0"/>
                <a:cs typeface="Arial" panose="020B0604020202020204" pitchFamily="34" charset="0"/>
              </a:rPr>
              <a:pPr/>
              <a:t>104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
          <p:cNvSpPr txBox="1">
            <a:spLocks noChangeArrowheads="1"/>
          </p:cNvSpPr>
          <p:nvPr/>
        </p:nvSpPr>
        <p:spPr bwMode="auto">
          <a:xfrm>
            <a:off x="1006475" y="500063"/>
            <a:ext cx="6302375" cy="785812"/>
          </a:xfrm>
          <a:prstGeom prst="rect">
            <a:avLst/>
          </a:prstGeom>
          <a:solidFill>
            <a:schemeClr val="accent6">
              <a:lumMod val="20000"/>
              <a:lumOff val="8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200" b="1">
                <a:solidFill>
                  <a:srgbClr val="072B39"/>
                </a:solidFill>
              </a:rPr>
              <a:t>2.3. </a:t>
            </a:r>
            <a:r>
              <a:rPr lang="vi-VN" sz="2200" b="1">
                <a:solidFill>
                  <a:srgbClr val="072B39"/>
                </a:solidFill>
                <a:latin typeface="Arial" panose="020B0604020202020204" pitchFamily="34" charset="0"/>
              </a:rPr>
              <a:t>Ứng dụng của phương pháp độ dẫn</a:t>
            </a:r>
            <a:endParaRPr lang="zh-CN" altLang="en-US" sz="2200" b="1">
              <a:solidFill>
                <a:srgbClr val="072B39"/>
              </a:solidFill>
            </a:endParaRPr>
          </a:p>
        </p:txBody>
      </p:sp>
      <p:sp>
        <p:nvSpPr>
          <p:cNvPr id="121859" name="Rectangle 1"/>
          <p:cNvSpPr>
            <a:spLocks noChangeArrowheads="1"/>
          </p:cNvSpPr>
          <p:nvPr/>
        </p:nvSpPr>
        <p:spPr bwMode="auto">
          <a:xfrm>
            <a:off x="1403350" y="1628775"/>
            <a:ext cx="68072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pPr>
            <a:r>
              <a:rPr lang="en-US" altLang="zh-CN" sz="2200">
                <a:latin typeface="Arial" panose="020B0604020202020204" pitchFamily="34" charset="0"/>
                <a:cs typeface="Arial" panose="020B0604020202020204" pitchFamily="34" charset="0"/>
              </a:rPr>
              <a:t>Phương pháp chuẩn độ độ dẫn dung các phản ứng acid-baz, kết tủa, phức chất… ứng dụng trong các lĩnh vực:</a:t>
            </a:r>
          </a:p>
          <a:p>
            <a:pPr algn="just" eaLnBrk="1" hangingPunct="1">
              <a:lnSpc>
                <a:spcPct val="150000"/>
              </a:lnSpc>
              <a:spcBef>
                <a:spcPts val="600"/>
              </a:spcBef>
              <a:spcAft>
                <a:spcPts val="600"/>
              </a:spcAft>
            </a:pPr>
            <a:r>
              <a:rPr lang="en-US" altLang="zh-CN" sz="2200">
                <a:latin typeface="Arial" panose="020B0604020202020204" pitchFamily="34" charset="0"/>
                <a:cs typeface="Arial" panose="020B0604020202020204" pitchFamily="34" charset="0"/>
              </a:rPr>
              <a:t>Kiểm tra chất lượng nước sạch và nước thải</a:t>
            </a:r>
          </a:p>
          <a:p>
            <a:pPr algn="just" eaLnBrk="1" hangingPunct="1">
              <a:lnSpc>
                <a:spcPct val="150000"/>
              </a:lnSpc>
              <a:spcBef>
                <a:spcPts val="600"/>
              </a:spcBef>
              <a:spcAft>
                <a:spcPts val="600"/>
              </a:spcAft>
            </a:pPr>
            <a:r>
              <a:rPr lang="en-US" altLang="zh-CN" sz="2200">
                <a:latin typeface="Arial" panose="020B0604020202020204" pitchFamily="34" charset="0"/>
                <a:cs typeface="Arial" panose="020B0604020202020204" pitchFamily="34" charset="0"/>
              </a:rPr>
              <a:t>Kiểm tra chất lượng các sản phẩm thực phẩm</a:t>
            </a:r>
          </a:p>
        </p:txBody>
      </p:sp>
      <p:sp>
        <p:nvSpPr>
          <p:cNvPr id="12186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59B1648-2226-4CE6-AEC3-B30D499B008F}" type="slidenum">
              <a:rPr lang="en-US" altLang="ru-RU">
                <a:solidFill>
                  <a:srgbClr val="FFFFFF"/>
                </a:solidFill>
                <a:latin typeface="Arial" panose="020B0604020202020204" pitchFamily="34" charset="0"/>
                <a:cs typeface="Arial" panose="020B0604020202020204" pitchFamily="34" charset="0"/>
              </a:rPr>
              <a:pPr/>
              <a:t>105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5"/>
          <p:cNvSpPr txBox="1">
            <a:spLocks noChangeArrowheads="1"/>
          </p:cNvSpPr>
          <p:nvPr/>
        </p:nvSpPr>
        <p:spPr bwMode="auto">
          <a:xfrm>
            <a:off x="1187450" y="273050"/>
            <a:ext cx="7426325"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tabLst>
                <a:tab pos="342900" algn="l"/>
              </a:tabLst>
              <a:defRPr>
                <a:solidFill>
                  <a:schemeClr val="tx1"/>
                </a:solidFill>
                <a:latin typeface="Calibri" panose="020F0502020204030204" pitchFamily="34" charset="0"/>
              </a:defRPr>
            </a:lvl1pPr>
            <a:lvl2pPr marL="742950" indent="-285750">
              <a:tabLst>
                <a:tab pos="342900" algn="l"/>
              </a:tabLst>
              <a:defRPr>
                <a:solidFill>
                  <a:schemeClr val="tx1"/>
                </a:solidFill>
                <a:latin typeface="Calibri" panose="020F0502020204030204" pitchFamily="34" charset="0"/>
              </a:defRPr>
            </a:lvl2pPr>
            <a:lvl3pPr marL="1143000" indent="-228600">
              <a:tabLst>
                <a:tab pos="342900" algn="l"/>
              </a:tabLst>
              <a:defRPr>
                <a:solidFill>
                  <a:schemeClr val="tx1"/>
                </a:solidFill>
                <a:latin typeface="Calibri" panose="020F0502020204030204" pitchFamily="34" charset="0"/>
              </a:defRPr>
            </a:lvl3pPr>
            <a:lvl4pPr marL="1600200" indent="-228600">
              <a:tabLst>
                <a:tab pos="342900" algn="l"/>
              </a:tabLst>
              <a:defRPr>
                <a:solidFill>
                  <a:schemeClr val="tx1"/>
                </a:solidFill>
                <a:latin typeface="Calibri" panose="020F0502020204030204" pitchFamily="34" charset="0"/>
              </a:defRPr>
            </a:lvl4pPr>
            <a:lvl5pPr marL="2057400" indent="-228600">
              <a:tabLst>
                <a:tab pos="3429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3429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3429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3429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342900" algn="l"/>
              </a:tabLst>
              <a:defRPr>
                <a:solidFill>
                  <a:schemeClr val="tx1"/>
                </a:solidFill>
                <a:latin typeface="Calibri" panose="020F0502020204030204" pitchFamily="34" charset="0"/>
              </a:defRPr>
            </a:lvl9pPr>
          </a:lstStyle>
          <a:p>
            <a:pPr algn="just" eaLnBrk="1" hangingPunct="1">
              <a:spcBef>
                <a:spcPts val="600"/>
              </a:spcBef>
              <a:buFontTx/>
              <a:buAutoNum type="arabicPeriod"/>
            </a:pPr>
            <a:r>
              <a:rPr lang="en-US" altLang="zh-CN" sz="2200">
                <a:latin typeface="Arial" panose="020B0604020202020204" pitchFamily="34" charset="0"/>
                <a:cs typeface="Arial" panose="020B0604020202020204" pitchFamily="34" charset="0"/>
              </a:rPr>
              <a:t>Vẽ đường cong chuẩn độ khi chuẩn HCl bằng NaOH bằng phương pháp độ dẫn?</a:t>
            </a:r>
          </a:p>
          <a:p>
            <a:pPr algn="just" eaLnBrk="1" hangingPunct="1">
              <a:spcBef>
                <a:spcPts val="600"/>
              </a:spcBef>
              <a:buFontTx/>
              <a:buAutoNum type="arabicPeriod"/>
            </a:pPr>
            <a:r>
              <a:rPr lang="en-US" altLang="zh-CN" sz="2200">
                <a:latin typeface="Arial" panose="020B0604020202020204" pitchFamily="34" charset="0"/>
                <a:cs typeface="Arial" panose="020B0604020202020204" pitchFamily="34" charset="0"/>
              </a:rPr>
              <a:t>Vẽ đường cong chuẩn độ khi chuẩn NaOH bằng HCl bằng phương pháp độ dẫn?</a:t>
            </a:r>
          </a:p>
          <a:p>
            <a:pPr algn="just" eaLnBrk="1" hangingPunct="1">
              <a:spcBef>
                <a:spcPts val="600"/>
              </a:spcBef>
              <a:buFontTx/>
              <a:buAutoNum type="arabicPeriod"/>
            </a:pPr>
            <a:r>
              <a:rPr lang="en-US" altLang="zh-CN" sz="2200">
                <a:latin typeface="Arial" panose="020B0604020202020204" pitchFamily="34" charset="0"/>
                <a:cs typeface="Arial" panose="020B0604020202020204" pitchFamily="34" charset="0"/>
              </a:rPr>
              <a:t>Vẽ đường cong chuẩn độ khi chuẩn CH</a:t>
            </a:r>
            <a:r>
              <a:rPr lang="en-US" altLang="zh-CN" sz="2200" baseline="-25000">
                <a:latin typeface="Arial" panose="020B0604020202020204" pitchFamily="34" charset="0"/>
                <a:cs typeface="Arial" panose="020B0604020202020204" pitchFamily="34" charset="0"/>
              </a:rPr>
              <a:t>3</a:t>
            </a:r>
            <a:r>
              <a:rPr lang="en-US" altLang="zh-CN" sz="2200">
                <a:latin typeface="Arial" panose="020B0604020202020204" pitchFamily="34" charset="0"/>
                <a:cs typeface="Arial" panose="020B0604020202020204" pitchFamily="34" charset="0"/>
              </a:rPr>
              <a:t>COOH bằng NaOH bằng phương pháp độ dẫn?</a:t>
            </a:r>
          </a:p>
          <a:p>
            <a:pPr algn="just" eaLnBrk="1" hangingPunct="1">
              <a:spcBef>
                <a:spcPts val="600"/>
              </a:spcBef>
              <a:buFontTx/>
              <a:buAutoNum type="arabicPeriod"/>
            </a:pPr>
            <a:r>
              <a:rPr lang="en-US" altLang="zh-CN" sz="2200">
                <a:latin typeface="Arial" panose="020B0604020202020204" pitchFamily="34" charset="0"/>
                <a:cs typeface="Arial" panose="020B0604020202020204" pitchFamily="34" charset="0"/>
              </a:rPr>
              <a:t>Vẽ đường cong chuẩn độ khi chuẩn hỗn hợp HCl + CH</a:t>
            </a:r>
            <a:r>
              <a:rPr lang="en-US" altLang="zh-CN" sz="2200" baseline="-25000">
                <a:latin typeface="Arial" panose="020B0604020202020204" pitchFamily="34" charset="0"/>
                <a:cs typeface="Arial" panose="020B0604020202020204" pitchFamily="34" charset="0"/>
              </a:rPr>
              <a:t>3</a:t>
            </a:r>
            <a:r>
              <a:rPr lang="en-US" altLang="zh-CN" sz="2200">
                <a:latin typeface="Arial" panose="020B0604020202020204" pitchFamily="34" charset="0"/>
                <a:cs typeface="Arial" panose="020B0604020202020204" pitchFamily="34" charset="0"/>
              </a:rPr>
              <a:t>COOH bằng NaOH bằng phương pháp độ dẫn? </a:t>
            </a:r>
          </a:p>
          <a:p>
            <a:pPr algn="just" eaLnBrk="1" hangingPunct="1">
              <a:spcBef>
                <a:spcPts val="600"/>
              </a:spcBef>
              <a:buFontTx/>
              <a:buAutoNum type="arabicPeriod"/>
            </a:pPr>
            <a:r>
              <a:rPr lang="en-US" altLang="zh-CN" sz="2200">
                <a:latin typeface="Arial" panose="020B0604020202020204" pitchFamily="34" charset="0"/>
                <a:cs typeface="Arial" panose="020B0604020202020204" pitchFamily="34" charset="0"/>
              </a:rPr>
              <a:t>Vẽ đường cong chuẩn độ khi chuẩn hỗn hợp HCl + H</a:t>
            </a:r>
            <a:r>
              <a:rPr lang="en-US" altLang="zh-CN" sz="2200" baseline="-25000">
                <a:latin typeface="Arial" panose="020B0604020202020204" pitchFamily="34" charset="0"/>
                <a:cs typeface="Arial" panose="020B0604020202020204" pitchFamily="34" charset="0"/>
              </a:rPr>
              <a:t>3</a:t>
            </a:r>
            <a:r>
              <a:rPr lang="en-US" altLang="zh-CN" sz="2200">
                <a:latin typeface="Arial" panose="020B0604020202020204" pitchFamily="34" charset="0"/>
                <a:cs typeface="Arial" panose="020B0604020202020204" pitchFamily="34" charset="0"/>
              </a:rPr>
              <a:t>PO</a:t>
            </a:r>
            <a:r>
              <a:rPr lang="en-US" altLang="zh-CN" sz="2200" baseline="-25000">
                <a:latin typeface="Arial" panose="020B0604020202020204" pitchFamily="34" charset="0"/>
                <a:cs typeface="Arial" panose="020B0604020202020204" pitchFamily="34" charset="0"/>
              </a:rPr>
              <a:t>3</a:t>
            </a:r>
            <a:r>
              <a:rPr lang="en-US" altLang="zh-CN" sz="2200">
                <a:latin typeface="Arial" panose="020B0604020202020204" pitchFamily="34" charset="0"/>
                <a:cs typeface="Arial" panose="020B0604020202020204" pitchFamily="34" charset="0"/>
              </a:rPr>
              <a:t> bằng NaOH bằng phương pháp độ dẫn?</a:t>
            </a:r>
          </a:p>
          <a:p>
            <a:pPr algn="just" eaLnBrk="1" hangingPunct="1">
              <a:spcBef>
                <a:spcPts val="600"/>
              </a:spcBef>
              <a:buFontTx/>
              <a:buAutoNum type="arabicPeriod"/>
            </a:pPr>
            <a:r>
              <a:rPr lang="en-US" altLang="zh-CN" sz="2200">
                <a:latin typeface="Arial" panose="020B0604020202020204" pitchFamily="34" charset="0"/>
                <a:cs typeface="Arial" panose="020B0604020202020204" pitchFamily="34" charset="0"/>
              </a:rPr>
              <a:t>Vẽ đường cong chuẩn độ khi chuẩn NaCl bằng AgNO</a:t>
            </a:r>
            <a:r>
              <a:rPr lang="en-US" altLang="zh-CN" sz="2200" baseline="-25000">
                <a:latin typeface="Arial" panose="020B0604020202020204" pitchFamily="34" charset="0"/>
                <a:cs typeface="Arial" panose="020B0604020202020204" pitchFamily="34" charset="0"/>
              </a:rPr>
              <a:t>3</a:t>
            </a:r>
            <a:r>
              <a:rPr lang="en-US" altLang="zh-CN" sz="2200">
                <a:latin typeface="Arial" panose="020B0604020202020204" pitchFamily="34" charset="0"/>
                <a:cs typeface="Arial" panose="020B0604020202020204" pitchFamily="34" charset="0"/>
              </a:rPr>
              <a:t> bằng phương pháp độ dẫn?</a:t>
            </a:r>
          </a:p>
        </p:txBody>
      </p:sp>
      <p:sp>
        <p:nvSpPr>
          <p:cNvPr id="12288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AB9A50B-1CF0-4421-984E-F283DDEE48DC}" type="slidenum">
              <a:rPr lang="en-US" altLang="ru-RU">
                <a:solidFill>
                  <a:srgbClr val="FFFFFF"/>
                </a:solidFill>
                <a:latin typeface="Arial" panose="020B0604020202020204" pitchFamily="34" charset="0"/>
                <a:cs typeface="Arial" panose="020B0604020202020204" pitchFamily="34" charset="0"/>
              </a:rPr>
              <a:pPr/>
              <a:t>106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5"/>
          <p:cNvSpPr txBox="1">
            <a:spLocks noChangeArrowheads="1"/>
          </p:cNvSpPr>
          <p:nvPr/>
        </p:nvSpPr>
        <p:spPr bwMode="auto">
          <a:xfrm>
            <a:off x="1119188" y="739775"/>
            <a:ext cx="70104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algn="just" eaLnBrk="1" hangingPunct="1">
              <a:lnSpc>
                <a:spcPct val="150000"/>
              </a:lnSpc>
              <a:spcBef>
                <a:spcPts val="600"/>
              </a:spcBef>
              <a:spcAft>
                <a:spcPts val="600"/>
              </a:spcAft>
            </a:pPr>
            <a:r>
              <a:rPr lang="en-US" altLang="en-US" sz="2200">
                <a:latin typeface="Arial" panose="020B0604020202020204" pitchFamily="34" charset="0"/>
                <a:cs typeface="Arial" panose="020B0604020202020204" pitchFamily="34" charset="0"/>
              </a:rPr>
              <a:t>Vẽ đường cong chuẩn độ khi chuẩn hỗn hợp HCl +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COOH bằng NaOH bằng phương pháp độ dẫn?</a:t>
            </a:r>
          </a:p>
        </p:txBody>
      </p:sp>
      <p:graphicFrame>
        <p:nvGraphicFramePr>
          <p:cNvPr id="124931" name="Object 676"/>
          <p:cNvGraphicFramePr>
            <a:graphicFrameLocks noGrp="1" noChangeAspect="1"/>
          </p:cNvGraphicFramePr>
          <p:nvPr/>
        </p:nvGraphicFramePr>
        <p:xfrm>
          <a:off x="1839913" y="2492375"/>
          <a:ext cx="4208462" cy="614363"/>
        </p:xfrm>
        <a:graphic>
          <a:graphicData uri="http://schemas.openxmlformats.org/presentationml/2006/ole">
            <mc:AlternateContent xmlns:mc="http://schemas.openxmlformats.org/markup-compatibility/2006">
              <mc:Choice xmlns:v="urn:schemas-microsoft-com:vml" Requires="v">
                <p:oleObj spid="_x0000_s124936" name="Equation" r:id="rId3" imgW="1739900" imgH="254000" progId="">
                  <p:embed/>
                </p:oleObj>
              </mc:Choice>
              <mc:Fallback>
                <p:oleObj name="Equation" r:id="rId3" imgW="1739900" imgH="254000" progId="">
                  <p:embed/>
                  <p:pic>
                    <p:nvPicPr>
                      <p:cNvPr id="0" name="Object 67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2492375"/>
                        <a:ext cx="4208462"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4932" name="Object 677"/>
          <p:cNvGraphicFramePr>
            <a:graphicFrameLocks noGrp="1" noChangeAspect="1"/>
          </p:cNvGraphicFramePr>
          <p:nvPr/>
        </p:nvGraphicFramePr>
        <p:xfrm>
          <a:off x="1844675" y="3198813"/>
          <a:ext cx="5557838" cy="636587"/>
        </p:xfrm>
        <a:graphic>
          <a:graphicData uri="http://schemas.openxmlformats.org/presentationml/2006/ole">
            <mc:AlternateContent xmlns:mc="http://schemas.openxmlformats.org/markup-compatibility/2006">
              <mc:Choice xmlns:v="urn:schemas-microsoft-com:vml" Requires="v">
                <p:oleObj spid="_x0000_s124937" name="Equation" r:id="rId5" imgW="2222500" imgH="254000" progId="">
                  <p:embed/>
                </p:oleObj>
              </mc:Choice>
              <mc:Fallback>
                <p:oleObj name="Equation" r:id="rId5" imgW="2222500" imgH="254000" progId="">
                  <p:embed/>
                  <p:pic>
                    <p:nvPicPr>
                      <p:cNvPr id="0" name="Object 677"/>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4675" y="3198813"/>
                        <a:ext cx="5557838"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4933" name="Object 678"/>
          <p:cNvGraphicFramePr>
            <a:graphicFrameLocks noChangeAspect="1"/>
          </p:cNvGraphicFramePr>
          <p:nvPr/>
        </p:nvGraphicFramePr>
        <p:xfrm>
          <a:off x="1839913" y="3960813"/>
          <a:ext cx="6261100" cy="681037"/>
        </p:xfrm>
        <a:graphic>
          <a:graphicData uri="http://schemas.openxmlformats.org/presentationml/2006/ole">
            <mc:AlternateContent xmlns:mc="http://schemas.openxmlformats.org/markup-compatibility/2006">
              <mc:Choice xmlns:v="urn:schemas-microsoft-com:vml" Requires="v">
                <p:oleObj spid="_x0000_s124938" name="Equation" r:id="rId7" imgW="2565400" imgH="279400" progId="">
                  <p:embed/>
                </p:oleObj>
              </mc:Choice>
              <mc:Fallback>
                <p:oleObj name="Equation" r:id="rId7" imgW="2565400" imgH="279400" progId="">
                  <p:embed/>
                  <p:pic>
                    <p:nvPicPr>
                      <p:cNvPr id="0" name="Object 6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9913" y="3960813"/>
                        <a:ext cx="62611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4934" name="Object 679"/>
          <p:cNvGraphicFramePr>
            <a:graphicFrameLocks noGrp="1" noChangeAspect="1"/>
          </p:cNvGraphicFramePr>
          <p:nvPr/>
        </p:nvGraphicFramePr>
        <p:xfrm>
          <a:off x="1763713" y="4699000"/>
          <a:ext cx="5638800" cy="785813"/>
        </p:xfrm>
        <a:graphic>
          <a:graphicData uri="http://schemas.openxmlformats.org/presentationml/2006/ole">
            <mc:AlternateContent xmlns:mc="http://schemas.openxmlformats.org/markup-compatibility/2006">
              <mc:Choice xmlns:v="urn:schemas-microsoft-com:vml" Requires="v">
                <p:oleObj spid="_x0000_s124939" name="Equation" r:id="rId9" imgW="2006600" imgH="279400" progId="">
                  <p:embed/>
                </p:oleObj>
              </mc:Choice>
              <mc:Fallback>
                <p:oleObj name="Equation" r:id="rId9" imgW="2006600" imgH="279400" progId="">
                  <p:embed/>
                  <p:pic>
                    <p:nvPicPr>
                      <p:cNvPr id="0" name="Object 679"/>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4699000"/>
                        <a:ext cx="56388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493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F2629A2-CE5B-44EB-B25C-960FE3E560AE}" type="slidenum">
              <a:rPr lang="en-US" altLang="ru-RU">
                <a:solidFill>
                  <a:srgbClr val="FFFFFF"/>
                </a:solidFill>
                <a:latin typeface="Arial" panose="020B0604020202020204" pitchFamily="34" charset="0"/>
                <a:cs typeface="Arial" panose="020B0604020202020204" pitchFamily="34" charset="0"/>
              </a:rPr>
              <a:pPr/>
              <a:t>107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5"/>
          <p:cNvSpPr txBox="1">
            <a:spLocks noChangeArrowheads="1"/>
          </p:cNvSpPr>
          <p:nvPr/>
        </p:nvSpPr>
        <p:spPr bwMode="auto">
          <a:xfrm>
            <a:off x="1330325" y="322263"/>
            <a:ext cx="719772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eaLnBrk="1" hangingPunct="1">
              <a:lnSpc>
                <a:spcPct val="110000"/>
              </a:lnSpc>
              <a:spcBef>
                <a:spcPts val="600"/>
              </a:spcBef>
              <a:spcAft>
                <a:spcPts val="600"/>
              </a:spcAft>
            </a:pPr>
            <a:r>
              <a:rPr lang="en-US" altLang="en-US" sz="2400">
                <a:latin typeface="Arial" panose="020B0604020202020204" pitchFamily="34" charset="0"/>
                <a:cs typeface="Arial" panose="020B0604020202020204" pitchFamily="34" charset="0"/>
              </a:rPr>
              <a:t>Vẽ đường cong chuẩn độ khi chuẩn CH</a:t>
            </a:r>
            <a:r>
              <a:rPr lang="en-US" altLang="en-US" sz="2400" baseline="-25000">
                <a:latin typeface="Arial" panose="020B0604020202020204" pitchFamily="34" charset="0"/>
                <a:cs typeface="Arial" panose="020B0604020202020204" pitchFamily="34" charset="0"/>
              </a:rPr>
              <a:t>3</a:t>
            </a:r>
            <a:r>
              <a:rPr lang="en-US" altLang="en-US" sz="2400">
                <a:latin typeface="Arial" panose="020B0604020202020204" pitchFamily="34" charset="0"/>
                <a:cs typeface="Arial" panose="020B0604020202020204" pitchFamily="34" charset="0"/>
              </a:rPr>
              <a:t>COOH bằng NaOH bằng phương pháp độ dẫn?</a:t>
            </a:r>
          </a:p>
        </p:txBody>
      </p:sp>
      <p:grpSp>
        <p:nvGrpSpPr>
          <p:cNvPr id="125955" name="Group 11"/>
          <p:cNvGrpSpPr>
            <a:grpSpLocks/>
          </p:cNvGrpSpPr>
          <p:nvPr/>
        </p:nvGrpSpPr>
        <p:grpSpPr bwMode="auto">
          <a:xfrm>
            <a:off x="1116013" y="2420938"/>
            <a:ext cx="3671887" cy="3441700"/>
            <a:chOff x="152400" y="2590800"/>
            <a:chExt cx="4648200" cy="3847146"/>
          </a:xfrm>
        </p:grpSpPr>
        <p:sp>
          <p:nvSpPr>
            <p:cNvPr id="125958" name="Line 9"/>
            <p:cNvSpPr>
              <a:spLocks noChangeShapeType="1"/>
            </p:cNvSpPr>
            <p:nvPr/>
          </p:nvSpPr>
          <p:spPr bwMode="auto">
            <a:xfrm flipV="1">
              <a:off x="588169" y="2679892"/>
              <a:ext cx="0" cy="311820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5959" name="Line 10"/>
            <p:cNvSpPr>
              <a:spLocks noChangeShapeType="1"/>
            </p:cNvSpPr>
            <p:nvPr/>
          </p:nvSpPr>
          <p:spPr bwMode="auto">
            <a:xfrm>
              <a:off x="588169" y="5798098"/>
              <a:ext cx="413980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5960" name="Line 11"/>
            <p:cNvSpPr>
              <a:spLocks noChangeShapeType="1"/>
            </p:cNvSpPr>
            <p:nvPr/>
          </p:nvSpPr>
          <p:spPr bwMode="auto">
            <a:xfrm rot="-3753788">
              <a:off x="829060" y="4279857"/>
              <a:ext cx="1302965" cy="1310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5961" name="Line 12"/>
            <p:cNvSpPr>
              <a:spLocks noChangeShapeType="1"/>
            </p:cNvSpPr>
            <p:nvPr/>
          </p:nvSpPr>
          <p:spPr bwMode="auto">
            <a:xfrm rot="19870293" flipV="1">
              <a:off x="1950295" y="3039970"/>
              <a:ext cx="1392039" cy="13493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5962" name="Text Box 15"/>
            <p:cNvSpPr txBox="1">
              <a:spLocks noChangeArrowheads="1"/>
            </p:cNvSpPr>
            <p:nvPr/>
          </p:nvSpPr>
          <p:spPr bwMode="auto">
            <a:xfrm>
              <a:off x="152400" y="2590800"/>
              <a:ext cx="36314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a:p>
              <a:pPr eaLnBrk="1" hangingPunct="1">
                <a:spcBef>
                  <a:spcPct val="50000"/>
                </a:spcBef>
              </a:pPr>
              <a:r>
                <a:rPr lang="en-US" altLang="en-US">
                  <a:latin typeface="Arial" panose="020B0604020202020204" pitchFamily="34" charset="0"/>
                  <a:cs typeface="Arial" panose="020B0604020202020204" pitchFamily="34" charset="0"/>
                  <a:sym typeface="Symbol" panose="05050102010706020507" pitchFamily="18" charset="2"/>
                </a:rPr>
                <a:t></a:t>
              </a:r>
            </a:p>
          </p:txBody>
        </p:sp>
        <p:sp>
          <p:nvSpPr>
            <p:cNvPr id="125963" name="Text Box 16"/>
            <p:cNvSpPr txBox="1">
              <a:spLocks noChangeArrowheads="1"/>
            </p:cNvSpPr>
            <p:nvPr/>
          </p:nvSpPr>
          <p:spPr bwMode="auto">
            <a:xfrm>
              <a:off x="4074319" y="5976281"/>
              <a:ext cx="7262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Arial" panose="020B0604020202020204" pitchFamily="34" charset="0"/>
                  <a:cs typeface="Arial" panose="020B0604020202020204" pitchFamily="34" charset="0"/>
                </a:rPr>
                <a:t>V</a:t>
              </a:r>
            </a:p>
          </p:txBody>
        </p:sp>
        <p:sp>
          <p:nvSpPr>
            <p:cNvPr id="125964" name="Line 18"/>
            <p:cNvSpPr>
              <a:spLocks noChangeShapeType="1"/>
            </p:cNvSpPr>
            <p:nvPr/>
          </p:nvSpPr>
          <p:spPr bwMode="auto">
            <a:xfrm>
              <a:off x="2331720" y="4713759"/>
              <a:ext cx="0" cy="1069099"/>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5965" name="Text Box 19"/>
            <p:cNvSpPr txBox="1">
              <a:spLocks noChangeArrowheads="1"/>
            </p:cNvSpPr>
            <p:nvPr/>
          </p:nvSpPr>
          <p:spPr bwMode="auto">
            <a:xfrm>
              <a:off x="2040731" y="5798098"/>
              <a:ext cx="6536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Arial" panose="020B0604020202020204" pitchFamily="34" charset="0"/>
                  <a:cs typeface="Arial" panose="020B0604020202020204" pitchFamily="34" charset="0"/>
                </a:rPr>
                <a:t>V</a:t>
              </a:r>
              <a:r>
                <a:rPr lang="en-US" altLang="en-US" sz="2000" baseline="-25000">
                  <a:latin typeface="Arial" panose="020B0604020202020204" pitchFamily="34" charset="0"/>
                  <a:cs typeface="Arial" panose="020B0604020202020204" pitchFamily="34" charset="0"/>
                </a:rPr>
                <a:t>tđ</a:t>
              </a:r>
              <a:endParaRPr lang="en-US" altLang="en-US" sz="2000">
                <a:latin typeface="Arial" panose="020B0604020202020204" pitchFamily="34" charset="0"/>
                <a:cs typeface="Arial" panose="020B0604020202020204" pitchFamily="34" charset="0"/>
              </a:endParaRPr>
            </a:p>
          </p:txBody>
        </p:sp>
      </p:grpSp>
      <p:sp>
        <p:nvSpPr>
          <p:cNvPr id="125956" name="Text Box 20"/>
          <p:cNvSpPr txBox="1">
            <a:spLocks noChangeArrowheads="1"/>
          </p:cNvSpPr>
          <p:nvPr/>
        </p:nvSpPr>
        <p:spPr bwMode="auto">
          <a:xfrm>
            <a:off x="4711700" y="1657350"/>
            <a:ext cx="4325938"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30000"/>
              </a:spcBef>
              <a:buFont typeface="Wingdings" panose="05000000000000000000" pitchFamily="2" charset="2"/>
              <a:buChar char="§"/>
            </a:pPr>
            <a:r>
              <a:rPr lang="en-US" altLang="en-US" sz="2200">
                <a:latin typeface="Arial" panose="020B0604020202020204" pitchFamily="34" charset="0"/>
                <a:cs typeface="Arial" panose="020B0604020202020204" pitchFamily="34" charset="0"/>
              </a:rPr>
              <a:t>Trong quá trình chuẩn độ: thay thế chất không điện ly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COOH</a:t>
            </a:r>
            <a:r>
              <a:rPr lang="en-US" altLang="en-US" sz="2200" baseline="-25000">
                <a:latin typeface="Arial" panose="020B0604020202020204" pitchFamily="34" charset="0"/>
                <a:cs typeface="Arial" panose="020B0604020202020204" pitchFamily="34" charset="0"/>
              </a:rPr>
              <a:t> </a:t>
            </a:r>
            <a:r>
              <a:rPr lang="en-US" altLang="en-US" sz="2200" baseline="30000">
                <a:latin typeface="Arial" panose="020B0604020202020204" pitchFamily="34" charset="0"/>
                <a:cs typeface="Arial" panose="020B0604020202020204" pitchFamily="34" charset="0"/>
              </a:rPr>
              <a:t> </a:t>
            </a:r>
            <a:r>
              <a:rPr lang="en-US" altLang="en-US" sz="2200">
                <a:latin typeface="Arial" panose="020B0604020202020204" pitchFamily="34" charset="0"/>
                <a:cs typeface="Arial" panose="020B0604020202020204" pitchFamily="34" charset="0"/>
              </a:rPr>
              <a:t>bằng chất điện ly CH</a:t>
            </a:r>
            <a:r>
              <a:rPr lang="en-US" altLang="en-US" sz="2200" baseline="-25000">
                <a:latin typeface="Arial" panose="020B0604020202020204" pitchFamily="34" charset="0"/>
                <a:cs typeface="Arial" panose="020B0604020202020204" pitchFamily="34" charset="0"/>
              </a:rPr>
              <a:t>3</a:t>
            </a:r>
            <a:r>
              <a:rPr lang="en-US" altLang="en-US" sz="2200">
                <a:latin typeface="Arial" panose="020B0604020202020204" pitchFamily="34" charset="0"/>
                <a:cs typeface="Arial" panose="020B0604020202020204" pitchFamily="34" charset="0"/>
              </a:rPr>
              <a:t>COONa nên </a:t>
            </a:r>
            <a:r>
              <a:rPr lang="en-US" altLang="en-US" sz="2200">
                <a:latin typeface="Arial" panose="020B0604020202020204" pitchFamily="34" charset="0"/>
                <a:cs typeface="Arial" panose="020B0604020202020204" pitchFamily="34" charset="0"/>
                <a:sym typeface="Symbol" panose="05050102010706020507" pitchFamily="18" charset="2"/>
              </a:rPr>
              <a:t> tăng theo V.</a:t>
            </a:r>
          </a:p>
          <a:p>
            <a:pPr algn="just" eaLnBrk="1" hangingPunct="1">
              <a:lnSpc>
                <a:spcPct val="135000"/>
              </a:lnSpc>
              <a:spcBef>
                <a:spcPct val="30000"/>
              </a:spcBef>
              <a:buFont typeface="Wingdings" panose="05000000000000000000" pitchFamily="2" charset="2"/>
              <a:buChar char="§"/>
            </a:pPr>
            <a:r>
              <a:rPr lang="en-US" altLang="en-US" sz="2200">
                <a:latin typeface="Arial" panose="020B0604020202020204" pitchFamily="34" charset="0"/>
                <a:cs typeface="Arial" panose="020B0604020202020204" pitchFamily="34" charset="0"/>
                <a:sym typeface="Symbol" panose="05050102010706020507" pitchFamily="18" charset="2"/>
              </a:rPr>
              <a:t>Sau điểm tương đương, dư OH, độ dẫn điện của dung dịch tăng mạnh. </a:t>
            </a:r>
          </a:p>
        </p:txBody>
      </p:sp>
      <p:sp>
        <p:nvSpPr>
          <p:cNvPr id="12595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5D33448-C4A0-42BA-B52E-E112A99EB4E1}" type="slidenum">
              <a:rPr lang="en-US" altLang="ru-RU">
                <a:solidFill>
                  <a:srgbClr val="FFFFFF"/>
                </a:solidFill>
                <a:latin typeface="Arial" panose="020B0604020202020204" pitchFamily="34" charset="0"/>
                <a:cs typeface="Arial" panose="020B0604020202020204" pitchFamily="34" charset="0"/>
              </a:rPr>
              <a:pPr/>
              <a:t>108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7"/>
          <p:cNvSpPr txBox="1">
            <a:spLocks noChangeArrowheads="1"/>
          </p:cNvSpPr>
          <p:nvPr/>
        </p:nvSpPr>
        <p:spPr bwMode="auto">
          <a:xfrm>
            <a:off x="971550" y="482600"/>
            <a:ext cx="7848600" cy="534988"/>
          </a:xfrm>
          <a:prstGeom prst="rect">
            <a:avLst/>
          </a:prstGeom>
          <a:solidFill>
            <a:srgbClr val="FFFF00"/>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fr-FR" altLang="zh-CN" sz="3200" b="1">
                <a:solidFill>
                  <a:srgbClr val="305250"/>
                </a:solidFill>
                <a:latin typeface="Arial" panose="020B0604020202020204" pitchFamily="34" charset="0"/>
                <a:cs typeface="Arial" panose="020B0604020202020204" pitchFamily="34" charset="0"/>
              </a:rPr>
              <a:t>Ch</a:t>
            </a:r>
            <a:r>
              <a:rPr lang="vi-VN" altLang="zh-CN" sz="3200" b="1">
                <a:solidFill>
                  <a:srgbClr val="305250"/>
                </a:solidFill>
                <a:latin typeface="Arial" panose="020B0604020202020204" pitchFamily="34" charset="0"/>
                <a:cs typeface="Arial" panose="020B0604020202020204" pitchFamily="34" charset="0"/>
              </a:rPr>
              <a:t>ươ</a:t>
            </a:r>
            <a:r>
              <a:rPr lang="en-US" altLang="zh-CN" sz="3200" b="1">
                <a:solidFill>
                  <a:srgbClr val="305250"/>
                </a:solidFill>
                <a:latin typeface="Arial" panose="020B0604020202020204" pitchFamily="34" charset="0"/>
                <a:cs typeface="Arial" panose="020B0604020202020204" pitchFamily="34" charset="0"/>
              </a:rPr>
              <a:t>ng 3: </a:t>
            </a:r>
            <a:r>
              <a:rPr lang="vi-VN" altLang="zh-CN" sz="3200" b="1">
                <a:solidFill>
                  <a:srgbClr val="305250"/>
                </a:solidFill>
                <a:latin typeface="Arial" panose="020B0604020202020204" pitchFamily="34" charset="0"/>
                <a:cs typeface="Arial" panose="020B0604020202020204" pitchFamily="34" charset="0"/>
              </a:rPr>
              <a:t>Phương pháp điện thế kế</a:t>
            </a:r>
            <a:endParaRPr lang="fr-FR" altLang="zh-CN" sz="3200" b="1">
              <a:solidFill>
                <a:srgbClr val="305250"/>
              </a:solidFill>
              <a:latin typeface="Arial" panose="020B0604020202020204" pitchFamily="34" charset="0"/>
              <a:cs typeface="Arial" panose="020B0604020202020204" pitchFamily="34" charset="0"/>
            </a:endParaRPr>
          </a:p>
        </p:txBody>
      </p:sp>
      <p:sp>
        <p:nvSpPr>
          <p:cNvPr id="6" name="Text Box 8"/>
          <p:cNvSpPr txBox="1">
            <a:spLocks noChangeArrowheads="1"/>
          </p:cNvSpPr>
          <p:nvPr/>
        </p:nvSpPr>
        <p:spPr bwMode="auto">
          <a:xfrm>
            <a:off x="1025525" y="1273175"/>
            <a:ext cx="6786563" cy="571500"/>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400" b="1">
                <a:solidFill>
                  <a:srgbClr val="072B39"/>
                </a:solidFill>
              </a:rPr>
              <a:t>3.1. </a:t>
            </a:r>
            <a:r>
              <a:rPr lang="vi-VN" sz="2400" b="1">
                <a:solidFill>
                  <a:srgbClr val="072B39"/>
                </a:solidFill>
                <a:latin typeface="Arial" panose="020B0604020202020204" pitchFamily="34" charset="0"/>
              </a:rPr>
              <a:t>Nguyên tắc phương pháp điện thế kế</a:t>
            </a:r>
            <a:endParaRPr lang="zh-CN" altLang="en-US" sz="2400" b="1">
              <a:solidFill>
                <a:srgbClr val="072B39"/>
              </a:solidFill>
            </a:endParaRPr>
          </a:p>
        </p:txBody>
      </p:sp>
      <p:sp>
        <p:nvSpPr>
          <p:cNvPr id="126980" name="Text Box 6"/>
          <p:cNvSpPr txBox="1">
            <a:spLocks noChangeArrowheads="1"/>
          </p:cNvSpPr>
          <p:nvPr/>
        </p:nvSpPr>
        <p:spPr bwMode="auto">
          <a:xfrm>
            <a:off x="1003300" y="2000250"/>
            <a:ext cx="7745413" cy="293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7000" indent="3873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200000"/>
              </a:lnSpc>
              <a:spcBef>
                <a:spcPct val="30000"/>
              </a:spcBef>
            </a:pPr>
            <a:r>
              <a:rPr lang="en-US" altLang="zh-CN" sz="2400">
                <a:latin typeface="Arial" panose="020B0604020202020204" pitchFamily="34" charset="0"/>
                <a:cs typeface="Arial" panose="020B0604020202020204" pitchFamily="34" charset="0"/>
              </a:rPr>
              <a:t>Nguyên tắc của phương pháp điện thế kế là dựa trên hiệu điện thế đo được giữa thế của một điện cực so với một điện cực so sánh để suy ra nồng độ của một chất điện hoạt.</a:t>
            </a:r>
          </a:p>
        </p:txBody>
      </p:sp>
      <p:sp>
        <p:nvSpPr>
          <p:cNvPr id="126981" name="TextBox 1"/>
          <p:cNvSpPr txBox="1">
            <a:spLocks noChangeArrowheads="1"/>
          </p:cNvSpPr>
          <p:nvPr/>
        </p:nvSpPr>
        <p:spPr bwMode="auto">
          <a:xfrm>
            <a:off x="2339975" y="4940300"/>
            <a:ext cx="4895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latin typeface="Times New Roman" panose="02020603050405020304" pitchFamily="18" charset="0"/>
                <a:cs typeface="Times New Roman" panose="02020603050405020304" pitchFamily="18" charset="0"/>
              </a:rPr>
              <a:t>∆E= E</a:t>
            </a:r>
            <a:r>
              <a:rPr lang="en-US" altLang="en-US" sz="2800" baseline="-25000">
                <a:latin typeface="Times New Roman" panose="02020603050405020304" pitchFamily="18" charset="0"/>
                <a:cs typeface="Times New Roman" panose="02020603050405020304" pitchFamily="18" charset="0"/>
              </a:rPr>
              <a:t>ct</a:t>
            </a:r>
            <a:r>
              <a:rPr lang="en-US" altLang="en-US" sz="2800">
                <a:latin typeface="Times New Roman" panose="02020603050405020304" pitchFamily="18" charset="0"/>
                <a:cs typeface="Times New Roman" panose="02020603050405020304" pitchFamily="18" charset="0"/>
              </a:rPr>
              <a:t> - E</a:t>
            </a:r>
            <a:r>
              <a:rPr lang="en-US" altLang="en-US" sz="2800" baseline="-25000">
                <a:latin typeface="Times New Roman" panose="02020603050405020304" pitchFamily="18" charset="0"/>
                <a:cs typeface="Times New Roman" panose="02020603050405020304" pitchFamily="18" charset="0"/>
              </a:rPr>
              <a:t>ss</a:t>
            </a:r>
            <a:endParaRPr lang="en-US" altLang="en-US" sz="2800">
              <a:latin typeface="Times New Roman" panose="02020603050405020304" pitchFamily="18" charset="0"/>
              <a:cs typeface="Times New Roman" panose="02020603050405020304" pitchFamily="18" charset="0"/>
            </a:endParaRPr>
          </a:p>
        </p:txBody>
      </p:sp>
      <p:sp>
        <p:nvSpPr>
          <p:cNvPr id="12698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69C3F50-0B3D-4910-88BD-233291E1F44C}" type="slidenum">
              <a:rPr lang="en-US" altLang="ru-RU">
                <a:solidFill>
                  <a:srgbClr val="FFFFFF"/>
                </a:solidFill>
                <a:latin typeface="Arial" panose="020B0604020202020204" pitchFamily="34" charset="0"/>
                <a:cs typeface="Arial" panose="020B0604020202020204" pitchFamily="34" charset="0"/>
              </a:rPr>
              <a:pPr/>
              <a:t>109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33375"/>
            <a:ext cx="5214938"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28FB69B-8B50-48DF-B551-A3D96BDE60B9}" type="slidenum">
              <a:rPr lang="en-US" altLang="ru-RU">
                <a:solidFill>
                  <a:srgbClr val="FFFFFF"/>
                </a:solidFill>
                <a:latin typeface="Arial" panose="020B0604020202020204" pitchFamily="34" charset="0"/>
                <a:cs typeface="Arial" panose="020B0604020202020204" pitchFamily="34" charset="0"/>
              </a:rPr>
              <a:pPr/>
              <a:t>110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C342F53-34CC-4A49-A66B-0E4DDF1F140A}" type="slidenum">
              <a:rPr lang="en-US" altLang="ru-RU">
                <a:solidFill>
                  <a:srgbClr val="FFFFFF"/>
                </a:solidFill>
              </a:rPr>
              <a:pPr/>
              <a:t>111</a:t>
            </a:fld>
            <a:endParaRPr lang="en-US" altLang="ru-RU">
              <a:solidFill>
                <a:srgbClr val="FFFFFF"/>
              </a:solidFill>
            </a:endParaRPr>
          </a:p>
        </p:txBody>
      </p:sp>
      <p:pic>
        <p:nvPicPr>
          <p:cNvPr id="129027" name="Picture 2"/>
          <p:cNvPicPr>
            <a:picLocks noChangeAspect="1" noChangeArrowheads="1"/>
          </p:cNvPicPr>
          <p:nvPr/>
        </p:nvPicPr>
        <p:blipFill>
          <a:blip r:embed="rId2">
            <a:extLst>
              <a:ext uri="{28A0092B-C50C-407E-A947-70E740481C1C}">
                <a14:useLocalDpi xmlns:a14="http://schemas.microsoft.com/office/drawing/2010/main" val="0"/>
              </a:ext>
            </a:extLst>
          </a:blip>
          <a:srcRect l="6950" t="27618" r="38220" b="10571"/>
          <a:stretch>
            <a:fillRect/>
          </a:stretch>
        </p:blipFill>
        <p:spPr bwMode="auto">
          <a:xfrm>
            <a:off x="0" y="188913"/>
            <a:ext cx="5113338"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8" name="Picture 3"/>
          <p:cNvPicPr>
            <a:picLocks noChangeAspect="1" noChangeArrowheads="1"/>
          </p:cNvPicPr>
          <p:nvPr/>
        </p:nvPicPr>
        <p:blipFill>
          <a:blip r:embed="rId3">
            <a:extLst>
              <a:ext uri="{28A0092B-C50C-407E-A947-70E740481C1C}">
                <a14:useLocalDpi xmlns:a14="http://schemas.microsoft.com/office/drawing/2010/main" val="0"/>
              </a:ext>
            </a:extLst>
          </a:blip>
          <a:srcRect l="9052" t="26791" r="38976" b="22786"/>
          <a:stretch>
            <a:fillRect/>
          </a:stretch>
        </p:blipFill>
        <p:spPr bwMode="auto">
          <a:xfrm>
            <a:off x="5113338" y="512763"/>
            <a:ext cx="475138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9" name="Picture 4"/>
          <p:cNvPicPr>
            <a:picLocks noChangeAspect="1" noChangeArrowheads="1"/>
          </p:cNvPicPr>
          <p:nvPr/>
        </p:nvPicPr>
        <p:blipFill>
          <a:blip r:embed="rId4">
            <a:extLst>
              <a:ext uri="{28A0092B-C50C-407E-A947-70E740481C1C}">
                <a14:useLocalDpi xmlns:a14="http://schemas.microsoft.com/office/drawing/2010/main" val="0"/>
              </a:ext>
            </a:extLst>
          </a:blip>
          <a:srcRect l="8875" t="33946" r="37576" b="18433"/>
          <a:stretch>
            <a:fillRect/>
          </a:stretch>
        </p:blipFill>
        <p:spPr bwMode="auto">
          <a:xfrm>
            <a:off x="179388" y="3513138"/>
            <a:ext cx="59055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FBBBEE5-6B0B-4CCC-8623-7C5C6D92981F}" type="slidenum">
              <a:rPr lang="en-US" altLang="ru-RU">
                <a:solidFill>
                  <a:srgbClr val="FFFFFF"/>
                </a:solidFill>
              </a:rPr>
              <a:pPr/>
              <a:t>112</a:t>
            </a:fld>
            <a:endParaRPr lang="en-US" altLang="ru-RU">
              <a:solidFill>
                <a:srgbClr val="FFFFFF"/>
              </a:solidFill>
            </a:endParaRPr>
          </a:p>
        </p:txBody>
      </p:sp>
      <p:pic>
        <p:nvPicPr>
          <p:cNvPr id="130051" name="Picture 2"/>
          <p:cNvPicPr>
            <a:picLocks noChangeAspect="1" noChangeArrowheads="1"/>
          </p:cNvPicPr>
          <p:nvPr/>
        </p:nvPicPr>
        <p:blipFill>
          <a:blip r:embed="rId2">
            <a:extLst>
              <a:ext uri="{28A0092B-C50C-407E-A947-70E740481C1C}">
                <a14:useLocalDpi xmlns:a14="http://schemas.microsoft.com/office/drawing/2010/main" val="0"/>
              </a:ext>
            </a:extLst>
          </a:blip>
          <a:srcRect l="20764" t="13512" r="12062" b="3322"/>
          <a:stretch>
            <a:fillRect/>
          </a:stretch>
        </p:blipFill>
        <p:spPr bwMode="auto">
          <a:xfrm>
            <a:off x="0" y="-3175"/>
            <a:ext cx="9207500" cy="640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9F57ACE-9ED3-445C-B745-74B66BC0AA5E}" type="slidenum">
              <a:rPr lang="en-US" altLang="ru-RU">
                <a:solidFill>
                  <a:srgbClr val="FFFFFF"/>
                </a:solidFill>
              </a:rPr>
              <a:pPr/>
              <a:t>113</a:t>
            </a:fld>
            <a:endParaRPr lang="en-US" altLang="ru-RU">
              <a:solidFill>
                <a:srgbClr val="FFFFFF"/>
              </a:solidFill>
            </a:endParaRPr>
          </a:p>
        </p:txBody>
      </p:sp>
      <p:graphicFrame>
        <p:nvGraphicFramePr>
          <p:cNvPr id="3" name="Diagram 2"/>
          <p:cNvGraphicFramePr/>
          <p:nvPr/>
        </p:nvGraphicFramePr>
        <p:xfrm>
          <a:off x="82765" y="-16097"/>
          <a:ext cx="9144000" cy="6840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9" name="TextBox 38"/>
          <p:cNvSpPr txBox="1"/>
          <p:nvPr/>
        </p:nvSpPr>
        <p:spPr>
          <a:xfrm>
            <a:off x="2771775" y="33338"/>
            <a:ext cx="6213475" cy="461962"/>
          </a:xfrm>
          <a:prstGeom prst="rect">
            <a:avLst/>
          </a:prstGeom>
          <a:solidFill>
            <a:schemeClr val="accent1">
              <a:lumMod val="60000"/>
              <a:lumOff val="40000"/>
            </a:schemeClr>
          </a:solidFill>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400" b="1"/>
              <a:t>Phân loại các ph</a:t>
            </a:r>
            <a:r>
              <a:rPr lang="vi-VN" sz="2400" b="1">
                <a:latin typeface="Arial" panose="020B0604020202020204" pitchFamily="34" charset="0"/>
              </a:rPr>
              <a:t>ư</a:t>
            </a:r>
            <a:r>
              <a:rPr lang="en-US" sz="2400" b="1"/>
              <a:t>ơng pháp phân tích điện hóa</a:t>
            </a:r>
            <a:endParaRPr lang="ru-RU" sz="2400" b="1"/>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12950" y="188913"/>
            <a:ext cx="2414588" cy="492125"/>
          </a:xfrm>
          <a:prstGeom prst="rect">
            <a:avLst/>
          </a:prstGeom>
          <a:solidFill>
            <a:schemeClr val="accent1">
              <a:lumMod val="40000"/>
              <a:lumOff val="60000"/>
            </a:schemeClr>
          </a:solidFill>
          <a:ln>
            <a:solidFill>
              <a:schemeClr val="tx1"/>
            </a:solidFill>
          </a:ln>
        </p:spPr>
        <p:txBody>
          <a:bodyPr wrap="none">
            <a:spAutoFit/>
          </a:bodyPr>
          <a:lstStyle/>
          <a:p>
            <a:pPr marL="508000" indent="-449263" algn="just" eaLnBrk="1" fontAlgn="auto" hangingPunct="1">
              <a:spcBef>
                <a:spcPts val="600"/>
              </a:spcBef>
              <a:spcAft>
                <a:spcPts val="600"/>
              </a:spcAft>
              <a:defRPr/>
            </a:pPr>
            <a:r>
              <a:rPr lang="en-US" sz="2600" b="1" dirty="0" err="1">
                <a:solidFill>
                  <a:srgbClr val="002060"/>
                </a:solidFill>
                <a:latin typeface="+mn-lt"/>
              </a:rPr>
              <a:t>Thế</a:t>
            </a:r>
            <a:r>
              <a:rPr lang="en-US" sz="2600" b="1" dirty="0">
                <a:solidFill>
                  <a:srgbClr val="002060"/>
                </a:solidFill>
                <a:latin typeface="+mn-lt"/>
              </a:rPr>
              <a:t> </a:t>
            </a:r>
            <a:r>
              <a:rPr lang="en-US" sz="2600" b="1" dirty="0" err="1">
                <a:solidFill>
                  <a:srgbClr val="002060"/>
                </a:solidFill>
                <a:latin typeface="+mn-lt"/>
              </a:rPr>
              <a:t>đ</a:t>
            </a:r>
            <a:r>
              <a:rPr lang="en-US" altLang="zh-CN" sz="2600" b="1" dirty="0" err="1">
                <a:solidFill>
                  <a:srgbClr val="002060"/>
                </a:solidFill>
                <a:latin typeface="+mn-lt"/>
              </a:rPr>
              <a:t>iện</a:t>
            </a:r>
            <a:r>
              <a:rPr lang="en-US" altLang="zh-CN" sz="2600" b="1" dirty="0">
                <a:solidFill>
                  <a:srgbClr val="002060"/>
                </a:solidFill>
                <a:latin typeface="+mn-lt"/>
              </a:rPr>
              <a:t> </a:t>
            </a:r>
            <a:r>
              <a:rPr lang="en-US" altLang="zh-CN" sz="2600" b="1" dirty="0" err="1">
                <a:solidFill>
                  <a:srgbClr val="002060"/>
                </a:solidFill>
                <a:latin typeface="+mn-lt"/>
              </a:rPr>
              <a:t>cực</a:t>
            </a:r>
            <a:r>
              <a:rPr lang="en-US" altLang="zh-CN" sz="2600" b="1" dirty="0">
                <a:solidFill>
                  <a:srgbClr val="002060"/>
                </a:solidFill>
                <a:latin typeface="+mn-lt"/>
              </a:rPr>
              <a:t> </a:t>
            </a:r>
          </a:p>
        </p:txBody>
      </p:sp>
      <p:sp>
        <p:nvSpPr>
          <p:cNvPr id="132099" name="Rectangle 8"/>
          <p:cNvSpPr>
            <a:spLocks noChangeArrowheads="1"/>
          </p:cNvSpPr>
          <p:nvPr/>
        </p:nvSpPr>
        <p:spPr bwMode="auto">
          <a:xfrm>
            <a:off x="827088" y="1125538"/>
            <a:ext cx="7499350" cy="161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Tại mặt tiếp xúc giữa điện cực và dung dịch có một hiệu điện thế gọi là thế điện cực. Thế điện cực phụ thuộc vào bản chất của điện cực và nồng độ ion dung dịch.</a:t>
            </a:r>
          </a:p>
        </p:txBody>
      </p:sp>
      <p:graphicFrame>
        <p:nvGraphicFramePr>
          <p:cNvPr id="132100" name="Object 343"/>
          <p:cNvGraphicFramePr>
            <a:graphicFrameLocks noChangeAspect="1"/>
          </p:cNvGraphicFramePr>
          <p:nvPr/>
        </p:nvGraphicFramePr>
        <p:xfrm>
          <a:off x="2124075" y="3227388"/>
          <a:ext cx="1787525" cy="2125662"/>
        </p:xfrm>
        <a:graphic>
          <a:graphicData uri="http://schemas.openxmlformats.org/presentationml/2006/ole">
            <mc:AlternateContent xmlns:mc="http://schemas.openxmlformats.org/markup-compatibility/2006">
              <mc:Choice xmlns:v="urn:schemas-microsoft-com:vml" Requires="v">
                <p:oleObj spid="_x0000_s132104" name="Photo Editor Photo" r:id="rId3" imgW="5714286" imgH="8078328" progId="">
                  <p:embed/>
                </p:oleObj>
              </mc:Choice>
              <mc:Fallback>
                <p:oleObj name="Photo Editor Photo" r:id="rId3" imgW="5714286" imgH="8078328" progId="">
                  <p:embed/>
                  <p:pic>
                    <p:nvPicPr>
                      <p:cNvPr id="0" name="Object 343"/>
                      <p:cNvPicPr>
                        <a:picLocks noChangeAspect="1" noChangeArrowheads="1"/>
                      </p:cNvPicPr>
                      <p:nvPr/>
                    </p:nvPicPr>
                    <p:blipFill>
                      <a:blip r:embed="rId4">
                        <a:extLst>
                          <a:ext uri="{28A0092B-C50C-407E-A947-70E740481C1C}">
                            <a14:useLocalDpi xmlns:a14="http://schemas.microsoft.com/office/drawing/2010/main" val="0"/>
                          </a:ext>
                        </a:extLst>
                      </a:blip>
                      <a:srcRect l="11111" t="39305" r="48889" b="30823"/>
                      <a:stretch>
                        <a:fillRect/>
                      </a:stretch>
                    </p:blipFill>
                    <p:spPr bwMode="auto">
                      <a:xfrm>
                        <a:off x="2124075" y="3227388"/>
                        <a:ext cx="1787525"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2101" name="Object 344"/>
          <p:cNvGraphicFramePr>
            <a:graphicFrameLocks noChangeAspect="1"/>
          </p:cNvGraphicFramePr>
          <p:nvPr/>
        </p:nvGraphicFramePr>
        <p:xfrm>
          <a:off x="4932363" y="2925763"/>
          <a:ext cx="1785937" cy="2124075"/>
        </p:xfrm>
        <a:graphic>
          <a:graphicData uri="http://schemas.openxmlformats.org/presentationml/2006/ole">
            <mc:AlternateContent xmlns:mc="http://schemas.openxmlformats.org/markup-compatibility/2006">
              <mc:Choice xmlns:v="urn:schemas-microsoft-com:vml" Requires="v">
                <p:oleObj spid="_x0000_s132105" name="Photo Editor Photo" r:id="rId5" imgW="5714286" imgH="8078328" progId="">
                  <p:embed/>
                </p:oleObj>
              </mc:Choice>
              <mc:Fallback>
                <p:oleObj name="Photo Editor Photo" r:id="rId5" imgW="5714286" imgH="8078328" progId="">
                  <p:embed/>
                  <p:pic>
                    <p:nvPicPr>
                      <p:cNvPr id="0" name="Object 344"/>
                      <p:cNvPicPr>
                        <a:picLocks noChangeAspect="1" noChangeArrowheads="1"/>
                      </p:cNvPicPr>
                      <p:nvPr/>
                    </p:nvPicPr>
                    <p:blipFill>
                      <a:blip r:embed="rId4">
                        <a:extLst>
                          <a:ext uri="{28A0092B-C50C-407E-A947-70E740481C1C}">
                            <a14:useLocalDpi xmlns:a14="http://schemas.microsoft.com/office/drawing/2010/main" val="0"/>
                          </a:ext>
                        </a:extLst>
                      </a:blip>
                      <a:srcRect l="48889" t="39305" r="8888" b="30823"/>
                      <a:stretch>
                        <a:fillRect/>
                      </a:stretch>
                    </p:blipFill>
                    <p:spPr bwMode="auto">
                      <a:xfrm>
                        <a:off x="4932363" y="2925763"/>
                        <a:ext cx="1785937"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2102" name="Text Box 4"/>
          <p:cNvSpPr txBox="1">
            <a:spLocks noChangeArrowheads="1"/>
          </p:cNvSpPr>
          <p:nvPr/>
        </p:nvSpPr>
        <p:spPr bwMode="auto">
          <a:xfrm>
            <a:off x="1547813" y="5445125"/>
            <a:ext cx="68405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zh-CN" sz="2200">
                <a:latin typeface="Arial" panose="020B0604020202020204" pitchFamily="34" charset="0"/>
                <a:cs typeface="Arial" panose="020B0604020202020204" pitchFamily="34" charset="0"/>
              </a:rPr>
              <a:t>Điện cực kim loại – ion kim loại Me / Me</a:t>
            </a:r>
            <a:r>
              <a:rPr lang="en-US" altLang="zh-CN" sz="2200" baseline="30000">
                <a:latin typeface="Arial" panose="020B0604020202020204" pitchFamily="34" charset="0"/>
                <a:cs typeface="Arial" panose="020B0604020202020204" pitchFamily="34" charset="0"/>
              </a:rPr>
              <a:t>n+</a:t>
            </a:r>
            <a:r>
              <a:rPr lang="en-US" altLang="zh-CN" sz="2200">
                <a:latin typeface="Arial" panose="020B0604020202020204" pitchFamily="34" charset="0"/>
                <a:cs typeface="Arial" panose="020B0604020202020204" pitchFamily="34" charset="0"/>
              </a:rPr>
              <a:t>//</a:t>
            </a:r>
          </a:p>
        </p:txBody>
      </p:sp>
      <p:sp>
        <p:nvSpPr>
          <p:cNvPr id="13210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C03DF55-04BF-42CB-9D93-7723B9A6965B}" type="slidenum">
              <a:rPr lang="en-US" altLang="ru-RU">
                <a:solidFill>
                  <a:srgbClr val="FFFFFF"/>
                </a:solidFill>
                <a:latin typeface="Arial" panose="020B0604020202020204" pitchFamily="34" charset="0"/>
                <a:cs typeface="Arial" panose="020B0604020202020204" pitchFamily="34" charset="0"/>
              </a:rPr>
              <a:pPr/>
              <a:t>114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8"/>
          <p:cNvSpPr>
            <a:spLocks noChangeArrowheads="1"/>
          </p:cNvSpPr>
          <p:nvPr/>
        </p:nvSpPr>
        <p:spPr bwMode="auto">
          <a:xfrm>
            <a:off x="611188" y="1287463"/>
            <a:ext cx="8026400"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Thế điện cực phụ thuộc vào bản chất của kim loại mà bề mặt của nó tích điện âm hay dương.</a:t>
            </a:r>
          </a:p>
          <a:p>
            <a:pPr algn="just" eaLnBrk="1" hangingPunct="1">
              <a:lnSpc>
                <a:spcPct val="150000"/>
              </a:lnSpc>
              <a:spcBef>
                <a:spcPts val="6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Kim loại hoạt động hóa học mạnh: Zn, Al, Fe… tích điện âm.</a:t>
            </a:r>
          </a:p>
          <a:p>
            <a:pPr algn="just" eaLnBrk="1" hangingPunct="1">
              <a:lnSpc>
                <a:spcPct val="150000"/>
              </a:lnSpc>
              <a:spcBef>
                <a:spcPts val="600"/>
              </a:spcBef>
              <a:buFont typeface="Wingdings" panose="05000000000000000000" pitchFamily="2" charset="2"/>
              <a:buChar char="§"/>
            </a:pPr>
            <a:r>
              <a:rPr lang="en-US" altLang="zh-CN" sz="2200">
                <a:latin typeface="Arial" panose="020B0604020202020204" pitchFamily="34" charset="0"/>
                <a:cs typeface="Arial" panose="020B0604020202020204" pitchFamily="34" charset="0"/>
              </a:rPr>
              <a:t>Kim loại hoạt động hóa học yếu: Cu, Ag, Hg… tích điện dương.</a:t>
            </a:r>
          </a:p>
        </p:txBody>
      </p:sp>
      <p:sp>
        <p:nvSpPr>
          <p:cNvPr id="13312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373F119-61BF-4E97-A4E0-499337288E22}" type="slidenum">
              <a:rPr lang="en-US" altLang="ru-RU">
                <a:solidFill>
                  <a:srgbClr val="FFFFFF"/>
                </a:solidFill>
                <a:latin typeface="Arial" panose="020B0604020202020204" pitchFamily="34" charset="0"/>
                <a:cs typeface="Arial" panose="020B0604020202020204" pitchFamily="34" charset="0"/>
              </a:rPr>
              <a:pPr/>
              <a:t>115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idx="1"/>
          </p:nvPr>
        </p:nvSpPr>
        <p:spPr>
          <a:xfrm>
            <a:off x="26988" y="762000"/>
            <a:ext cx="8532812" cy="720725"/>
          </a:xfrm>
        </p:spPr>
        <p:txBody>
          <a:bodyPr/>
          <a:lstStyle/>
          <a:p>
            <a:pPr marL="609600" indent="-609600" algn="just" eaLnBrk="1" hangingPunct="1">
              <a:lnSpc>
                <a:spcPct val="110000"/>
              </a:lnSpc>
              <a:buFontTx/>
              <a:buNone/>
            </a:pPr>
            <a:r>
              <a:rPr lang="en-US" altLang="ru-RU" smtClean="0">
                <a:solidFill>
                  <a:schemeClr val="bg1"/>
                </a:solidFill>
                <a:ea typeface="Times New Roman" panose="02020603050405020304" pitchFamily="18" charset="0"/>
                <a:cs typeface="TimesNewRomanPSMT"/>
              </a:rPr>
              <a:t>	</a:t>
            </a:r>
            <a:r>
              <a:rPr lang="en-US" altLang="ru-RU" b="1" smtClean="0">
                <a:solidFill>
                  <a:srgbClr val="0070C0"/>
                </a:solidFill>
                <a:ea typeface="Times New Roman" panose="02020603050405020304" pitchFamily="18" charset="0"/>
                <a:cs typeface="TimesNewRomanPSMT"/>
              </a:rPr>
              <a:t>Phương trình Nernst     </a:t>
            </a:r>
            <a:r>
              <a:rPr lang="vi-VN" altLang="ru-RU" sz="2800" b="1" smtClean="0">
                <a:ea typeface="Times New Roman" panose="02020603050405020304" pitchFamily="18" charset="0"/>
                <a:cs typeface="TimesNewRomanPSMT"/>
              </a:rPr>
              <a:t>Ox + ne </a:t>
            </a:r>
            <a:r>
              <a:rPr lang="en-US" altLang="ru-RU" sz="2800" b="1" smtClean="0">
                <a:ea typeface="Times New Roman" panose="02020603050405020304" pitchFamily="18" charset="0"/>
                <a:cs typeface="TimesNewRomanPSMT"/>
              </a:rPr>
              <a:t>↔ </a:t>
            </a:r>
            <a:r>
              <a:rPr lang="vi-VN" altLang="ru-RU" sz="2800" b="1" smtClean="0">
                <a:ea typeface="Times New Roman" panose="02020603050405020304" pitchFamily="18" charset="0"/>
                <a:cs typeface="TimesNewRomanPSMT"/>
              </a:rPr>
              <a:t>Red</a:t>
            </a:r>
            <a:r>
              <a:rPr lang="en-US" altLang="ru-RU" b="1" smtClean="0">
                <a:ea typeface="Times New Roman" panose="02020603050405020304" pitchFamily="18" charset="0"/>
                <a:cs typeface="TimesNewRomanPSMT"/>
              </a:rPr>
              <a:t> </a:t>
            </a:r>
            <a:endParaRPr lang="pt-BR" altLang="ru-RU" b="1" smtClean="0">
              <a:ea typeface="Times New Roman" panose="02020603050405020304" pitchFamily="18" charset="0"/>
              <a:cs typeface="TimesNewRomanPSMT"/>
            </a:endParaRPr>
          </a:p>
        </p:txBody>
      </p:sp>
      <p:sp>
        <p:nvSpPr>
          <p:cNvPr id="134147"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0758D0C-EE93-48E1-9E1F-56EE0DA1729C}" type="slidenum">
              <a:rPr lang="en-US" altLang="ru-RU" b="1">
                <a:solidFill>
                  <a:srgbClr val="898989"/>
                </a:solidFill>
                <a:latin typeface="Times New Roman" panose="02020603050405020304" pitchFamily="18" charset="0"/>
                <a:cs typeface="Times New Roman" panose="02020603050405020304" pitchFamily="18" charset="0"/>
              </a:rPr>
              <a:pPr/>
              <a:t>116</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34148"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49"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0" name="Rectangle 5"/>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1" name="Rectangle 6"/>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2" name="Rectangle 7"/>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3" name="Rectangle 8"/>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4"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5" name="Rectangle 10"/>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6" name="Rectangle 1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7"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8" name="Rectangle 13"/>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59" name="Rectangle 14"/>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60" name="Rectangle 1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4161" name="Rectangle 1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34162" name="Object 2"/>
          <p:cNvGraphicFramePr>
            <a:graphicFrameLocks noChangeAspect="1"/>
          </p:cNvGraphicFramePr>
          <p:nvPr/>
        </p:nvGraphicFramePr>
        <p:xfrm>
          <a:off x="2286000" y="1477963"/>
          <a:ext cx="3722688" cy="1022350"/>
        </p:xfrm>
        <a:graphic>
          <a:graphicData uri="http://schemas.openxmlformats.org/presentationml/2006/ole">
            <mc:AlternateContent xmlns:mc="http://schemas.openxmlformats.org/markup-compatibility/2006">
              <mc:Choice xmlns:v="urn:schemas-microsoft-com:vml" Requires="v">
                <p:oleObj spid="_x0000_s134168" name="Equation" r:id="rId3" imgW="1562100" imgH="431800" progId="Equation.3">
                  <p:embed/>
                </p:oleObj>
              </mc:Choice>
              <mc:Fallback>
                <p:oleObj name="Equation" r:id="rId3" imgW="15621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477963"/>
                        <a:ext cx="3722688" cy="102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63" name="Rectangle 18"/>
          <p:cNvSpPr>
            <a:spLocks noChangeArrowheads="1"/>
          </p:cNvSpPr>
          <p:nvPr/>
        </p:nvSpPr>
        <p:spPr bwMode="auto">
          <a:xfrm>
            <a:off x="152400" y="2362200"/>
            <a:ext cx="899160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10000"/>
              </a:lnSpc>
              <a:spcBef>
                <a:spcPct val="20000"/>
              </a:spcBef>
            </a:pPr>
            <a:r>
              <a:rPr lang="en-US" altLang="ru-RU" sz="2200">
                <a:solidFill>
                  <a:schemeClr val="bg1"/>
                </a:solidFill>
                <a:latin typeface="Times New Roman" panose="02020603050405020304" pitchFamily="18" charset="0"/>
                <a:ea typeface="Times New Roman" panose="02020603050405020304" pitchFamily="18" charset="0"/>
                <a:cs typeface="TimesNewRomanPSMT"/>
              </a:rPr>
              <a:t>	</a:t>
            </a:r>
            <a:r>
              <a:rPr lang="en-US" altLang="ru-RU" sz="2200">
                <a:latin typeface="Times New Roman" panose="02020603050405020304" pitchFamily="18" charset="0"/>
                <a:ea typeface="Times New Roman" panose="02020603050405020304" pitchFamily="18" charset="0"/>
                <a:cs typeface="TimesNewRomanPSMT"/>
              </a:rPr>
              <a:t>Trong đó: </a:t>
            </a:r>
          </a:p>
          <a:p>
            <a:pPr algn="just" eaLnBrk="1" hangingPunct="1">
              <a:lnSpc>
                <a:spcPct val="110000"/>
              </a:lnSpc>
              <a:spcBef>
                <a:spcPct val="20000"/>
              </a:spcBef>
            </a:pPr>
            <a:r>
              <a:rPr lang="en-US" altLang="ru-RU" sz="2200">
                <a:latin typeface="Times New Roman" panose="02020603050405020304" pitchFamily="18" charset="0"/>
                <a:ea typeface="Times New Roman" panose="02020603050405020304" pitchFamily="18" charset="0"/>
                <a:cs typeface="TimesNewRomanPSMT"/>
              </a:rPr>
              <a:t>E – thế khử của cặp </a:t>
            </a:r>
            <a:r>
              <a:rPr lang="vi-VN" altLang="ru-RU" sz="2200">
                <a:latin typeface="Times New Roman" panose="02020603050405020304" pitchFamily="18" charset="0"/>
                <a:ea typeface="Times New Roman" panose="02020603050405020304" pitchFamily="18" charset="0"/>
                <a:cs typeface="TimesNewRomanPSMT"/>
              </a:rPr>
              <a:t>Ox/Red</a:t>
            </a:r>
            <a:r>
              <a:rPr lang="en-US" altLang="ru-RU" sz="2200">
                <a:latin typeface="Times New Roman" panose="02020603050405020304" pitchFamily="18" charset="0"/>
                <a:ea typeface="Times New Roman" panose="02020603050405020304" pitchFamily="18" charset="0"/>
                <a:cs typeface="TimesNewRomanPSMT"/>
              </a:rPr>
              <a:t>, V;</a:t>
            </a:r>
          </a:p>
          <a:p>
            <a:pPr algn="just" eaLnBrk="1" hangingPunct="1">
              <a:lnSpc>
                <a:spcPct val="110000"/>
              </a:lnSpc>
              <a:spcBef>
                <a:spcPct val="20000"/>
              </a:spcBef>
            </a:pPr>
            <a:r>
              <a:rPr lang="en-US" altLang="ru-RU" sz="2200">
                <a:latin typeface="Times New Roman" panose="02020603050405020304" pitchFamily="18" charset="0"/>
                <a:ea typeface="Times New Roman" panose="02020603050405020304" pitchFamily="18" charset="0"/>
                <a:cs typeface="TimesNewRomanPSMT"/>
              </a:rPr>
              <a:t>E</a:t>
            </a:r>
            <a:r>
              <a:rPr lang="en-US" altLang="ru-RU" sz="2200" baseline="30000">
                <a:latin typeface="Times New Roman" panose="02020603050405020304" pitchFamily="18" charset="0"/>
                <a:ea typeface="Times New Roman" panose="02020603050405020304" pitchFamily="18" charset="0"/>
                <a:cs typeface="TimesNewRomanPSMT"/>
              </a:rPr>
              <a:t>0</a:t>
            </a:r>
            <a:r>
              <a:rPr lang="en-US" altLang="ru-RU" sz="2200">
                <a:latin typeface="Times New Roman" panose="02020603050405020304" pitchFamily="18" charset="0"/>
                <a:ea typeface="Times New Roman" panose="02020603050405020304" pitchFamily="18" charset="0"/>
                <a:cs typeface="TimesNewRomanPSMT"/>
              </a:rPr>
              <a:t> – thế khử tiêu chuẩn của cặp </a:t>
            </a:r>
            <a:r>
              <a:rPr lang="vi-VN" altLang="ru-RU" sz="2200">
                <a:latin typeface="Times New Roman" panose="02020603050405020304" pitchFamily="18" charset="0"/>
                <a:ea typeface="Times New Roman" panose="02020603050405020304" pitchFamily="18" charset="0"/>
                <a:cs typeface="TimesNewRomanPSMT"/>
              </a:rPr>
              <a:t>Ox/Red</a:t>
            </a:r>
            <a:r>
              <a:rPr lang="en-US" altLang="ru-RU" sz="2200">
                <a:latin typeface="Times New Roman" panose="02020603050405020304" pitchFamily="18" charset="0"/>
                <a:ea typeface="Times New Roman" panose="02020603050405020304" pitchFamily="18" charset="0"/>
                <a:cs typeface="TimesNewRomanPSMT"/>
              </a:rPr>
              <a:t> (</a:t>
            </a:r>
            <a:r>
              <a:rPr lang="en-US" altLang="ru-RU" sz="2200" i="1">
                <a:solidFill>
                  <a:srgbClr val="9F00EE"/>
                </a:solidFill>
                <a:latin typeface="Times New Roman" panose="02020603050405020304" pitchFamily="18" charset="0"/>
                <a:ea typeface="Times New Roman" panose="02020603050405020304" pitchFamily="18" charset="0"/>
                <a:cs typeface="TimesNewRomanPSMT"/>
              </a:rPr>
              <a:t>khi hoạt độ của chất oxi hóa, chất khử và các chất  khác trong bán phản ứng đều bằng 1 mol/l</a:t>
            </a:r>
            <a:r>
              <a:rPr lang="en-US" altLang="ru-RU" sz="2200">
                <a:latin typeface="Times New Roman" panose="02020603050405020304" pitchFamily="18" charset="0"/>
                <a:ea typeface="Times New Roman" panose="02020603050405020304" pitchFamily="18" charset="0"/>
                <a:cs typeface="TimesNewRomanPSMT"/>
              </a:rPr>
              <a:t>), V;</a:t>
            </a:r>
            <a:endParaRPr lang="pt-BR" altLang="ru-RU" sz="2200">
              <a:latin typeface="Times New Roman" panose="02020603050405020304" pitchFamily="18" charset="0"/>
              <a:ea typeface="Times New Roman" panose="02020603050405020304" pitchFamily="18" charset="0"/>
              <a:cs typeface="TimesNewRomanPSMT"/>
            </a:endParaRPr>
          </a:p>
          <a:p>
            <a:pPr algn="just" eaLnBrk="1" hangingPunct="1">
              <a:lnSpc>
                <a:spcPct val="110000"/>
              </a:lnSpc>
              <a:spcBef>
                <a:spcPct val="20000"/>
              </a:spcBef>
            </a:pPr>
            <a:r>
              <a:rPr lang="pt-BR" altLang="ru-RU" sz="2200">
                <a:latin typeface="Times New Roman" panose="02020603050405020304" pitchFamily="18" charset="0"/>
                <a:ea typeface="Times New Roman" panose="02020603050405020304" pitchFamily="18" charset="0"/>
                <a:cs typeface="TimesNewRomanPSMT"/>
              </a:rPr>
              <a:t>R – hằng số, R=8,315 J.mol</a:t>
            </a:r>
            <a:r>
              <a:rPr lang="pt-BR" altLang="ru-RU" sz="2200" baseline="30000">
                <a:latin typeface="Times New Roman" panose="02020603050405020304" pitchFamily="18" charset="0"/>
                <a:ea typeface="Times New Roman" panose="02020603050405020304" pitchFamily="18" charset="0"/>
                <a:cs typeface="TimesNewRomanPSMT"/>
              </a:rPr>
              <a:t>-1</a:t>
            </a:r>
            <a:r>
              <a:rPr lang="pt-BR" altLang="ru-RU" sz="2200">
                <a:latin typeface="Times New Roman" panose="02020603050405020304" pitchFamily="18" charset="0"/>
                <a:ea typeface="Times New Roman" panose="02020603050405020304" pitchFamily="18" charset="0"/>
                <a:cs typeface="TimesNewRomanPSMT"/>
              </a:rPr>
              <a:t>.K</a:t>
            </a:r>
            <a:r>
              <a:rPr lang="pt-BR" altLang="ru-RU" sz="2200" baseline="30000">
                <a:latin typeface="Times New Roman" panose="02020603050405020304" pitchFamily="18" charset="0"/>
                <a:ea typeface="Times New Roman" panose="02020603050405020304" pitchFamily="18" charset="0"/>
                <a:cs typeface="TimesNewRomanPSMT"/>
              </a:rPr>
              <a:t>-1</a:t>
            </a:r>
            <a:r>
              <a:rPr lang="pt-BR" altLang="ru-RU" sz="2200">
                <a:latin typeface="Times New Roman" panose="02020603050405020304" pitchFamily="18" charset="0"/>
                <a:ea typeface="Times New Roman" panose="02020603050405020304" pitchFamily="18" charset="0"/>
                <a:cs typeface="TimesNewRomanPSMT"/>
              </a:rPr>
              <a:t>;</a:t>
            </a:r>
            <a:endParaRPr lang="en-US" altLang="ru-RU" sz="2200">
              <a:latin typeface="Times New Roman" panose="02020603050405020304" pitchFamily="18" charset="0"/>
              <a:ea typeface="Times New Roman" panose="02020603050405020304" pitchFamily="18" charset="0"/>
              <a:cs typeface="TimesNewRomanPSMT"/>
            </a:endParaRPr>
          </a:p>
          <a:p>
            <a:pPr algn="just" eaLnBrk="1" hangingPunct="1">
              <a:lnSpc>
                <a:spcPct val="110000"/>
              </a:lnSpc>
              <a:spcBef>
                <a:spcPct val="20000"/>
              </a:spcBef>
            </a:pPr>
            <a:r>
              <a:rPr lang="en-US" altLang="ru-RU" sz="2200">
                <a:latin typeface="Times New Roman" panose="02020603050405020304" pitchFamily="18" charset="0"/>
                <a:ea typeface="Times New Roman" panose="02020603050405020304" pitchFamily="18" charset="0"/>
                <a:cs typeface="TimesNewRomanPSMT"/>
              </a:rPr>
              <a:t>T – nhiệt độ tuyệt đối, K;</a:t>
            </a:r>
          </a:p>
          <a:p>
            <a:pPr algn="just" eaLnBrk="1" hangingPunct="1">
              <a:lnSpc>
                <a:spcPct val="110000"/>
              </a:lnSpc>
              <a:spcBef>
                <a:spcPct val="20000"/>
              </a:spcBef>
            </a:pPr>
            <a:r>
              <a:rPr lang="en-US" altLang="ru-RU" sz="2200">
                <a:latin typeface="Times New Roman" panose="02020603050405020304" pitchFamily="18" charset="0"/>
                <a:ea typeface="Times New Roman" panose="02020603050405020304" pitchFamily="18" charset="0"/>
                <a:cs typeface="TimesNewRomanPSMT"/>
              </a:rPr>
              <a:t>F – số Faraday, F=96 500 Culong;</a:t>
            </a:r>
          </a:p>
          <a:p>
            <a:pPr algn="just" eaLnBrk="1" hangingPunct="1">
              <a:lnSpc>
                <a:spcPct val="110000"/>
              </a:lnSpc>
              <a:spcBef>
                <a:spcPct val="20000"/>
              </a:spcBef>
            </a:pPr>
            <a:r>
              <a:rPr lang="en-US" altLang="ru-RU" sz="2200">
                <a:latin typeface="Times New Roman" panose="02020603050405020304" pitchFamily="18" charset="0"/>
                <a:ea typeface="Times New Roman" panose="02020603050405020304" pitchFamily="18" charset="0"/>
                <a:cs typeface="TimesNewRomanPSMT"/>
              </a:rPr>
              <a:t>n – số electron trao đổi (cho hay nhận);</a:t>
            </a:r>
          </a:p>
          <a:p>
            <a:pPr algn="just" eaLnBrk="1" hangingPunct="1">
              <a:lnSpc>
                <a:spcPct val="110000"/>
              </a:lnSpc>
              <a:spcBef>
                <a:spcPct val="20000"/>
              </a:spcBef>
            </a:pPr>
            <a:r>
              <a:rPr lang="en-US" altLang="ru-RU" sz="2200">
                <a:latin typeface="Times New Roman" panose="02020603050405020304" pitchFamily="18" charset="0"/>
                <a:ea typeface="Times New Roman" panose="02020603050405020304" pitchFamily="18" charset="0"/>
                <a:cs typeface="TimesNewRomanPSMT"/>
              </a:rPr>
              <a:t>a</a:t>
            </a:r>
            <a:r>
              <a:rPr lang="en-US" altLang="ru-RU" sz="2200" baseline="-30000">
                <a:latin typeface="Times New Roman" panose="02020603050405020304" pitchFamily="18" charset="0"/>
                <a:ea typeface="Times New Roman" panose="02020603050405020304" pitchFamily="18" charset="0"/>
                <a:cs typeface="TimesNewRomanPSMT"/>
              </a:rPr>
              <a:t>Ox</a:t>
            </a:r>
            <a:r>
              <a:rPr lang="en-US" altLang="ru-RU" sz="2200">
                <a:latin typeface="Times New Roman" panose="02020603050405020304" pitchFamily="18" charset="0"/>
                <a:ea typeface="Times New Roman" panose="02020603050405020304" pitchFamily="18" charset="0"/>
                <a:cs typeface="TimesNewRomanPSMT"/>
              </a:rPr>
              <a:t>, a</a:t>
            </a:r>
            <a:r>
              <a:rPr lang="en-US" altLang="ru-RU" sz="2200" baseline="-30000">
                <a:latin typeface="Times New Roman" panose="02020603050405020304" pitchFamily="18" charset="0"/>
                <a:ea typeface="Times New Roman" panose="02020603050405020304" pitchFamily="18" charset="0"/>
                <a:cs typeface="TimesNewRomanPSMT"/>
              </a:rPr>
              <a:t>Red</a:t>
            </a:r>
            <a:r>
              <a:rPr lang="en-US" altLang="ru-RU" sz="2200">
                <a:latin typeface="Times New Roman" panose="02020603050405020304" pitchFamily="18" charset="0"/>
                <a:ea typeface="Times New Roman" panose="02020603050405020304" pitchFamily="18" charset="0"/>
                <a:cs typeface="TimesNewRomanPSMT"/>
              </a:rPr>
              <a:t> – hoạt độ của chất oxi hóa và chất khử trong dung dịch. </a:t>
            </a:r>
            <a:endParaRPr lang="pt-BR" altLang="ru-RU" sz="2200">
              <a:latin typeface="Times New Roman" panose="02020603050405020304" pitchFamily="18" charset="0"/>
              <a:ea typeface="Times New Roman" panose="02020603050405020304" pitchFamily="18" charset="0"/>
              <a:cs typeface="TimesNewRomanPSMT"/>
            </a:endParaRPr>
          </a:p>
        </p:txBody>
      </p:sp>
      <p:sp>
        <p:nvSpPr>
          <p:cNvPr id="134164" name="Rectangle 19"/>
          <p:cNvSpPr>
            <a:spLocks noChangeArrowheads="1"/>
          </p:cNvSpPr>
          <p:nvPr/>
        </p:nvSpPr>
        <p:spPr bwMode="auto">
          <a:xfrm>
            <a:off x="-171450" y="144463"/>
            <a:ext cx="914558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Phương trình Nernst và thế điện cực tiêu chuẩn</a:t>
            </a:r>
          </a:p>
        </p:txBody>
      </p:sp>
      <p:grpSp>
        <p:nvGrpSpPr>
          <p:cNvPr id="2" name="Group 20"/>
          <p:cNvGrpSpPr>
            <a:grpSpLocks/>
          </p:cNvGrpSpPr>
          <p:nvPr/>
        </p:nvGrpSpPr>
        <p:grpSpPr bwMode="auto">
          <a:xfrm>
            <a:off x="6267450" y="1447800"/>
            <a:ext cx="2665413" cy="1295400"/>
            <a:chOff x="3948" y="1163"/>
            <a:chExt cx="1679" cy="862"/>
          </a:xfrm>
        </p:grpSpPr>
        <p:sp>
          <p:nvSpPr>
            <p:cNvPr id="134166" name="AutoShape 21"/>
            <p:cNvSpPr>
              <a:spLocks noChangeArrowheads="1"/>
            </p:cNvSpPr>
            <p:nvPr/>
          </p:nvSpPr>
          <p:spPr bwMode="auto">
            <a:xfrm>
              <a:off x="3948" y="1163"/>
              <a:ext cx="1679" cy="862"/>
            </a:xfrm>
            <a:prstGeom prst="wedgeEllipseCallout">
              <a:avLst>
                <a:gd name="adj1" fmla="val -42574"/>
                <a:gd name="adj2" fmla="val -73282"/>
              </a:avLst>
            </a:prstGeom>
            <a:noFill/>
            <a:ln w="2857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vi-VN" altLang="ru-RU">
                <a:latin typeface="Times New Roman" panose="02020603050405020304" pitchFamily="18" charset="0"/>
                <a:cs typeface="Arial" panose="020B0604020202020204" pitchFamily="34" charset="0"/>
              </a:endParaRPr>
            </a:p>
          </p:txBody>
        </p:sp>
        <p:sp>
          <p:nvSpPr>
            <p:cNvPr id="134167" name="Rectangle 22"/>
            <p:cNvSpPr>
              <a:spLocks noChangeArrowheads="1"/>
            </p:cNvSpPr>
            <p:nvPr/>
          </p:nvSpPr>
          <p:spPr bwMode="auto">
            <a:xfrm>
              <a:off x="3968" y="1277"/>
              <a:ext cx="1634" cy="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100">
                  <a:latin typeface="Times New Roman" panose="02020603050405020304" pitchFamily="18" charset="0"/>
                  <a:ea typeface="Times New Roman" panose="02020603050405020304" pitchFamily="18" charset="0"/>
                  <a:cs typeface="TimesNewRomanPSMT"/>
                </a:rPr>
                <a:t>Phương trình Nernst </a:t>
              </a:r>
            </a:p>
            <a:p>
              <a:pPr algn="ctr" eaLnBrk="1" hangingPunct="1"/>
              <a:r>
                <a:rPr lang="en-US" altLang="ru-RU" sz="2100">
                  <a:latin typeface="Times New Roman" panose="02020603050405020304" pitchFamily="18" charset="0"/>
                  <a:ea typeface="Times New Roman" panose="02020603050405020304" pitchFamily="18" charset="0"/>
                  <a:cs typeface="TimesNewRomanPSMT"/>
                </a:rPr>
                <a:t>chỉ viết cho </a:t>
              </a:r>
              <a:r>
                <a:rPr lang="en-US" altLang="ru-RU" sz="2100" b="1">
                  <a:latin typeface="Times New Roman" panose="02020603050405020304" pitchFamily="18" charset="0"/>
                  <a:ea typeface="Times New Roman" panose="02020603050405020304" pitchFamily="18" charset="0"/>
                  <a:cs typeface="TimesNewRomanPSMT"/>
                </a:rPr>
                <a:t>bán phản</a:t>
              </a:r>
            </a:p>
            <a:p>
              <a:pPr algn="ctr" eaLnBrk="1" hangingPunct="1"/>
              <a:r>
                <a:rPr lang="en-US" altLang="ru-RU" sz="2100" b="1">
                  <a:latin typeface="Times New Roman" panose="02020603050405020304" pitchFamily="18" charset="0"/>
                  <a:ea typeface="Times New Roman" panose="02020603050405020304" pitchFamily="18" charset="0"/>
                  <a:cs typeface="TimesNewRomanPSMT"/>
                </a:rPr>
                <a:t> ứng oxi hóa</a:t>
              </a:r>
              <a:endParaRPr lang="vi-VN" altLang="ru-RU" sz="2100" b="1">
                <a:latin typeface="Times New Roman" panose="02020603050405020304" pitchFamily="18" charset="0"/>
                <a:ea typeface="Times New Roman" panose="02020603050405020304" pitchFamily="18" charset="0"/>
                <a:cs typeface="TimesNewRomanPSM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idx="1"/>
          </p:nvPr>
        </p:nvSpPr>
        <p:spPr>
          <a:xfrm>
            <a:off x="611188" y="530225"/>
            <a:ext cx="7923212" cy="1339850"/>
          </a:xfrm>
        </p:spPr>
        <p:txBody>
          <a:bodyPr/>
          <a:lstStyle/>
          <a:p>
            <a:pPr marL="609600" indent="-609600" algn="ctr" eaLnBrk="1" hangingPunct="1">
              <a:lnSpc>
                <a:spcPct val="130000"/>
              </a:lnSpc>
              <a:spcAft>
                <a:spcPct val="0"/>
              </a:spcAft>
              <a:buFontTx/>
              <a:buNone/>
            </a:pPr>
            <a:r>
              <a:rPr lang="en-US" altLang="ru-RU" smtClean="0">
                <a:solidFill>
                  <a:schemeClr val="bg1"/>
                </a:solidFill>
                <a:ea typeface="Times New Roman" panose="02020603050405020304" pitchFamily="18" charset="0"/>
                <a:cs typeface="TimesNewRomanPSMT"/>
              </a:rPr>
              <a:t>	</a:t>
            </a:r>
            <a:r>
              <a:rPr lang="en-US" altLang="ru-RU" b="1" smtClean="0">
                <a:solidFill>
                  <a:srgbClr val="3333CC"/>
                </a:solidFill>
                <a:ea typeface="Times New Roman" panose="02020603050405020304" pitchFamily="18" charset="0"/>
                <a:cs typeface="TimesNewRomanPSMT"/>
              </a:rPr>
              <a:t>Dạng tổng quát của phương trình Nernst</a:t>
            </a:r>
            <a:r>
              <a:rPr lang="en-US" altLang="ru-RU" smtClean="0">
                <a:solidFill>
                  <a:srgbClr val="3333CC"/>
                </a:solidFill>
                <a:ea typeface="Times New Roman" panose="02020603050405020304" pitchFamily="18" charset="0"/>
                <a:cs typeface="TimesNewRomanPSMT"/>
              </a:rPr>
              <a:t>	</a:t>
            </a:r>
          </a:p>
          <a:p>
            <a:pPr marL="609600" indent="-609600" algn="ctr" eaLnBrk="1" hangingPunct="1">
              <a:lnSpc>
                <a:spcPct val="130000"/>
              </a:lnSpc>
              <a:spcAft>
                <a:spcPct val="0"/>
              </a:spcAft>
              <a:buFontTx/>
              <a:buNone/>
            </a:pPr>
            <a:r>
              <a:rPr lang="en-US" altLang="ru-RU" smtClean="0">
                <a:ea typeface="Times New Roman" panose="02020603050405020304" pitchFamily="18" charset="0"/>
                <a:cs typeface="TimesNewRomanPSMT"/>
              </a:rPr>
              <a:t>		 p</a:t>
            </a:r>
            <a:r>
              <a:rPr lang="vi-VN" altLang="ru-RU" smtClean="0">
                <a:ea typeface="Times New Roman" panose="02020603050405020304" pitchFamily="18" charset="0"/>
                <a:cs typeface="TimesNewRomanPSMT"/>
              </a:rPr>
              <a:t>Ox + ne ↔</a:t>
            </a:r>
            <a:r>
              <a:rPr lang="en-US" altLang="ru-RU" smtClean="0">
                <a:ea typeface="Times New Roman" panose="02020603050405020304" pitchFamily="18" charset="0"/>
                <a:cs typeface="TimesNewRomanPSMT"/>
              </a:rPr>
              <a:t> q</a:t>
            </a:r>
            <a:r>
              <a:rPr lang="vi-VN" altLang="ru-RU" smtClean="0">
                <a:ea typeface="Times New Roman" panose="02020603050405020304" pitchFamily="18" charset="0"/>
                <a:cs typeface="TimesNewRomanPSMT"/>
              </a:rPr>
              <a:t>Red</a:t>
            </a:r>
            <a:endParaRPr lang="pt-BR" altLang="ru-RU" smtClean="0">
              <a:ea typeface="Times New Roman" panose="02020603050405020304" pitchFamily="18" charset="0"/>
              <a:cs typeface="TimesNewRomanPSMT"/>
            </a:endParaRPr>
          </a:p>
        </p:txBody>
      </p:sp>
      <p:sp>
        <p:nvSpPr>
          <p:cNvPr id="135171"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B4EE774-B4FF-4836-ACF1-0D77EB005949}" type="slidenum">
              <a:rPr lang="en-US" altLang="ru-RU" b="1">
                <a:solidFill>
                  <a:srgbClr val="898989"/>
                </a:solidFill>
                <a:latin typeface="Times New Roman" panose="02020603050405020304" pitchFamily="18" charset="0"/>
                <a:cs typeface="Times New Roman" panose="02020603050405020304" pitchFamily="18" charset="0"/>
              </a:rPr>
              <a:pPr/>
              <a:t>117</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35172"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3"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4" name="Rectangle 5"/>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5" name="Rectangle 6"/>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6" name="Rectangle 7"/>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7" name="Rectangle 8"/>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8"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79" name="Rectangle 10"/>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0" name="Rectangle 1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1"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2" name="Rectangle 13"/>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3" name="Rectangle 14"/>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4" name="Rectangle 1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5" name="Rectangle 1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35186" name="Rectangle 17"/>
          <p:cNvSpPr>
            <a:spLocks noChangeArrowheads="1"/>
          </p:cNvSpPr>
          <p:nvPr/>
        </p:nvSpPr>
        <p:spPr bwMode="auto">
          <a:xfrm>
            <a:off x="-180975" y="3141663"/>
            <a:ext cx="820896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10000"/>
              </a:lnSpc>
              <a:spcBef>
                <a:spcPct val="20000"/>
              </a:spcBef>
            </a:pPr>
            <a:r>
              <a:rPr lang="en-US" altLang="ru-RU" sz="3000">
                <a:latin typeface="Times New Roman" panose="02020603050405020304" pitchFamily="18" charset="0"/>
                <a:ea typeface="Times New Roman" panose="02020603050405020304" pitchFamily="18" charset="0"/>
                <a:cs typeface="TimesNewRomanPSMT"/>
              </a:rPr>
              <a:t>	</a:t>
            </a:r>
            <a:r>
              <a:rPr lang="en-US" altLang="ru-RU" sz="2600">
                <a:latin typeface="Times New Roman" panose="02020603050405020304" pitchFamily="18" charset="0"/>
                <a:ea typeface="Times New Roman" panose="02020603050405020304" pitchFamily="18" charset="0"/>
                <a:cs typeface="TimesNewRomanPSMT"/>
              </a:rPr>
              <a:t>Nếu có ion H</a:t>
            </a:r>
            <a:r>
              <a:rPr lang="en-US" altLang="ru-RU" sz="2600" baseline="30000">
                <a:latin typeface="Times New Roman" panose="02020603050405020304" pitchFamily="18" charset="0"/>
                <a:ea typeface="Times New Roman" panose="02020603050405020304" pitchFamily="18" charset="0"/>
                <a:cs typeface="TimesNewRomanPSMT"/>
              </a:rPr>
              <a:t>+</a:t>
            </a:r>
            <a:r>
              <a:rPr lang="en-US" altLang="ru-RU" sz="2600">
                <a:latin typeface="Times New Roman" panose="02020603050405020304" pitchFamily="18" charset="0"/>
                <a:ea typeface="Times New Roman" panose="02020603050405020304" pitchFamily="18" charset="0"/>
                <a:cs typeface="TimesNewRomanPSMT"/>
              </a:rPr>
              <a:t> tham gia vào quá trình oxi hóa khử:</a:t>
            </a:r>
            <a:r>
              <a:rPr lang="en-US" altLang="ru-RU" sz="2600">
                <a:solidFill>
                  <a:schemeClr val="bg1"/>
                </a:solidFill>
                <a:latin typeface="Times New Roman" panose="02020603050405020304" pitchFamily="18" charset="0"/>
                <a:ea typeface="Times New Roman" panose="02020603050405020304" pitchFamily="18" charset="0"/>
                <a:cs typeface="TimesNewRomanPSMT"/>
              </a:rPr>
              <a:t> </a:t>
            </a:r>
          </a:p>
        </p:txBody>
      </p:sp>
      <p:sp>
        <p:nvSpPr>
          <p:cNvPr id="135187" name="Rectangle 18"/>
          <p:cNvSpPr>
            <a:spLocks noChangeArrowheads="1"/>
          </p:cNvSpPr>
          <p:nvPr/>
        </p:nvSpPr>
        <p:spPr bwMode="auto">
          <a:xfrm>
            <a:off x="0" y="3138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35188" name="Object 2"/>
          <p:cNvGraphicFramePr>
            <a:graphicFrameLocks noChangeAspect="1"/>
          </p:cNvGraphicFramePr>
          <p:nvPr/>
        </p:nvGraphicFramePr>
        <p:xfrm>
          <a:off x="3076575" y="1816100"/>
          <a:ext cx="3600450" cy="1073150"/>
        </p:xfrm>
        <a:graphic>
          <a:graphicData uri="http://schemas.openxmlformats.org/presentationml/2006/ole">
            <mc:AlternateContent xmlns:mc="http://schemas.openxmlformats.org/markup-compatibility/2006">
              <mc:Choice xmlns:v="urn:schemas-microsoft-com:vml" Requires="v">
                <p:oleObj spid="_x0000_s135195" name="Equation" r:id="rId3" imgW="1549400" imgH="457200" progId="Equation.3">
                  <p:embed/>
                </p:oleObj>
              </mc:Choice>
              <mc:Fallback>
                <p:oleObj name="Equation" r:id="rId3" imgW="15494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575" y="1816100"/>
                        <a:ext cx="3600450" cy="107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89" name="Rectangle 20"/>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35190" name="Object 3"/>
          <p:cNvGraphicFramePr>
            <a:graphicFrameLocks noChangeAspect="1"/>
          </p:cNvGraphicFramePr>
          <p:nvPr/>
        </p:nvGraphicFramePr>
        <p:xfrm>
          <a:off x="2843213" y="3860800"/>
          <a:ext cx="4251325" cy="1103313"/>
        </p:xfrm>
        <a:graphic>
          <a:graphicData uri="http://schemas.openxmlformats.org/presentationml/2006/ole">
            <mc:AlternateContent xmlns:mc="http://schemas.openxmlformats.org/markup-compatibility/2006">
              <mc:Choice xmlns:v="urn:schemas-microsoft-com:vml" Requires="v">
                <p:oleObj spid="_x0000_s135196" name="Equation" r:id="rId5" imgW="1803400" imgH="469900" progId="Equation.3">
                  <p:embed/>
                </p:oleObj>
              </mc:Choice>
              <mc:Fallback>
                <p:oleObj name="Equation" r:id="rId5" imgW="1803400" imgH="469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3860800"/>
                        <a:ext cx="4251325" cy="1103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91" name="Rectangle 22"/>
          <p:cNvSpPr>
            <a:spLocks noChangeArrowheads="1"/>
          </p:cNvSpPr>
          <p:nvPr/>
        </p:nvSpPr>
        <p:spPr bwMode="auto">
          <a:xfrm>
            <a:off x="0" y="3133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354327" name="Object 4"/>
          <p:cNvGraphicFramePr>
            <a:graphicFrameLocks noChangeAspect="1"/>
          </p:cNvGraphicFramePr>
          <p:nvPr/>
        </p:nvGraphicFramePr>
        <p:xfrm>
          <a:off x="3048000" y="5081588"/>
          <a:ext cx="4508500" cy="1098550"/>
        </p:xfrm>
        <a:graphic>
          <a:graphicData uri="http://schemas.openxmlformats.org/presentationml/2006/ole">
            <mc:AlternateContent xmlns:mc="http://schemas.openxmlformats.org/markup-compatibility/2006">
              <mc:Choice xmlns:v="urn:schemas-microsoft-com:vml" Requires="v">
                <p:oleObj spid="_x0000_s135197" name="Equation" r:id="rId7" imgW="1917700" imgH="469900" progId="Equation.3">
                  <p:embed/>
                </p:oleObj>
              </mc:Choice>
              <mc:Fallback>
                <p:oleObj name="Equation" r:id="rId7" imgW="1917700" imgH="469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5081588"/>
                        <a:ext cx="4508500" cy="1098550"/>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4328" name="Rectangle 24"/>
          <p:cNvSpPr>
            <a:spLocks noChangeArrowheads="1"/>
          </p:cNvSpPr>
          <p:nvPr/>
        </p:nvSpPr>
        <p:spPr bwMode="auto">
          <a:xfrm>
            <a:off x="784225" y="5378450"/>
            <a:ext cx="17160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600">
                <a:latin typeface="Times New Roman" panose="02020603050405020304" pitchFamily="18" charset="0"/>
                <a:ea typeface="Times New Roman" panose="02020603050405020304" pitchFamily="18" charset="0"/>
                <a:cs typeface="TimesNewRomanPSMT"/>
              </a:rPr>
              <a:t>Khi t=25</a:t>
            </a:r>
            <a:r>
              <a:rPr lang="en-US" altLang="ru-RU" sz="2600" baseline="30000">
                <a:latin typeface="Times New Roman" panose="02020603050405020304" pitchFamily="18" charset="0"/>
                <a:ea typeface="Times New Roman" panose="02020603050405020304" pitchFamily="18" charset="0"/>
                <a:cs typeface="TimesNewRomanPSMT"/>
              </a:rPr>
              <a:t>0</a:t>
            </a:r>
            <a:r>
              <a:rPr lang="en-US" altLang="ru-RU" sz="2600">
                <a:latin typeface="Times New Roman" panose="02020603050405020304" pitchFamily="18" charset="0"/>
                <a:ea typeface="Times New Roman" panose="02020603050405020304" pitchFamily="18" charset="0"/>
                <a:cs typeface="TimesNewRomanPSMT"/>
              </a:rPr>
              <a:t>C</a:t>
            </a:r>
            <a:endParaRPr lang="vi-VN" altLang="ru-RU" sz="2600">
              <a:latin typeface="Times New Roman" panose="02020603050405020304" pitchFamily="18" charset="0"/>
              <a:ea typeface="Times New Roman" panose="02020603050405020304" pitchFamily="18" charset="0"/>
              <a:cs typeface="TimesNewRomanPSMT"/>
            </a:endParaRPr>
          </a:p>
        </p:txBody>
      </p:sp>
      <p:sp>
        <p:nvSpPr>
          <p:cNvPr id="135194" name="Rectangle 19"/>
          <p:cNvSpPr>
            <a:spLocks noChangeArrowheads="1"/>
          </p:cNvSpPr>
          <p:nvPr/>
        </p:nvSpPr>
        <p:spPr bwMode="auto">
          <a:xfrm>
            <a:off x="-180975" y="100013"/>
            <a:ext cx="914558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Phương trình Nernst và thế điện cực tiêu chuẩn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354327"/>
                                        </p:tgtEl>
                                        <p:attrNameLst>
                                          <p:attrName>style.visibility</p:attrName>
                                        </p:attrNameLst>
                                      </p:cBhvr>
                                      <p:to>
                                        <p:strVal val="visible"/>
                                      </p:to>
                                    </p:set>
                                    <p:anim calcmode="lin" valueType="num">
                                      <p:cBhvr>
                                        <p:cTn id="7" dur="1000" fill="hold"/>
                                        <p:tgtEl>
                                          <p:spTgt spid="354327"/>
                                        </p:tgtEl>
                                        <p:attrNameLst>
                                          <p:attrName>ppt_w</p:attrName>
                                        </p:attrNameLst>
                                      </p:cBhvr>
                                      <p:tavLst>
                                        <p:tav tm="0">
                                          <p:val>
                                            <p:fltVal val="0"/>
                                          </p:val>
                                        </p:tav>
                                        <p:tav tm="100000">
                                          <p:val>
                                            <p:strVal val="#ppt_w"/>
                                          </p:val>
                                        </p:tav>
                                      </p:tavLst>
                                    </p:anim>
                                    <p:anim calcmode="lin" valueType="num">
                                      <p:cBhvr>
                                        <p:cTn id="8" dur="1000" fill="hold"/>
                                        <p:tgtEl>
                                          <p:spTgt spid="354327"/>
                                        </p:tgtEl>
                                        <p:attrNameLst>
                                          <p:attrName>ppt_h</p:attrName>
                                        </p:attrNameLst>
                                      </p:cBhvr>
                                      <p:tavLst>
                                        <p:tav tm="0">
                                          <p:val>
                                            <p:fltVal val="0"/>
                                          </p:val>
                                        </p:tav>
                                        <p:tav tm="100000">
                                          <p:val>
                                            <p:strVal val="#ppt_h"/>
                                          </p:val>
                                        </p:tav>
                                      </p:tavLst>
                                    </p:anim>
                                    <p:anim calcmode="lin" valueType="num">
                                      <p:cBhvr>
                                        <p:cTn id="9" dur="1000" fill="hold"/>
                                        <p:tgtEl>
                                          <p:spTgt spid="35432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54327"/>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grpId="0" nodeType="withEffect">
                                  <p:stCondLst>
                                    <p:cond delay="0"/>
                                  </p:stCondLst>
                                  <p:childTnLst>
                                    <p:set>
                                      <p:cBhvr>
                                        <p:cTn id="12" dur="1" fill="hold">
                                          <p:stCondLst>
                                            <p:cond delay="0"/>
                                          </p:stCondLst>
                                        </p:cTn>
                                        <p:tgtEl>
                                          <p:spTgt spid="354328"/>
                                        </p:tgtEl>
                                        <p:attrNameLst>
                                          <p:attrName>style.visibility</p:attrName>
                                        </p:attrNameLst>
                                      </p:cBhvr>
                                      <p:to>
                                        <p:strVal val="visible"/>
                                      </p:to>
                                    </p:set>
                                    <p:anim calcmode="lin" valueType="num">
                                      <p:cBhvr>
                                        <p:cTn id="13" dur="1000" fill="hold"/>
                                        <p:tgtEl>
                                          <p:spTgt spid="354328"/>
                                        </p:tgtEl>
                                        <p:attrNameLst>
                                          <p:attrName>ppt_w</p:attrName>
                                        </p:attrNameLst>
                                      </p:cBhvr>
                                      <p:tavLst>
                                        <p:tav tm="0">
                                          <p:val>
                                            <p:fltVal val="0"/>
                                          </p:val>
                                        </p:tav>
                                        <p:tav tm="100000">
                                          <p:val>
                                            <p:strVal val="#ppt_w"/>
                                          </p:val>
                                        </p:tav>
                                      </p:tavLst>
                                    </p:anim>
                                    <p:anim calcmode="lin" valueType="num">
                                      <p:cBhvr>
                                        <p:cTn id="14" dur="1000" fill="hold"/>
                                        <p:tgtEl>
                                          <p:spTgt spid="354328"/>
                                        </p:tgtEl>
                                        <p:attrNameLst>
                                          <p:attrName>ppt_h</p:attrName>
                                        </p:attrNameLst>
                                      </p:cBhvr>
                                      <p:tavLst>
                                        <p:tav tm="0">
                                          <p:val>
                                            <p:fltVal val="0"/>
                                          </p:val>
                                        </p:tav>
                                        <p:tav tm="100000">
                                          <p:val>
                                            <p:strVal val="#ppt_h"/>
                                          </p:val>
                                        </p:tav>
                                      </p:tavLst>
                                    </p:anim>
                                    <p:anim calcmode="lin" valueType="num">
                                      <p:cBhvr>
                                        <p:cTn id="15" dur="1000" fill="hold"/>
                                        <p:tgtEl>
                                          <p:spTgt spid="354328"/>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35432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28"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1" name="Rectangle 3"/>
          <p:cNvSpPr>
            <a:spLocks noGrp="1" noChangeArrowheads="1"/>
          </p:cNvSpPr>
          <p:nvPr>
            <p:ph idx="1"/>
          </p:nvPr>
        </p:nvSpPr>
        <p:spPr>
          <a:xfrm>
            <a:off x="76200" y="879475"/>
            <a:ext cx="8532813" cy="990600"/>
          </a:xfrm>
        </p:spPr>
        <p:txBody>
          <a:bodyPr>
            <a:normAutofit/>
          </a:bodyPr>
          <a:lstStyle/>
          <a:p>
            <a:pPr marL="609600" indent="-609600" algn="just" eaLnBrk="1" hangingPunct="1">
              <a:lnSpc>
                <a:spcPct val="100000"/>
              </a:lnSpc>
              <a:spcAft>
                <a:spcPct val="0"/>
              </a:spcAft>
              <a:buFontTx/>
              <a:buNone/>
            </a:pPr>
            <a:r>
              <a:rPr lang="en-US" sz="2400" b="1" i="1" smtClean="0">
                <a:ea typeface="Times New Roman" panose="02020603050405020304" pitchFamily="18" charset="0"/>
                <a:cs typeface="TimesNewRomanPSMT"/>
              </a:rPr>
              <a:t>*</a:t>
            </a:r>
            <a:r>
              <a:rPr lang="en-US" sz="2400" i="1" smtClean="0">
                <a:ea typeface="Times New Roman" panose="02020603050405020304" pitchFamily="18" charset="0"/>
                <a:cs typeface="TimesNewRomanPSMT"/>
              </a:rPr>
              <a:t> </a:t>
            </a:r>
            <a:r>
              <a:rPr lang="en-US" sz="2400" smtClean="0">
                <a:ea typeface="Times New Roman" panose="02020603050405020304" pitchFamily="18" charset="0"/>
                <a:cs typeface="TimesNewRomanPSMT"/>
              </a:rPr>
              <a:t>Hoạt độ của chắn rắn được coi là bằng 1. </a:t>
            </a:r>
          </a:p>
          <a:p>
            <a:pPr marL="609600" indent="-609600" algn="just" eaLnBrk="1" hangingPunct="1">
              <a:lnSpc>
                <a:spcPct val="100000"/>
              </a:lnSpc>
              <a:spcAft>
                <a:spcPct val="0"/>
              </a:spcAft>
              <a:buFontTx/>
              <a:buNone/>
            </a:pPr>
            <a:r>
              <a:rPr lang="en-US" sz="2400" smtClean="0">
                <a:ea typeface="Times New Roman" panose="02020603050405020304" pitchFamily="18" charset="0"/>
                <a:cs typeface="TimesNewRomanPSMT"/>
              </a:rPr>
              <a:t>	Ví dụ: </a:t>
            </a:r>
            <a:r>
              <a:rPr lang="vi-VN" sz="2400" smtClean="0">
                <a:ea typeface="Times New Roman" panose="02020603050405020304" pitchFamily="18" charset="0"/>
                <a:cs typeface="TimesNewRomanPSMT"/>
              </a:rPr>
              <a:t>Cu</a:t>
            </a:r>
            <a:r>
              <a:rPr lang="vi-VN" sz="2400" baseline="30000" smtClean="0">
                <a:ea typeface="Times New Roman" panose="02020603050405020304" pitchFamily="18" charset="0"/>
                <a:cs typeface="TimesNewRomanPSMT"/>
              </a:rPr>
              <a:t>2+</a:t>
            </a:r>
            <a:r>
              <a:rPr lang="vi-VN" sz="2400" smtClean="0">
                <a:ea typeface="Times New Roman" panose="02020603050405020304" pitchFamily="18" charset="0"/>
                <a:cs typeface="TimesNewRomanPSMT"/>
              </a:rPr>
              <a:t> + 2e →</a:t>
            </a:r>
            <a:r>
              <a:rPr lang="vi-VN" sz="2400" smtClean="0">
                <a:ea typeface="Times New Roman" panose="02020603050405020304" pitchFamily="18" charset="0"/>
                <a:cs typeface=".VnArial Narrow" panose="020B7200000000000000" pitchFamily="34" charset="0"/>
              </a:rPr>
              <a:t> C</a:t>
            </a:r>
            <a:r>
              <a:rPr lang="vi-VN" sz="2400" smtClean="0"/>
              <a:t>u</a:t>
            </a:r>
            <a:endParaRPr lang="pt-BR" sz="2400" smtClean="0"/>
          </a:p>
        </p:txBody>
      </p:sp>
      <p:sp>
        <p:nvSpPr>
          <p:cNvPr id="136195"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74EC4B5-03A2-480C-9664-15B2792B54AC}" type="slidenum">
              <a:rPr lang="en-US" altLang="ru-RU" b="1">
                <a:solidFill>
                  <a:srgbClr val="898989"/>
                </a:solidFill>
                <a:latin typeface="Times New Roman" panose="02020603050405020304" pitchFamily="18" charset="0"/>
                <a:cs typeface="Times New Roman" panose="02020603050405020304" pitchFamily="18" charset="0"/>
              </a:rPr>
              <a:pPr/>
              <a:t>118</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36196"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36197" name="Object 2"/>
          <p:cNvGraphicFramePr>
            <a:graphicFrameLocks noChangeAspect="1"/>
          </p:cNvGraphicFramePr>
          <p:nvPr/>
        </p:nvGraphicFramePr>
        <p:xfrm>
          <a:off x="2362200" y="1830388"/>
          <a:ext cx="3581400" cy="828675"/>
        </p:xfrm>
        <a:graphic>
          <a:graphicData uri="http://schemas.openxmlformats.org/presentationml/2006/ole">
            <mc:AlternateContent xmlns:mc="http://schemas.openxmlformats.org/markup-compatibility/2006">
              <mc:Choice xmlns:v="urn:schemas-microsoft-com:vml" Requires="v">
                <p:oleObj spid="_x0000_s136203" name="Equation" r:id="rId3" imgW="1688367" imgH="393529" progId="Equation.3">
                  <p:embed/>
                </p:oleObj>
              </mc:Choice>
              <mc:Fallback>
                <p:oleObj name="Equation" r:id="rId3" imgW="1688367" imgH="39352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830388"/>
                        <a:ext cx="35814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6198" name="Rectangle 19"/>
          <p:cNvSpPr>
            <a:spLocks noChangeArrowheads="1"/>
          </p:cNvSpPr>
          <p:nvPr/>
        </p:nvSpPr>
        <p:spPr bwMode="auto">
          <a:xfrm>
            <a:off x="76200" y="2636838"/>
            <a:ext cx="87804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20000"/>
              </a:spcBef>
            </a:pPr>
            <a:r>
              <a:rPr lang="en-US" altLang="ru-RU" sz="2600" b="1" i="1">
                <a:latin typeface="Times New Roman" panose="02020603050405020304" pitchFamily="18" charset="0"/>
                <a:cs typeface="Times New Roman" panose="02020603050405020304" pitchFamily="18" charset="0"/>
              </a:rPr>
              <a:t>*</a:t>
            </a:r>
            <a:r>
              <a:rPr lang="en-US" altLang="ru-RU" sz="2600" i="1">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Đối với chất khí, thay vì hoạt độ ta dùng áp suất p. </a:t>
            </a:r>
          </a:p>
          <a:p>
            <a:pPr algn="just" eaLnBrk="1" hangingPunct="1">
              <a:spcBef>
                <a:spcPct val="20000"/>
              </a:spcBef>
            </a:pPr>
            <a:r>
              <a:rPr lang="en-US" altLang="ru-RU" sz="2600">
                <a:latin typeface="Times New Roman" panose="02020603050405020304" pitchFamily="18" charset="0"/>
                <a:cs typeface="Times New Roman" panose="02020603050405020304" pitchFamily="18" charset="0"/>
              </a:rPr>
              <a:t>	Ví dụ:</a:t>
            </a:r>
            <a:r>
              <a:rPr lang="pt-BR" altLang="ru-RU" sz="2600">
                <a:latin typeface="Times New Roman" panose="02020603050405020304" pitchFamily="18" charset="0"/>
                <a:ea typeface="Times New Roman" panose="02020603050405020304" pitchFamily="18" charset="0"/>
                <a:cs typeface=".VnArial Narrow" panose="020B7200000000000000" pitchFamily="34" charset="0"/>
              </a:rPr>
              <a:t>                     Cl</a:t>
            </a:r>
            <a:r>
              <a:rPr lang="pt-BR" altLang="ru-RU" sz="2600" baseline="-30000">
                <a:latin typeface="Times New Roman" panose="02020603050405020304" pitchFamily="18" charset="0"/>
                <a:ea typeface="Times New Roman" panose="02020603050405020304" pitchFamily="18" charset="0"/>
                <a:cs typeface=".VnArial Narrow" panose="020B7200000000000000" pitchFamily="34" charset="0"/>
              </a:rPr>
              <a:t>2</a:t>
            </a:r>
            <a:r>
              <a:rPr lang="pt-BR" altLang="ru-RU" sz="2600" baseline="30000">
                <a:latin typeface="Times New Roman" panose="02020603050405020304" pitchFamily="18" charset="0"/>
                <a:ea typeface="Times New Roman" panose="02020603050405020304" pitchFamily="18" charset="0"/>
                <a:cs typeface=".VnArial Narrow" panose="020B7200000000000000" pitchFamily="34" charset="0"/>
              </a:rPr>
              <a:t>0</a:t>
            </a:r>
            <a:r>
              <a:rPr lang="pt-BR" altLang="ru-RU" sz="2600">
                <a:latin typeface="Times New Roman" panose="02020603050405020304" pitchFamily="18" charset="0"/>
                <a:ea typeface="Times New Roman" panose="02020603050405020304" pitchFamily="18" charset="0"/>
                <a:cs typeface=".VnArial Narrow" panose="020B7200000000000000" pitchFamily="34" charset="0"/>
              </a:rPr>
              <a:t> + 2e = 2Cl</a:t>
            </a:r>
            <a:r>
              <a:rPr lang="pt-BR" altLang="ru-RU" sz="2600" baseline="30000">
                <a:latin typeface="Times New Roman" panose="02020603050405020304" pitchFamily="18" charset="0"/>
                <a:ea typeface="Times New Roman" panose="02020603050405020304" pitchFamily="18" charset="0"/>
                <a:cs typeface=".VnArial Narrow" panose="020B7200000000000000" pitchFamily="34" charset="0"/>
              </a:rPr>
              <a:t>-</a:t>
            </a:r>
          </a:p>
        </p:txBody>
      </p:sp>
      <p:graphicFrame>
        <p:nvGraphicFramePr>
          <p:cNvPr id="136199" name="Object 3"/>
          <p:cNvGraphicFramePr>
            <a:graphicFrameLocks noChangeAspect="1"/>
          </p:cNvGraphicFramePr>
          <p:nvPr/>
        </p:nvGraphicFramePr>
        <p:xfrm>
          <a:off x="2514600" y="3581400"/>
          <a:ext cx="3438525" cy="958850"/>
        </p:xfrm>
        <a:graphic>
          <a:graphicData uri="http://schemas.openxmlformats.org/presentationml/2006/ole">
            <mc:AlternateContent xmlns:mc="http://schemas.openxmlformats.org/markup-compatibility/2006">
              <mc:Choice xmlns:v="urn:schemas-microsoft-com:vml" Requires="v">
                <p:oleObj spid="_x0000_s136204" name="Equation" r:id="rId5" imgW="1714500" imgH="482600" progId="Equation.3">
                  <p:embed/>
                </p:oleObj>
              </mc:Choice>
              <mc:Fallback>
                <p:oleObj name="Equation" r:id="rId5" imgW="1714500" imgH="482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3581400"/>
                        <a:ext cx="3438525"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6200" name="Rectangle 22"/>
          <p:cNvSpPr>
            <a:spLocks noChangeArrowheads="1"/>
          </p:cNvSpPr>
          <p:nvPr/>
        </p:nvSpPr>
        <p:spPr bwMode="auto">
          <a:xfrm>
            <a:off x="76200" y="4343400"/>
            <a:ext cx="878046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10000"/>
              </a:lnSpc>
              <a:spcBef>
                <a:spcPct val="20000"/>
              </a:spcBef>
            </a:pPr>
            <a:r>
              <a:rPr lang="en-US" altLang="ru-RU" sz="2600" b="1" i="1">
                <a:latin typeface="Times New Roman" panose="02020603050405020304" pitchFamily="18" charset="0"/>
                <a:cs typeface="Times New Roman" panose="02020603050405020304" pitchFamily="18" charset="0"/>
              </a:rPr>
              <a:t>*</a:t>
            </a:r>
            <a:r>
              <a:rPr lang="en-US" altLang="ru-RU" sz="2600" i="1">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Hoạt độ của nước là một hằng số, nên được đưa vào E</a:t>
            </a:r>
            <a:r>
              <a:rPr lang="en-US" altLang="ru-RU" sz="2600" baseline="30000">
                <a:latin typeface="Times New Roman" panose="02020603050405020304" pitchFamily="18" charset="0"/>
                <a:cs typeface="Times New Roman" panose="02020603050405020304" pitchFamily="18" charset="0"/>
              </a:rPr>
              <a:t>0</a:t>
            </a:r>
            <a:r>
              <a:rPr lang="en-US" altLang="ru-RU" sz="2600">
                <a:latin typeface="Times New Roman" panose="02020603050405020304" pitchFamily="18" charset="0"/>
                <a:cs typeface="Times New Roman" panose="02020603050405020304" pitchFamily="18" charset="0"/>
              </a:rPr>
              <a:t>. </a:t>
            </a:r>
          </a:p>
          <a:p>
            <a:pPr algn="just" eaLnBrk="1" hangingPunct="1">
              <a:lnSpc>
                <a:spcPct val="110000"/>
              </a:lnSpc>
              <a:spcBef>
                <a:spcPct val="20000"/>
              </a:spcBef>
            </a:pPr>
            <a:r>
              <a:rPr lang="pt-BR" altLang="ru-RU" sz="2600">
                <a:latin typeface="Times New Roman" panose="02020603050405020304" pitchFamily="18" charset="0"/>
                <a:cs typeface="Times New Roman" panose="02020603050405020304" pitchFamily="18" charset="0"/>
              </a:rPr>
              <a:t>	Ví dụ: MnO</a:t>
            </a:r>
            <a:r>
              <a:rPr lang="pt-BR" altLang="ru-RU" sz="2600" baseline="-30000">
                <a:latin typeface="Times New Roman" panose="02020603050405020304" pitchFamily="18" charset="0"/>
                <a:cs typeface="Times New Roman" panose="02020603050405020304" pitchFamily="18" charset="0"/>
              </a:rPr>
              <a:t>4</a:t>
            </a:r>
            <a:r>
              <a:rPr lang="pt-BR" altLang="ru-RU" sz="2600" baseline="30000">
                <a:latin typeface="Times New Roman" panose="02020603050405020304" pitchFamily="18" charset="0"/>
                <a:cs typeface="Times New Roman" panose="02020603050405020304" pitchFamily="18" charset="0"/>
              </a:rPr>
              <a:t>-</a:t>
            </a:r>
            <a:r>
              <a:rPr lang="pt-BR" altLang="ru-RU" sz="2600">
                <a:latin typeface="Times New Roman" panose="02020603050405020304" pitchFamily="18" charset="0"/>
                <a:cs typeface="Times New Roman" panose="02020603050405020304" pitchFamily="18" charset="0"/>
              </a:rPr>
              <a:t> + 8 H</a:t>
            </a:r>
            <a:r>
              <a:rPr lang="pt-BR" altLang="ru-RU" sz="2600" baseline="30000">
                <a:latin typeface="Times New Roman" panose="02020603050405020304" pitchFamily="18" charset="0"/>
                <a:cs typeface="Times New Roman" panose="02020603050405020304" pitchFamily="18" charset="0"/>
              </a:rPr>
              <a:t>+</a:t>
            </a:r>
            <a:r>
              <a:rPr lang="pt-BR" altLang="ru-RU" sz="2600">
                <a:latin typeface="Times New Roman" panose="02020603050405020304" pitchFamily="18" charset="0"/>
                <a:cs typeface="Times New Roman" panose="02020603050405020304" pitchFamily="18" charset="0"/>
              </a:rPr>
              <a:t> + 5e </a:t>
            </a:r>
            <a:r>
              <a:rPr lang="vi-VN" altLang="ru-RU" sz="2600">
                <a:latin typeface="Times New Roman" panose="02020603050405020304" pitchFamily="18" charset="0"/>
                <a:ea typeface="Times New Roman" panose="02020603050405020304" pitchFamily="18" charset="0"/>
                <a:cs typeface="TimesNewRomanPSMT"/>
              </a:rPr>
              <a:t>→</a:t>
            </a:r>
            <a:r>
              <a:rPr lang="pt-BR" altLang="ru-RU" sz="2600">
                <a:latin typeface="Times New Roman" panose="02020603050405020304" pitchFamily="18" charset="0"/>
                <a:cs typeface="Times New Roman" panose="02020603050405020304" pitchFamily="18" charset="0"/>
              </a:rPr>
              <a:t> Mn</a:t>
            </a:r>
            <a:r>
              <a:rPr lang="pt-BR" altLang="ru-RU" sz="2600" baseline="30000">
                <a:latin typeface="Times New Roman" panose="02020603050405020304" pitchFamily="18" charset="0"/>
                <a:cs typeface="Times New Roman" panose="02020603050405020304" pitchFamily="18" charset="0"/>
              </a:rPr>
              <a:t>2+</a:t>
            </a:r>
            <a:r>
              <a:rPr lang="pt-BR" altLang="ru-RU" sz="2600">
                <a:latin typeface="Times New Roman" panose="02020603050405020304" pitchFamily="18" charset="0"/>
                <a:cs typeface="Times New Roman" panose="02020603050405020304" pitchFamily="18" charset="0"/>
              </a:rPr>
              <a:t> + 4 H</a:t>
            </a:r>
            <a:r>
              <a:rPr lang="pt-BR" altLang="ru-RU" sz="2600" baseline="-30000">
                <a:latin typeface="Times New Roman" panose="02020603050405020304" pitchFamily="18" charset="0"/>
                <a:cs typeface="Times New Roman" panose="02020603050405020304" pitchFamily="18" charset="0"/>
              </a:rPr>
              <a:t>2</a:t>
            </a:r>
            <a:r>
              <a:rPr lang="pt-BR" altLang="ru-RU" sz="2600">
                <a:latin typeface="Times New Roman" panose="02020603050405020304" pitchFamily="18" charset="0"/>
                <a:cs typeface="Times New Roman" panose="02020603050405020304" pitchFamily="18" charset="0"/>
              </a:rPr>
              <a:t>O</a:t>
            </a:r>
          </a:p>
        </p:txBody>
      </p:sp>
      <p:graphicFrame>
        <p:nvGraphicFramePr>
          <p:cNvPr id="136201" name="Object 4"/>
          <p:cNvGraphicFramePr>
            <a:graphicFrameLocks noChangeAspect="1"/>
          </p:cNvGraphicFramePr>
          <p:nvPr/>
        </p:nvGraphicFramePr>
        <p:xfrm>
          <a:off x="1752600" y="5334000"/>
          <a:ext cx="4906963" cy="1062038"/>
        </p:xfrm>
        <a:graphic>
          <a:graphicData uri="http://schemas.openxmlformats.org/presentationml/2006/ole">
            <mc:AlternateContent xmlns:mc="http://schemas.openxmlformats.org/markup-compatibility/2006">
              <mc:Choice xmlns:v="urn:schemas-microsoft-com:vml" Requires="v">
                <p:oleObj spid="_x0000_s136205" name="Equation" r:id="rId7" imgW="2387600" imgH="520700" progId="Equation.3">
                  <p:embed/>
                </p:oleObj>
              </mc:Choice>
              <mc:Fallback>
                <p:oleObj name="Equation" r:id="rId7" imgW="2387600" imgH="520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5334000"/>
                        <a:ext cx="4906963"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6202" name="Rectangle 19"/>
          <p:cNvSpPr>
            <a:spLocks noChangeArrowheads="1"/>
          </p:cNvSpPr>
          <p:nvPr/>
        </p:nvSpPr>
        <p:spPr bwMode="auto">
          <a:xfrm>
            <a:off x="-273050" y="141288"/>
            <a:ext cx="914558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2.4.1.2. Phương trình Nernst và thế điện cực tiêu chuẩn</a:t>
            </a: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8"/>
          <p:cNvSpPr>
            <a:spLocks noChangeArrowheads="1"/>
          </p:cNvSpPr>
          <p:nvPr/>
        </p:nvSpPr>
        <p:spPr bwMode="auto">
          <a:xfrm>
            <a:off x="700088" y="333375"/>
            <a:ext cx="783272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651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200">
                <a:latin typeface="Arial" panose="020B0604020202020204" pitchFamily="34" charset="0"/>
                <a:cs typeface="Arial" panose="020B0604020202020204" pitchFamily="34" charset="0"/>
              </a:rPr>
              <a:t>Để xác định thế cân bằng của một điện cực người ta phải chọn một điện cực chuẩn có thế quy định là 0.</a:t>
            </a:r>
          </a:p>
        </p:txBody>
      </p:sp>
      <p:sp>
        <p:nvSpPr>
          <p:cNvPr id="13721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63962C0-A795-4C42-83A8-A944A46B439D}" type="slidenum">
              <a:rPr lang="en-US" altLang="ru-RU">
                <a:solidFill>
                  <a:srgbClr val="FFFFFF"/>
                </a:solidFill>
                <a:latin typeface="Arial" panose="020B0604020202020204" pitchFamily="34" charset="0"/>
                <a:cs typeface="Arial" panose="020B0604020202020204" pitchFamily="34" charset="0"/>
              </a:rPr>
              <a:pPr/>
              <a:t>119</a:t>
            </a:fld>
            <a:endParaRPr lang="en-US" altLang="ru-RU">
              <a:solidFill>
                <a:srgbClr val="FFFFFF"/>
              </a:solidFill>
              <a:latin typeface="Arial" panose="020B0604020202020204" pitchFamily="34" charset="0"/>
              <a:cs typeface="Arial" panose="020B0604020202020204" pitchFamily="34" charset="0"/>
            </a:endParaRPr>
          </a:p>
        </p:txBody>
      </p:sp>
      <p:sp>
        <p:nvSpPr>
          <p:cNvPr id="137220" name="Rectangle 9"/>
          <p:cNvSpPr>
            <a:spLocks noChangeArrowheads="1"/>
          </p:cNvSpPr>
          <p:nvPr/>
        </p:nvSpPr>
        <p:spPr bwMode="auto">
          <a:xfrm>
            <a:off x="6588125" y="1874838"/>
            <a:ext cx="2286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800" b="1">
                <a:latin typeface="Times New Roman" panose="02020603050405020304" pitchFamily="18" charset="0"/>
                <a:cs typeface="Times New Roman" panose="02020603050405020304" pitchFamily="18" charset="0"/>
              </a:rPr>
              <a:t>E</a:t>
            </a:r>
            <a:r>
              <a:rPr lang="en-US" altLang="zh-CN" sz="2800" b="1" baseline="30000">
                <a:latin typeface="Times New Roman" panose="02020603050405020304" pitchFamily="18" charset="0"/>
                <a:cs typeface="Times New Roman" panose="02020603050405020304" pitchFamily="18" charset="0"/>
              </a:rPr>
              <a:t>0</a:t>
            </a:r>
            <a:r>
              <a:rPr lang="en-US" altLang="zh-CN" sz="2800" b="1" baseline="-25000">
                <a:latin typeface="Times New Roman" panose="02020603050405020304" pitchFamily="18" charset="0"/>
                <a:cs typeface="Times New Roman" panose="02020603050405020304" pitchFamily="18" charset="0"/>
              </a:rPr>
              <a:t>2H</a:t>
            </a:r>
            <a:r>
              <a:rPr lang="en-US" altLang="zh-CN" sz="2800" b="1" baseline="30000">
                <a:latin typeface="Times New Roman" panose="02020603050405020304" pitchFamily="18" charset="0"/>
                <a:cs typeface="Times New Roman" panose="02020603050405020304" pitchFamily="18" charset="0"/>
              </a:rPr>
              <a:t>+</a:t>
            </a:r>
            <a:r>
              <a:rPr lang="en-US" altLang="zh-CN" sz="2800" b="1" baseline="-25000">
                <a:latin typeface="Times New Roman" panose="02020603050405020304" pitchFamily="18" charset="0"/>
                <a:cs typeface="Times New Roman" panose="02020603050405020304" pitchFamily="18" charset="0"/>
              </a:rPr>
              <a:t>/H2</a:t>
            </a:r>
            <a:r>
              <a:rPr lang="en-US" altLang="zh-CN" sz="2800" b="1">
                <a:latin typeface="Times New Roman" panose="02020603050405020304" pitchFamily="18" charset="0"/>
                <a:cs typeface="Times New Roman" panose="02020603050405020304" pitchFamily="18" charset="0"/>
              </a:rPr>
              <a:t>= 0 V</a:t>
            </a:r>
          </a:p>
        </p:txBody>
      </p:sp>
      <p:pic>
        <p:nvPicPr>
          <p:cNvPr id="137221" name="Picture 2" descr="http://chemwiki.ucdavis.edu/@api/deki/files/16635/19.6.jpg?revisio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412875"/>
            <a:ext cx="6032500" cy="504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3"/>
          <p:cNvSpPr txBox="1">
            <a:spLocks noChangeArrowheads="1"/>
          </p:cNvSpPr>
          <p:nvPr/>
        </p:nvSpPr>
        <p:spPr bwMode="gray">
          <a:xfrm>
            <a:off x="755650" y="188913"/>
            <a:ext cx="770413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US" altLang="zh-CN" sz="2200">
                <a:latin typeface="Arial" panose="020B0604020202020204" pitchFamily="34" charset="0"/>
                <a:cs typeface="Arial" panose="020B0604020202020204" pitchFamily="34" charset="0"/>
              </a:rPr>
              <a:t>Theo qui ước quốc tế, ta thường so sánh điện thế của điện cực này với điện cực so sánh hidro tiêu chuẩn.</a:t>
            </a:r>
          </a:p>
        </p:txBody>
      </p:sp>
      <p:sp>
        <p:nvSpPr>
          <p:cNvPr id="13824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1A22DF7-462C-4E5E-9D29-6EA6CACE4479}" type="slidenum">
              <a:rPr lang="en-US" altLang="ru-RU">
                <a:solidFill>
                  <a:srgbClr val="FFFFFF"/>
                </a:solidFill>
                <a:latin typeface="Arial" panose="020B0604020202020204" pitchFamily="34" charset="0"/>
                <a:cs typeface="Arial" panose="020B0604020202020204" pitchFamily="34" charset="0"/>
              </a:rPr>
              <a:pPr/>
              <a:t>120</a:t>
            </a:fld>
            <a:endParaRPr lang="en-US" altLang="ru-RU">
              <a:solidFill>
                <a:srgbClr val="FFFFFF"/>
              </a:solidFill>
              <a:latin typeface="Arial" panose="020B0604020202020204" pitchFamily="34" charset="0"/>
              <a:cs typeface="Arial" panose="020B0604020202020204" pitchFamily="34" charset="0"/>
            </a:endParaRPr>
          </a:p>
        </p:txBody>
      </p:sp>
      <p:pic>
        <p:nvPicPr>
          <p:cNvPr id="13824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1557338"/>
            <a:ext cx="5435600"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353D791-0BF7-47FF-85D9-49A5B8ECBC30}" type="slidenum">
              <a:rPr lang="en-US" altLang="ru-RU">
                <a:solidFill>
                  <a:srgbClr val="FFFFFF"/>
                </a:solidFill>
                <a:latin typeface="Arial" panose="020B0604020202020204" pitchFamily="34" charset="0"/>
                <a:cs typeface="Arial" panose="020B0604020202020204" pitchFamily="34" charset="0"/>
              </a:rPr>
              <a:pPr/>
              <a:t>121</a:t>
            </a:fld>
            <a:endParaRPr lang="en-US" altLang="ru-RU">
              <a:solidFill>
                <a:srgbClr val="FFFFFF"/>
              </a:solidFill>
              <a:latin typeface="Arial" panose="020B0604020202020204" pitchFamily="34" charset="0"/>
              <a:cs typeface="Arial" panose="020B0604020202020204" pitchFamily="34" charset="0"/>
            </a:endParaRPr>
          </a:p>
        </p:txBody>
      </p:sp>
      <p:pic>
        <p:nvPicPr>
          <p:cNvPr id="13926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63" y="1412875"/>
            <a:ext cx="5761037"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8" name="TextBox 2"/>
          <p:cNvSpPr txBox="1">
            <a:spLocks noChangeArrowheads="1"/>
          </p:cNvSpPr>
          <p:nvPr/>
        </p:nvSpPr>
        <p:spPr bwMode="auto">
          <a:xfrm>
            <a:off x="5724525" y="2293938"/>
            <a:ext cx="43211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200">
                <a:latin typeface="Arial" panose="020B0604020202020204" pitchFamily="34" charset="0"/>
                <a:cs typeface="Arial" panose="020B0604020202020204" pitchFamily="34" charset="0"/>
              </a:rPr>
              <a:t>E</a:t>
            </a:r>
            <a:r>
              <a:rPr lang="en-US" altLang="en-US" sz="2200" baseline="-25000">
                <a:latin typeface="Arial" panose="020B0604020202020204" pitchFamily="34" charset="0"/>
                <a:cs typeface="Arial" panose="020B0604020202020204" pitchFamily="34" charset="0"/>
              </a:rPr>
              <a:t>sđđ</a:t>
            </a:r>
            <a:r>
              <a:rPr lang="en-US" altLang="en-US" sz="2200">
                <a:latin typeface="Arial" panose="020B0604020202020204" pitchFamily="34" charset="0"/>
                <a:cs typeface="Arial" panose="020B0604020202020204" pitchFamily="34" charset="0"/>
              </a:rPr>
              <a:t> = E</a:t>
            </a:r>
            <a:r>
              <a:rPr lang="en-US" altLang="en-US" sz="2200" baseline="-25000">
                <a:latin typeface="Arial" panose="020B0604020202020204" pitchFamily="34" charset="0"/>
                <a:cs typeface="Arial" panose="020B0604020202020204" pitchFamily="34" charset="0"/>
              </a:rPr>
              <a:t>Zn2+/Zn</a:t>
            </a:r>
            <a:r>
              <a:rPr lang="en-US" altLang="en-US" sz="2200">
                <a:latin typeface="Arial" panose="020B0604020202020204" pitchFamily="34" charset="0"/>
                <a:cs typeface="Arial" panose="020B0604020202020204" pitchFamily="34" charset="0"/>
              </a:rPr>
              <a:t> -  E</a:t>
            </a:r>
            <a:r>
              <a:rPr lang="en-US" altLang="en-US" sz="2200" baseline="-25000">
                <a:latin typeface="Arial" panose="020B0604020202020204" pitchFamily="34" charset="0"/>
                <a:cs typeface="Arial" panose="020B0604020202020204" pitchFamily="34" charset="0"/>
              </a:rPr>
              <a:t>H+/H2</a:t>
            </a:r>
            <a:r>
              <a:rPr lang="en-US" altLang="en-US" sz="2200">
                <a:latin typeface="Arial" panose="020B0604020202020204" pitchFamily="34" charset="0"/>
                <a:cs typeface="Arial" panose="020B0604020202020204" pitchFamily="34" charset="0"/>
              </a:rPr>
              <a:t> </a:t>
            </a:r>
          </a:p>
        </p:txBody>
      </p:sp>
      <p:sp>
        <p:nvSpPr>
          <p:cNvPr id="139269" name="Rectangle 5"/>
          <p:cNvSpPr>
            <a:spLocks noChangeArrowheads="1"/>
          </p:cNvSpPr>
          <p:nvPr/>
        </p:nvSpPr>
        <p:spPr bwMode="auto">
          <a:xfrm>
            <a:off x="6434138" y="2924175"/>
            <a:ext cx="2720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400">
                <a:solidFill>
                  <a:srgbClr val="FF0000"/>
                </a:solidFill>
                <a:latin typeface="Arial" panose="020B0604020202020204" pitchFamily="34" charset="0"/>
                <a:cs typeface="Arial" panose="020B0604020202020204" pitchFamily="34" charset="0"/>
              </a:rPr>
              <a:t>E</a:t>
            </a:r>
            <a:r>
              <a:rPr lang="en-US" altLang="zh-CN" sz="2400" baseline="30000">
                <a:solidFill>
                  <a:srgbClr val="FF0000"/>
                </a:solidFill>
                <a:latin typeface="Arial" panose="020B0604020202020204" pitchFamily="34" charset="0"/>
                <a:cs typeface="Arial" panose="020B0604020202020204" pitchFamily="34" charset="0"/>
              </a:rPr>
              <a:t>0</a:t>
            </a:r>
            <a:r>
              <a:rPr lang="en-US" altLang="zh-CN" sz="2400" baseline="-25000">
                <a:solidFill>
                  <a:srgbClr val="FF0000"/>
                </a:solidFill>
                <a:latin typeface="Arial" panose="020B0604020202020204" pitchFamily="34" charset="0"/>
                <a:cs typeface="Arial" panose="020B0604020202020204" pitchFamily="34" charset="0"/>
              </a:rPr>
              <a:t>Zn2+/Zn</a:t>
            </a:r>
            <a:r>
              <a:rPr lang="en-US" altLang="zh-CN" sz="2400">
                <a:solidFill>
                  <a:srgbClr val="FF0000"/>
                </a:solidFill>
                <a:latin typeface="Arial" panose="020B0604020202020204" pitchFamily="34" charset="0"/>
                <a:cs typeface="Arial" panose="020B0604020202020204" pitchFamily="34" charset="0"/>
              </a:rPr>
              <a:t>= -0.763 V</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179388" y="620713"/>
            <a:ext cx="8640762" cy="5256212"/>
            <a:chOff x="521" y="799"/>
            <a:chExt cx="4717" cy="3266"/>
          </a:xfrm>
        </p:grpSpPr>
        <p:pic>
          <p:nvPicPr>
            <p:cNvPr id="14029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 y="799"/>
              <a:ext cx="2033" cy="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 y="806"/>
              <a:ext cx="1953" cy="3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9" y="808"/>
              <a:ext cx="749" cy="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029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F3AFF83-753A-4FD8-A843-F353D720BB96}" type="slidenum">
              <a:rPr lang="en-US" altLang="ru-RU">
                <a:solidFill>
                  <a:srgbClr val="FFFFFF"/>
                </a:solidFill>
                <a:latin typeface="Arial" panose="020B0604020202020204" pitchFamily="34" charset="0"/>
                <a:cs typeface="Arial" panose="020B0604020202020204" pitchFamily="34" charset="0"/>
              </a:rPr>
              <a:pPr/>
              <a:t>122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idx="1"/>
          </p:nvPr>
        </p:nvSpPr>
        <p:spPr>
          <a:xfrm>
            <a:off x="-187325" y="1262063"/>
            <a:ext cx="8821738" cy="2808287"/>
          </a:xfrm>
        </p:spPr>
        <p:txBody>
          <a:bodyPr/>
          <a:lstStyle/>
          <a:p>
            <a:pPr marL="609600" indent="-609600" algn="just" eaLnBrk="1" hangingPunct="1">
              <a:lnSpc>
                <a:spcPct val="130000"/>
              </a:lnSpc>
              <a:buFontTx/>
              <a:buNone/>
            </a:pPr>
            <a:r>
              <a:rPr lang="en-US" altLang="ru-RU" sz="2600" b="1" i="1" smtClean="0">
                <a:solidFill>
                  <a:srgbClr val="0066FF"/>
                </a:solidFill>
                <a:cs typeface="Times New Roman" panose="02020603050405020304" pitchFamily="18" charset="0"/>
              </a:rPr>
              <a:t>	*</a:t>
            </a:r>
            <a:r>
              <a:rPr lang="en-US" altLang="ru-RU" sz="2600" i="1" smtClean="0">
                <a:solidFill>
                  <a:schemeClr val="bg1"/>
                </a:solidFill>
                <a:cs typeface="Times New Roman" panose="02020603050405020304" pitchFamily="18" charset="0"/>
              </a:rPr>
              <a:t>   </a:t>
            </a:r>
            <a:r>
              <a:rPr lang="en-US" altLang="ru-RU" sz="2600" smtClean="0">
                <a:cs typeface="Times New Roman" panose="02020603050405020304" pitchFamily="18" charset="0"/>
              </a:rPr>
              <a:t>E</a:t>
            </a:r>
            <a:r>
              <a:rPr lang="en-US" altLang="ru-RU" sz="2600" baseline="30000" smtClean="0">
                <a:cs typeface="Times New Roman" panose="02020603050405020304" pitchFamily="18" charset="0"/>
              </a:rPr>
              <a:t>0</a:t>
            </a:r>
            <a:r>
              <a:rPr lang="en-US" altLang="ru-RU" sz="2600" smtClean="0">
                <a:cs typeface="Times New Roman" panose="02020603050405020304" pitchFamily="18" charset="0"/>
              </a:rPr>
              <a:t> là một hằng số, chỉ phụ thuộc vào bản chất của hệ oxi hóa/khử liên hợp, không phụ thuộc vào nhiệt độ. </a:t>
            </a:r>
          </a:p>
          <a:p>
            <a:pPr marL="609600" indent="-609600" algn="just" eaLnBrk="1" hangingPunct="1">
              <a:lnSpc>
                <a:spcPct val="130000"/>
              </a:lnSpc>
              <a:buFontTx/>
              <a:buNone/>
            </a:pPr>
            <a:r>
              <a:rPr lang="en-US" altLang="ru-RU" sz="2600" smtClean="0">
                <a:cs typeface="Times New Roman" panose="02020603050405020304" pitchFamily="18" charset="0"/>
              </a:rPr>
              <a:t>		      Có thể dựa vào E</a:t>
            </a:r>
            <a:r>
              <a:rPr lang="en-US" altLang="ru-RU" sz="2600" baseline="30000" smtClean="0">
                <a:cs typeface="Times New Roman" panose="02020603050405020304" pitchFamily="18" charset="0"/>
              </a:rPr>
              <a:t>0</a:t>
            </a:r>
            <a:r>
              <a:rPr lang="en-US" altLang="ru-RU" sz="2600" smtClean="0">
                <a:cs typeface="Times New Roman" panose="02020603050405020304" pitchFamily="18" charset="0"/>
              </a:rPr>
              <a:t> của các cặp để so sánh cường độ của chất oxi hóa và chất khử của các cặp.</a:t>
            </a:r>
            <a:r>
              <a:rPr lang="vi-VN" altLang="ru-RU" sz="2600" smtClean="0">
                <a:cs typeface="Times New Roman" panose="02020603050405020304" pitchFamily="18" charset="0"/>
              </a:rPr>
              <a:t> </a:t>
            </a:r>
            <a:endParaRPr lang="pt-BR" altLang="ru-RU" sz="2600" smtClean="0">
              <a:cs typeface="Times New Roman" panose="02020603050405020304" pitchFamily="18" charset="0"/>
            </a:endParaRPr>
          </a:p>
        </p:txBody>
      </p:sp>
      <p:sp>
        <p:nvSpPr>
          <p:cNvPr id="141315"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E54516C-F0B1-4F24-837A-55F903D016A7}" type="slidenum">
              <a:rPr lang="en-US" altLang="ru-RU" b="1">
                <a:solidFill>
                  <a:srgbClr val="898989"/>
                </a:solidFill>
                <a:latin typeface="Times New Roman" panose="02020603050405020304" pitchFamily="18" charset="0"/>
                <a:cs typeface="Times New Roman" panose="02020603050405020304" pitchFamily="18" charset="0"/>
              </a:rPr>
              <a:pPr/>
              <a:t>123</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1316"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17"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18" name="Rectangle 5"/>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19" name="Rectangle 6"/>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0" name="Rectangle 7"/>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1" name="Rectangle 8"/>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2"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3" name="Rectangle 10"/>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4" name="Rectangle 1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5"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6" name="Rectangle 13"/>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7" name="Rectangle 14"/>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8" name="Rectangle 15"/>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1329"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1330" name="Object 2"/>
          <p:cNvGraphicFramePr>
            <a:graphicFrameLocks noChangeAspect="1"/>
          </p:cNvGraphicFramePr>
          <p:nvPr/>
        </p:nvGraphicFramePr>
        <p:xfrm>
          <a:off x="323850" y="3716338"/>
          <a:ext cx="2778125" cy="1644650"/>
        </p:xfrm>
        <a:graphic>
          <a:graphicData uri="http://schemas.openxmlformats.org/presentationml/2006/ole">
            <mc:AlternateContent xmlns:mc="http://schemas.openxmlformats.org/markup-compatibility/2006">
              <mc:Choice xmlns:v="urn:schemas-microsoft-com:vml" Requires="v">
                <p:oleObj spid="_x0000_s141340" name="Equation" r:id="rId3" imgW="1205977" imgH="723586" progId="Equation.3">
                  <p:embed/>
                </p:oleObj>
              </mc:Choice>
              <mc:Fallback>
                <p:oleObj name="Equation" r:id="rId3" imgW="1205977" imgH="723586"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3716338"/>
                        <a:ext cx="277812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1331" name="Rectangle 18"/>
          <p:cNvSpPr>
            <a:spLocks noChangeArrowheads="1"/>
          </p:cNvSpPr>
          <p:nvPr/>
        </p:nvSpPr>
        <p:spPr bwMode="auto">
          <a:xfrm>
            <a:off x="3924300" y="4149725"/>
            <a:ext cx="40576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10000"/>
              </a:lnSpc>
              <a:spcBef>
                <a:spcPct val="20000"/>
              </a:spcBef>
            </a:pPr>
            <a:r>
              <a:rPr lang="en-US" altLang="ru-RU" sz="28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Zn</a:t>
            </a:r>
            <a:r>
              <a:rPr lang="en-US" altLang="ru-RU" sz="2800" baseline="300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0</a:t>
            </a:r>
            <a:r>
              <a:rPr lang="en-US" altLang="ru-RU" sz="28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 + Cu</a:t>
            </a:r>
            <a:r>
              <a:rPr lang="en-US" altLang="ru-RU" sz="2800" baseline="300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2+ </a:t>
            </a:r>
            <a:r>
              <a:rPr lang="en-US" altLang="ru-RU" sz="28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 ↔  Zn</a:t>
            </a:r>
            <a:r>
              <a:rPr lang="en-US" altLang="ru-RU" sz="2800" baseline="300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2+ </a:t>
            </a:r>
            <a:r>
              <a:rPr lang="en-US" altLang="ru-RU" sz="28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 + Cu</a:t>
            </a:r>
            <a:r>
              <a:rPr lang="en-US" altLang="ru-RU" sz="2800" baseline="300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0</a:t>
            </a:r>
          </a:p>
        </p:txBody>
      </p:sp>
      <p:sp>
        <p:nvSpPr>
          <p:cNvPr id="141332" name="Rectangle 19"/>
          <p:cNvSpPr>
            <a:spLocks noChangeArrowheads="1"/>
          </p:cNvSpPr>
          <p:nvPr/>
        </p:nvSpPr>
        <p:spPr bwMode="auto">
          <a:xfrm>
            <a:off x="3971925" y="3716338"/>
            <a:ext cx="37655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10000"/>
              </a:lnSpc>
              <a:spcBef>
                <a:spcPct val="20000"/>
              </a:spcBef>
            </a:pPr>
            <a:r>
              <a:rPr lang="en-US" altLang="ru-RU" sz="2600">
                <a:solidFill>
                  <a:schemeClr val="bg1"/>
                </a:solidFill>
                <a:latin typeface="Times New Roman" panose="02020603050405020304" pitchFamily="18" charset="0"/>
                <a:ea typeface="Times New Roman" panose="02020603050405020304" pitchFamily="18" charset="0"/>
                <a:cs typeface=".VnArial Narrow" panose="020B7200000000000000" pitchFamily="34" charset="0"/>
              </a:rPr>
              <a:t> </a:t>
            </a:r>
            <a:r>
              <a:rPr lang="en-US" altLang="ru-RU" sz="2600">
                <a:latin typeface="Times New Roman" panose="02020603050405020304" pitchFamily="18" charset="0"/>
                <a:ea typeface="Times New Roman" panose="02020603050405020304" pitchFamily="18" charset="0"/>
                <a:cs typeface=".VnArial Narrow" panose="020B7200000000000000" pitchFamily="34" charset="0"/>
              </a:rPr>
              <a:t>Cu</a:t>
            </a:r>
            <a:r>
              <a:rPr lang="en-US" altLang="ru-RU" sz="2600" baseline="30000">
                <a:latin typeface="Times New Roman" panose="02020603050405020304" pitchFamily="18" charset="0"/>
                <a:ea typeface="Times New Roman" panose="02020603050405020304" pitchFamily="18" charset="0"/>
                <a:cs typeface=".VnArial Narrow" panose="020B7200000000000000" pitchFamily="34" charset="0"/>
              </a:rPr>
              <a:t>0 </a:t>
            </a:r>
            <a:r>
              <a:rPr lang="en-US" altLang="ru-RU" sz="2600">
                <a:latin typeface="Times New Roman" panose="02020603050405020304" pitchFamily="18" charset="0"/>
                <a:ea typeface="Times New Roman" panose="02020603050405020304" pitchFamily="18" charset="0"/>
                <a:cs typeface=".VnArial Narrow" panose="020B7200000000000000" pitchFamily="34" charset="0"/>
              </a:rPr>
              <a:t>+</a:t>
            </a:r>
            <a:r>
              <a:rPr lang="en-US" altLang="ru-RU" sz="2600" baseline="30000">
                <a:latin typeface="Times New Roman" panose="02020603050405020304" pitchFamily="18" charset="0"/>
                <a:ea typeface="Times New Roman" panose="02020603050405020304" pitchFamily="18" charset="0"/>
                <a:cs typeface=".VnArial Narrow" panose="020B7200000000000000" pitchFamily="34" charset="0"/>
              </a:rPr>
              <a:t> </a:t>
            </a:r>
            <a:r>
              <a:rPr lang="en-US" altLang="ru-RU" sz="2600">
                <a:latin typeface="Times New Roman" panose="02020603050405020304" pitchFamily="18" charset="0"/>
                <a:ea typeface="Times New Roman" panose="02020603050405020304" pitchFamily="18" charset="0"/>
                <a:cs typeface=".VnArial Narrow" panose="020B7200000000000000" pitchFamily="34" charset="0"/>
              </a:rPr>
              <a:t>2Ag</a:t>
            </a:r>
            <a:r>
              <a:rPr lang="en-US" altLang="ru-RU" sz="2600" baseline="30000">
                <a:latin typeface="Times New Roman" panose="02020603050405020304" pitchFamily="18" charset="0"/>
                <a:ea typeface="Times New Roman" panose="02020603050405020304" pitchFamily="18" charset="0"/>
                <a:cs typeface=".VnArial Narrow" panose="020B7200000000000000" pitchFamily="34" charset="0"/>
              </a:rPr>
              <a:t>+</a:t>
            </a:r>
            <a:r>
              <a:rPr lang="en-US" altLang="ru-RU" sz="2600">
                <a:latin typeface="Times New Roman" panose="02020603050405020304" pitchFamily="18" charset="0"/>
                <a:ea typeface="Times New Roman" panose="02020603050405020304" pitchFamily="18" charset="0"/>
                <a:cs typeface=".VnArial Narrow" panose="020B7200000000000000" pitchFamily="34" charset="0"/>
              </a:rPr>
              <a:t> ↔ Cu</a:t>
            </a:r>
            <a:r>
              <a:rPr lang="en-US" altLang="ru-RU" sz="2600" baseline="30000">
                <a:latin typeface="Times New Roman" panose="02020603050405020304" pitchFamily="18" charset="0"/>
                <a:ea typeface="Times New Roman" panose="02020603050405020304" pitchFamily="18" charset="0"/>
                <a:cs typeface=".VnArial Narrow" panose="020B7200000000000000" pitchFamily="34" charset="0"/>
              </a:rPr>
              <a:t>2+ </a:t>
            </a:r>
            <a:r>
              <a:rPr lang="en-US" altLang="ru-RU" sz="2600">
                <a:latin typeface="Times New Roman" panose="02020603050405020304" pitchFamily="18" charset="0"/>
                <a:ea typeface="Times New Roman" panose="02020603050405020304" pitchFamily="18" charset="0"/>
                <a:cs typeface=".VnArial Narrow" panose="020B7200000000000000" pitchFamily="34" charset="0"/>
              </a:rPr>
              <a:t>+</a:t>
            </a:r>
            <a:r>
              <a:rPr lang="en-US" altLang="ru-RU" sz="2600" baseline="30000">
                <a:latin typeface="Times New Roman" panose="02020603050405020304" pitchFamily="18" charset="0"/>
                <a:ea typeface="Times New Roman" panose="02020603050405020304" pitchFamily="18" charset="0"/>
                <a:cs typeface=".VnArial Narrow" panose="020B7200000000000000" pitchFamily="34" charset="0"/>
              </a:rPr>
              <a:t> </a:t>
            </a:r>
            <a:r>
              <a:rPr lang="en-US" altLang="ru-RU" sz="2600">
                <a:latin typeface="Times New Roman" panose="02020603050405020304" pitchFamily="18" charset="0"/>
                <a:ea typeface="Times New Roman" panose="02020603050405020304" pitchFamily="18" charset="0"/>
                <a:cs typeface=".VnArial Narrow" panose="020B7200000000000000" pitchFamily="34" charset="0"/>
              </a:rPr>
              <a:t>2Ag</a:t>
            </a:r>
            <a:endParaRPr lang="en-US" altLang="ru-RU" sz="2600" baseline="30000">
              <a:latin typeface="Times New Roman" panose="02020603050405020304" pitchFamily="18" charset="0"/>
              <a:ea typeface="Times New Roman" panose="02020603050405020304" pitchFamily="18" charset="0"/>
              <a:cs typeface=".VnArial Narrow" panose="020B7200000000000000" pitchFamily="34" charset="0"/>
            </a:endParaRPr>
          </a:p>
        </p:txBody>
      </p:sp>
      <p:sp>
        <p:nvSpPr>
          <p:cNvPr id="141333" name="Rectangle 21"/>
          <p:cNvSpPr>
            <a:spLocks noChangeArrowheads="1"/>
          </p:cNvSpPr>
          <p:nvPr/>
        </p:nvSpPr>
        <p:spPr bwMode="auto">
          <a:xfrm>
            <a:off x="2305050" y="709613"/>
            <a:ext cx="431323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lvl="1" eaLnBrk="1" hangingPunct="1">
              <a:lnSpc>
                <a:spcPct val="110000"/>
              </a:lnSpc>
            </a:pPr>
            <a:r>
              <a:rPr lang="en-US" altLang="ru-RU" sz="2800" b="1">
                <a:solidFill>
                  <a:srgbClr val="0070C0"/>
                </a:solidFill>
                <a:latin typeface="Times New Roman" panose="02020603050405020304" pitchFamily="18" charset="0"/>
                <a:cs typeface="Times New Roman" panose="02020603050405020304" pitchFamily="18" charset="0"/>
              </a:rPr>
              <a:t>Thế điện cực tiêu chuẩn</a:t>
            </a:r>
          </a:p>
        </p:txBody>
      </p:sp>
      <p:sp>
        <p:nvSpPr>
          <p:cNvPr id="357398" name="AutoShape 22"/>
          <p:cNvSpPr>
            <a:spLocks noChangeArrowheads="1"/>
          </p:cNvSpPr>
          <p:nvPr/>
        </p:nvSpPr>
        <p:spPr bwMode="auto">
          <a:xfrm>
            <a:off x="323850" y="2455863"/>
            <a:ext cx="863600" cy="439737"/>
          </a:xfrm>
          <a:custGeom>
            <a:avLst/>
            <a:gdLst>
              <a:gd name="G0" fmla="+- 16200 0 0"/>
              <a:gd name="G1" fmla="+- 3706 0 0"/>
              <a:gd name="G2" fmla="+- 21600 0 3706"/>
              <a:gd name="G3" fmla="+- 10800 0 3706"/>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3706"/>
                </a:lnTo>
                <a:lnTo>
                  <a:pt x="3375" y="3706"/>
                </a:lnTo>
                <a:lnTo>
                  <a:pt x="3375" y="17894"/>
                </a:lnTo>
                <a:lnTo>
                  <a:pt x="16200" y="17894"/>
                </a:lnTo>
                <a:lnTo>
                  <a:pt x="16200" y="21600"/>
                </a:lnTo>
                <a:lnTo>
                  <a:pt x="21600" y="10800"/>
                </a:lnTo>
                <a:close/>
              </a:path>
              <a:path w="21600" h="21600">
                <a:moveTo>
                  <a:pt x="1350" y="3706"/>
                </a:moveTo>
                <a:lnTo>
                  <a:pt x="1350" y="17894"/>
                </a:lnTo>
                <a:lnTo>
                  <a:pt x="2700" y="17894"/>
                </a:lnTo>
                <a:lnTo>
                  <a:pt x="2700" y="3706"/>
                </a:lnTo>
                <a:close/>
              </a:path>
              <a:path w="21600" h="21600">
                <a:moveTo>
                  <a:pt x="0" y="3706"/>
                </a:moveTo>
                <a:lnTo>
                  <a:pt x="0" y="17894"/>
                </a:lnTo>
                <a:lnTo>
                  <a:pt x="675" y="17894"/>
                </a:lnTo>
                <a:lnTo>
                  <a:pt x="675" y="3706"/>
                </a:lnTo>
                <a:close/>
              </a:path>
            </a:pathLst>
          </a:custGeom>
          <a:ln>
            <a:headEnd/>
            <a:tailEnd/>
          </a:ln>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solidFill>
                <a:srgbClr val="000000"/>
              </a:solidFill>
            </a:endParaRPr>
          </a:p>
        </p:txBody>
      </p:sp>
      <p:sp>
        <p:nvSpPr>
          <p:cNvPr id="357399" name="AutoShape 23"/>
          <p:cNvSpPr>
            <a:spLocks noChangeArrowheads="1"/>
          </p:cNvSpPr>
          <p:nvPr/>
        </p:nvSpPr>
        <p:spPr bwMode="auto">
          <a:xfrm>
            <a:off x="3565525" y="4600575"/>
            <a:ext cx="4968875" cy="1571625"/>
          </a:xfrm>
          <a:prstGeom prst="cloudCallout">
            <a:avLst>
              <a:gd name="adj1" fmla="val -62426"/>
              <a:gd name="adj2" fmla="val 33477"/>
            </a:avLst>
          </a:prstGeom>
          <a:solidFill>
            <a:srgbClr val="FFFF99"/>
          </a:solidFill>
          <a:ln w="19050">
            <a:solidFill>
              <a:srgbClr val="FF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vi-VN" altLang="ru-RU">
              <a:latin typeface="Times New Roman" panose="02020603050405020304" pitchFamily="18" charset="0"/>
              <a:cs typeface="Arial" panose="020B0604020202020204" pitchFamily="34" charset="0"/>
            </a:endParaRPr>
          </a:p>
        </p:txBody>
      </p:sp>
      <p:sp>
        <p:nvSpPr>
          <p:cNvPr id="141338" name="Rectangle 24"/>
          <p:cNvSpPr>
            <a:spLocks noChangeArrowheads="1"/>
          </p:cNvSpPr>
          <p:nvPr/>
        </p:nvSpPr>
        <p:spPr bwMode="auto">
          <a:xfrm>
            <a:off x="3983038" y="4792663"/>
            <a:ext cx="42497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400">
                <a:latin typeface="Times New Roman" panose="02020603050405020304" pitchFamily="18" charset="0"/>
                <a:cs typeface="Times New Roman" panose="02020603050405020304" pitchFamily="18" charset="0"/>
              </a:rPr>
              <a:t>Muốn biết E</a:t>
            </a:r>
            <a:r>
              <a:rPr lang="en-US" altLang="ru-RU" sz="2400" baseline="30000">
                <a:latin typeface="Times New Roman" panose="02020603050405020304" pitchFamily="18" charset="0"/>
                <a:cs typeface="Times New Roman" panose="02020603050405020304" pitchFamily="18" charset="0"/>
              </a:rPr>
              <a:t>0</a:t>
            </a:r>
            <a:r>
              <a:rPr lang="en-US" altLang="ru-RU" sz="2400" baseline="-25000">
                <a:latin typeface="Times New Roman" panose="02020603050405020304" pitchFamily="18" charset="0"/>
                <a:cs typeface="Times New Roman" panose="02020603050405020304" pitchFamily="18" charset="0"/>
              </a:rPr>
              <a:t>Ox/Red</a:t>
            </a:r>
            <a:r>
              <a:rPr lang="en-US" altLang="ru-RU" sz="2400">
                <a:latin typeface="Times New Roman" panose="02020603050405020304" pitchFamily="18" charset="0"/>
                <a:cs typeface="Times New Roman" panose="02020603050405020304" pitchFamily="18" charset="0"/>
              </a:rPr>
              <a:t> → tra bảng thế oxi hóa khử tiêu chuẩn (trong sách). </a:t>
            </a:r>
            <a:endParaRPr lang="vi-VN" altLang="ru-RU" sz="2400">
              <a:latin typeface="Times New Roman" panose="02020603050405020304" pitchFamily="18" charset="0"/>
              <a:cs typeface="Times New Roman" panose="02020603050405020304" pitchFamily="18" charset="0"/>
            </a:endParaRPr>
          </a:p>
        </p:txBody>
      </p:sp>
      <p:sp>
        <p:nvSpPr>
          <p:cNvPr id="141339" name="Rectangle 19"/>
          <p:cNvSpPr>
            <a:spLocks noChangeArrowheads="1"/>
          </p:cNvSpPr>
          <p:nvPr/>
        </p:nvSpPr>
        <p:spPr bwMode="auto">
          <a:xfrm>
            <a:off x="-273050" y="141288"/>
            <a:ext cx="914558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 Phương trình Nernst và thế điện cực tiêu chuẩn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57399"/>
                                        </p:tgtEl>
                                        <p:attrNameLst>
                                          <p:attrName>style.visibility</p:attrName>
                                        </p:attrNameLst>
                                      </p:cBhvr>
                                      <p:to>
                                        <p:strVal val="visible"/>
                                      </p:to>
                                    </p:set>
                                    <p:anim calcmode="lin" valueType="num">
                                      <p:cBhvr>
                                        <p:cTn id="7" dur="500" fill="hold"/>
                                        <p:tgtEl>
                                          <p:spTgt spid="35739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57399"/>
                                        </p:tgtEl>
                                        <p:attrNameLst>
                                          <p:attrName>ppt_y</p:attrName>
                                        </p:attrNameLst>
                                      </p:cBhvr>
                                      <p:tavLst>
                                        <p:tav tm="0">
                                          <p:val>
                                            <p:strVal val="#ppt_y"/>
                                          </p:val>
                                        </p:tav>
                                        <p:tav tm="100000">
                                          <p:val>
                                            <p:strVal val="#ppt_y"/>
                                          </p:val>
                                        </p:tav>
                                      </p:tavLst>
                                    </p:anim>
                                    <p:anim calcmode="lin" valueType="num">
                                      <p:cBhvr>
                                        <p:cTn id="9" dur="500" fill="hold"/>
                                        <p:tgtEl>
                                          <p:spTgt spid="35739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5739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57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99"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idx="1"/>
          </p:nvPr>
        </p:nvSpPr>
        <p:spPr>
          <a:xfrm>
            <a:off x="287338" y="844550"/>
            <a:ext cx="8569325" cy="5040313"/>
          </a:xfrm>
        </p:spPr>
        <p:txBody>
          <a:bodyPr/>
          <a:lstStyle/>
          <a:p>
            <a:pPr marL="609600" indent="-609600" algn="ctr" eaLnBrk="1" hangingPunct="1">
              <a:lnSpc>
                <a:spcPct val="140000"/>
              </a:lnSpc>
              <a:spcAft>
                <a:spcPct val="0"/>
              </a:spcAft>
              <a:buFontTx/>
              <a:buNone/>
            </a:pPr>
            <a:r>
              <a:rPr lang="en-US" altLang="ru-RU" b="1" i="1" smtClean="0">
                <a:solidFill>
                  <a:srgbClr val="0066FF"/>
                </a:solidFill>
              </a:rPr>
              <a:t>	</a:t>
            </a:r>
            <a:r>
              <a:rPr lang="en-US" altLang="ru-RU" b="1" smtClean="0">
                <a:solidFill>
                  <a:srgbClr val="0070C0"/>
                </a:solidFill>
              </a:rPr>
              <a:t> </a:t>
            </a:r>
            <a:r>
              <a:rPr lang="en-US" altLang="ru-RU" b="1" smtClean="0">
                <a:solidFill>
                  <a:srgbClr val="0070C0"/>
                </a:solidFill>
                <a:ea typeface="Times New Roman" panose="02020603050405020304" pitchFamily="18" charset="0"/>
                <a:cs typeface="TimesNewRomanPSMT"/>
              </a:rPr>
              <a:t>Xác định thế điện cực tiêu chuẩn</a:t>
            </a:r>
          </a:p>
          <a:p>
            <a:pPr marL="609600" indent="-609600" algn="just" eaLnBrk="1" hangingPunct="1">
              <a:lnSpc>
                <a:spcPct val="140000"/>
              </a:lnSpc>
              <a:spcAft>
                <a:spcPct val="0"/>
              </a:spcAft>
              <a:buClr>
                <a:srgbClr val="0070C0"/>
              </a:buClr>
              <a:buFont typeface="Wingdings" panose="05000000000000000000" pitchFamily="2" charset="2"/>
              <a:buChar char="v"/>
            </a:pPr>
            <a:r>
              <a:rPr lang="en-US" altLang="ru-RU" smtClean="0"/>
              <a:t>không thể xác định được giá trị tuyệt đối của E</a:t>
            </a:r>
            <a:r>
              <a:rPr lang="en-US" altLang="ru-RU" baseline="30000" smtClean="0"/>
              <a:t>0</a:t>
            </a:r>
            <a:r>
              <a:rPr lang="en-US" altLang="ru-RU" smtClean="0"/>
              <a:t>.</a:t>
            </a:r>
          </a:p>
          <a:p>
            <a:pPr marL="609600" indent="-609600" algn="just" eaLnBrk="1" hangingPunct="1">
              <a:lnSpc>
                <a:spcPct val="140000"/>
              </a:lnSpc>
              <a:spcAft>
                <a:spcPct val="0"/>
              </a:spcAft>
              <a:buClr>
                <a:srgbClr val="0070C0"/>
              </a:buClr>
              <a:buFont typeface="Wingdings" panose="05000000000000000000" pitchFamily="2" charset="2"/>
              <a:buChar char="v"/>
            </a:pPr>
            <a:r>
              <a:rPr lang="en-US" altLang="ru-RU" smtClean="0"/>
              <a:t>xác định giá trị tương đối thế của E</a:t>
            </a:r>
            <a:r>
              <a:rPr lang="en-US" altLang="ru-RU" baseline="30000" smtClean="0"/>
              <a:t>0</a:t>
            </a:r>
            <a:r>
              <a:rPr lang="en-US" altLang="ru-RU" smtClean="0"/>
              <a:t> so với thế của một cặp oxi hóa – khử liên hợp được qui ước dùng làm chuẩn có giá trị E</a:t>
            </a:r>
            <a:r>
              <a:rPr lang="en-US" altLang="ru-RU" baseline="30000" smtClean="0"/>
              <a:t>0</a:t>
            </a:r>
            <a:r>
              <a:rPr lang="en-US" altLang="ru-RU" smtClean="0"/>
              <a:t> =0.</a:t>
            </a:r>
          </a:p>
          <a:p>
            <a:pPr marL="609600" indent="-609600" algn="just" eaLnBrk="1" hangingPunct="1">
              <a:lnSpc>
                <a:spcPct val="140000"/>
              </a:lnSpc>
              <a:spcAft>
                <a:spcPct val="0"/>
              </a:spcAft>
              <a:buClr>
                <a:srgbClr val="0070C0"/>
              </a:buClr>
              <a:buFont typeface="Wingdings" panose="05000000000000000000" pitchFamily="2" charset="2"/>
              <a:buChar char="v"/>
            </a:pPr>
            <a:r>
              <a:rPr lang="en-US" altLang="ru-RU" smtClean="0"/>
              <a:t>qui ước: điện cực hidro làm điện cực chuẩn và thế oxi hóa khử tiêu chuẩn của cặp </a:t>
            </a:r>
            <a:r>
              <a:rPr lang="vi-VN" altLang="ru-RU" smtClean="0"/>
              <a:t>2H</a:t>
            </a:r>
            <a:r>
              <a:rPr lang="vi-VN" altLang="ru-RU" baseline="30000" smtClean="0"/>
              <a:t>+</a:t>
            </a:r>
            <a:r>
              <a:rPr lang="vi-VN" altLang="ru-RU" smtClean="0"/>
              <a:t>/H</a:t>
            </a:r>
            <a:r>
              <a:rPr lang="vi-VN" altLang="ru-RU" baseline="-30000" smtClean="0"/>
              <a:t>2</a:t>
            </a:r>
            <a:r>
              <a:rPr lang="en-US" altLang="ru-RU" smtClean="0"/>
              <a:t> bằng 0.  </a:t>
            </a:r>
            <a:endParaRPr lang="pt-BR" altLang="ru-RU" smtClean="0"/>
          </a:p>
        </p:txBody>
      </p:sp>
      <p:sp>
        <p:nvSpPr>
          <p:cNvPr id="142339"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8F76F44-86A3-4BAD-8451-F940135CD71E}" type="slidenum">
              <a:rPr lang="en-US" altLang="ru-RU" b="1">
                <a:solidFill>
                  <a:srgbClr val="898989"/>
                </a:solidFill>
                <a:latin typeface="Times New Roman" panose="02020603050405020304" pitchFamily="18" charset="0"/>
                <a:cs typeface="Times New Roman" panose="02020603050405020304" pitchFamily="18" charset="0"/>
              </a:rPr>
              <a:pPr/>
              <a:t>124</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2340"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1"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2" name="Rectangle 5"/>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3" name="Rectangle 6"/>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4" name="Rectangle 7"/>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5" name="Rectangle 8"/>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6"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7" name="Rectangle 10"/>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8" name="Rectangle 1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49"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0" name="Rectangle 13"/>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1" name="Rectangle 14"/>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2" name="Rectangle 15"/>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3"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4" name="Rectangle 17"/>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5" name="Rectangle 18"/>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2356" name="Rectangle 19"/>
          <p:cNvSpPr>
            <a:spLocks noChangeArrowheads="1"/>
          </p:cNvSpPr>
          <p:nvPr/>
        </p:nvSpPr>
        <p:spPr bwMode="auto">
          <a:xfrm>
            <a:off x="-255588" y="304800"/>
            <a:ext cx="91455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 Phương trình Nernst và thế điện cực tiêu chuẩn</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3" name="Rectangle 3"/>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4" name="Rectangle 4"/>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5" name="Rectangle 5"/>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6" name="Rectangle 6"/>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7" name="Rectangle 7"/>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8" name="Rectangle 8"/>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69" name="Rectangle 9"/>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0" name="Rectangle 1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1" name="Rectangle 11"/>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2" name="Rectangle 12"/>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3" name="Rectangle 13"/>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4" name="Rectangle 14"/>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5"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6" name="Rectangle 16"/>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7" name="Rectangle 17"/>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3378" name="Rectangle 18"/>
          <p:cNvSpPr>
            <a:spLocks noChangeArrowheads="1"/>
          </p:cNvSpPr>
          <p:nvPr/>
        </p:nvSpPr>
        <p:spPr bwMode="auto">
          <a:xfrm>
            <a:off x="2819400" y="1449388"/>
            <a:ext cx="6073775"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10000"/>
              </a:lnSpc>
              <a:spcBef>
                <a:spcPct val="20000"/>
              </a:spcBef>
            </a:pPr>
            <a:r>
              <a:rPr lang="vi-VN" altLang="ru-RU" sz="2600">
                <a:solidFill>
                  <a:schemeClr val="bg1"/>
                </a:solidFill>
                <a:latin typeface="Times New Roman" panose="02020603050405020304" pitchFamily="18" charset="0"/>
                <a:cs typeface="Times New Roman" panose="02020603050405020304" pitchFamily="18" charset="0"/>
              </a:rPr>
              <a:t>	</a:t>
            </a:r>
            <a:r>
              <a:rPr lang="vi-VN" altLang="ru-RU" sz="2600" b="1" i="1">
                <a:latin typeface="Times New Roman" panose="02020603050405020304" pitchFamily="18" charset="0"/>
                <a:cs typeface="Times New Roman" panose="02020603050405020304" pitchFamily="18" charset="0"/>
              </a:rPr>
              <a:t>Cấu tạo:</a:t>
            </a:r>
            <a:r>
              <a:rPr lang="vi-VN" altLang="ru-RU" sz="2600">
                <a:latin typeface="Times New Roman" panose="02020603050405020304" pitchFamily="18" charset="0"/>
                <a:cs typeface="Times New Roman" panose="02020603050405020304" pitchFamily="18" charset="0"/>
              </a:rPr>
              <a:t> Gồm một thanh platin (Pt) được đặt trong một dung dịch axit có nồng độ ion 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 là 1M (pH = 0). Bề mặt điện cực hấp thụ khí hiđro, được thổi liên tục vào dung dịch dưới áp suất 1 atm.</a:t>
            </a:r>
          </a:p>
          <a:p>
            <a:pPr algn="just" eaLnBrk="1" hangingPunct="1">
              <a:lnSpc>
                <a:spcPct val="110000"/>
              </a:lnSpc>
              <a:spcBef>
                <a:spcPct val="20000"/>
              </a:spcBef>
            </a:pPr>
            <a:r>
              <a:rPr lang="vi-VN" altLang="ru-RU" sz="2600">
                <a:latin typeface="Times New Roman" panose="02020603050405020304" pitchFamily="18" charset="0"/>
                <a:cs typeface="Times New Roman" panose="02020603050405020304" pitchFamily="18" charset="0"/>
              </a:rPr>
              <a:t>	</a:t>
            </a:r>
            <a:r>
              <a:rPr lang="en-US" altLang="ru-RU" sz="2600" b="1" i="1">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T</a:t>
            </a:r>
            <a:r>
              <a:rPr lang="vi-VN" altLang="ru-RU" sz="2600">
                <a:latin typeface="Times New Roman" panose="02020603050405020304" pitchFamily="18" charset="0"/>
                <a:cs typeface="Times New Roman" panose="02020603050405020304" pitchFamily="18" charset="0"/>
              </a:rPr>
              <a:t>rên bề mặt điện cực hiđro xảy ra cân bằng oxi hóa – khử của cặp oxi hóa/khử 2H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/H</a:t>
            </a:r>
            <a:r>
              <a:rPr lang="vi-VN" altLang="ru-RU" sz="2600" baseline="-30000">
                <a:latin typeface="Times New Roman" panose="02020603050405020304" pitchFamily="18" charset="0"/>
                <a:cs typeface="Times New Roman" panose="02020603050405020304" pitchFamily="18" charset="0"/>
              </a:rPr>
              <a:t>2</a:t>
            </a:r>
            <a:r>
              <a:rPr lang="vi-VN" altLang="ru-RU" sz="2600">
                <a:latin typeface="Times New Roman" panose="02020603050405020304" pitchFamily="18" charset="0"/>
                <a:cs typeface="Times New Roman" panose="02020603050405020304" pitchFamily="18" charset="0"/>
              </a:rPr>
              <a:t>: H</a:t>
            </a:r>
            <a:r>
              <a:rPr lang="vi-VN" altLang="ru-RU" sz="2600" baseline="-30000">
                <a:latin typeface="Times New Roman" panose="02020603050405020304" pitchFamily="18" charset="0"/>
                <a:cs typeface="Times New Roman" panose="02020603050405020304" pitchFamily="18" charset="0"/>
              </a:rPr>
              <a:t>2</a:t>
            </a:r>
            <a:r>
              <a:rPr lang="vi-VN" altLang="ru-RU" sz="2600">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 ↔ </a:t>
            </a:r>
            <a:r>
              <a:rPr lang="vi-VN" altLang="ru-RU" sz="2600">
                <a:latin typeface="Times New Roman" panose="02020603050405020304" pitchFamily="18" charset="0"/>
                <a:cs typeface="Times New Roman" panose="02020603050405020304" pitchFamily="18" charset="0"/>
              </a:rPr>
              <a:t>2 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 +2e</a:t>
            </a:r>
            <a:endParaRPr lang="en-US" altLang="ru-RU" sz="2600" i="1">
              <a:latin typeface="Times New Roman" panose="02020603050405020304" pitchFamily="18" charset="0"/>
              <a:cs typeface="Times New Roman" panose="02020603050405020304" pitchFamily="18" charset="0"/>
            </a:endParaRPr>
          </a:p>
        </p:txBody>
      </p:sp>
      <p:sp>
        <p:nvSpPr>
          <p:cNvPr id="143379" name="Rectangle 1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3380" name="Object 2"/>
          <p:cNvGraphicFramePr>
            <a:graphicFrameLocks noChangeAspect="1"/>
          </p:cNvGraphicFramePr>
          <p:nvPr/>
        </p:nvGraphicFramePr>
        <p:xfrm>
          <a:off x="5029200" y="5562600"/>
          <a:ext cx="2808288" cy="774700"/>
        </p:xfrm>
        <a:graphic>
          <a:graphicData uri="http://schemas.openxmlformats.org/presentationml/2006/ole">
            <mc:AlternateContent xmlns:mc="http://schemas.openxmlformats.org/markup-compatibility/2006">
              <mc:Choice xmlns:v="urn:schemas-microsoft-com:vml" Requires="v">
                <p:oleObj spid="_x0000_s143385" name="Equation" r:id="rId3" imgW="1028700" imgH="279400" progId="Equation.3">
                  <p:embed/>
                </p:oleObj>
              </mc:Choice>
              <mc:Fallback>
                <p:oleObj name="Equation" r:id="rId3" imgW="1028700" imgH="279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5562600"/>
                        <a:ext cx="2808288" cy="7747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3381" name="Picture 21" descr="75"/>
          <p:cNvPicPr>
            <a:picLocks noChangeAspect="1" noChangeArrowheads="1"/>
          </p:cNvPicPr>
          <p:nvPr/>
        </p:nvPicPr>
        <p:blipFill>
          <a:blip r:embed="rId5">
            <a:extLst>
              <a:ext uri="{28A0092B-C50C-407E-A947-70E740481C1C}">
                <a14:useLocalDpi xmlns:a14="http://schemas.microsoft.com/office/drawing/2010/main" val="0"/>
              </a:ext>
            </a:extLst>
          </a:blip>
          <a:srcRect l="19585" t="4761" r="9814" b="17465"/>
          <a:stretch>
            <a:fillRect/>
          </a:stretch>
        </p:blipFill>
        <p:spPr bwMode="auto">
          <a:xfrm>
            <a:off x="533400" y="1836738"/>
            <a:ext cx="2592388"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2" name="Rectangle 22"/>
          <p:cNvSpPr>
            <a:spLocks noGrp="1" noChangeArrowheads="1"/>
          </p:cNvSpPr>
          <p:nvPr>
            <p:ph idx="1"/>
          </p:nvPr>
        </p:nvSpPr>
        <p:spPr>
          <a:xfrm>
            <a:off x="-180975" y="836613"/>
            <a:ext cx="4752975" cy="720725"/>
          </a:xfrm>
        </p:spPr>
        <p:txBody>
          <a:bodyPr/>
          <a:lstStyle/>
          <a:p>
            <a:pPr marL="609600" indent="-609600" algn="just" eaLnBrk="1" hangingPunct="1">
              <a:lnSpc>
                <a:spcPct val="130000"/>
              </a:lnSpc>
              <a:spcAft>
                <a:spcPct val="0"/>
              </a:spcAft>
              <a:buFontTx/>
              <a:buNone/>
            </a:pPr>
            <a:r>
              <a:rPr lang="en-US" altLang="ru-RU" b="1" i="1" smtClean="0">
                <a:solidFill>
                  <a:srgbClr val="9F00EE"/>
                </a:solidFill>
              </a:rPr>
              <a:t>	</a:t>
            </a:r>
            <a:r>
              <a:rPr lang="en-US" altLang="ru-RU" b="1" smtClean="0">
                <a:solidFill>
                  <a:srgbClr val="9F00EE"/>
                </a:solidFill>
              </a:rPr>
              <a:t> </a:t>
            </a:r>
            <a:r>
              <a:rPr lang="en-US" altLang="ru-RU" b="1" smtClean="0">
                <a:solidFill>
                  <a:srgbClr val="9F00EE"/>
                </a:solidFill>
                <a:ea typeface="Times New Roman" panose="02020603050405020304" pitchFamily="18" charset="0"/>
                <a:cs typeface="TimesNewRomanPSMT"/>
              </a:rPr>
              <a:t>Điện cực hiđro chuẩn:</a:t>
            </a:r>
          </a:p>
        </p:txBody>
      </p:sp>
      <p:sp>
        <p:nvSpPr>
          <p:cNvPr id="143383"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180ECFC-AD4F-406A-8054-BC33ADEFBA23}" type="slidenum">
              <a:rPr lang="en-US" altLang="ru-RU" b="1">
                <a:solidFill>
                  <a:srgbClr val="898989"/>
                </a:solidFill>
                <a:latin typeface="Times New Roman" panose="02020603050405020304" pitchFamily="18" charset="0"/>
                <a:cs typeface="Times New Roman" panose="02020603050405020304" pitchFamily="18" charset="0"/>
              </a:rPr>
              <a:pPr/>
              <a:t>125</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3384" name="Rectangle 23"/>
          <p:cNvSpPr>
            <a:spLocks noChangeArrowheads="1"/>
          </p:cNvSpPr>
          <p:nvPr/>
        </p:nvSpPr>
        <p:spPr bwMode="auto">
          <a:xfrm>
            <a:off x="2352675" y="152400"/>
            <a:ext cx="457517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lvl="1" eaLnBrk="1" hangingPunct="1">
              <a:lnSpc>
                <a:spcPct val="110000"/>
              </a:lnSpc>
            </a:pPr>
            <a:r>
              <a:rPr lang="en-US" altLang="ru-RU" sz="3000" b="1">
                <a:solidFill>
                  <a:srgbClr val="0070C0"/>
                </a:solidFill>
                <a:latin typeface="Times New Roman" panose="02020603050405020304" pitchFamily="18" charset="0"/>
                <a:cs typeface="Times New Roman" panose="02020603050405020304" pitchFamily="18" charset="0"/>
              </a:rPr>
              <a:t>Thế điện cực tiêu chuẩn</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idx="1"/>
          </p:nvPr>
        </p:nvSpPr>
        <p:spPr>
          <a:xfrm>
            <a:off x="263525" y="152400"/>
            <a:ext cx="8280400" cy="720725"/>
          </a:xfrm>
        </p:spPr>
        <p:txBody>
          <a:bodyPr/>
          <a:lstStyle/>
          <a:p>
            <a:pPr marL="609600" indent="-609600" algn="ctr" eaLnBrk="1" hangingPunct="1">
              <a:lnSpc>
                <a:spcPct val="130000"/>
              </a:lnSpc>
              <a:spcAft>
                <a:spcPct val="0"/>
              </a:spcAft>
              <a:buFontTx/>
              <a:buNone/>
            </a:pPr>
            <a:r>
              <a:rPr lang="en-US" altLang="ru-RU" b="1" i="1" smtClean="0">
                <a:solidFill>
                  <a:srgbClr val="3333CC"/>
                </a:solidFill>
                <a:cs typeface="Times New Roman" panose="02020603050405020304" pitchFamily="18" charset="0"/>
              </a:rPr>
              <a:t>	</a:t>
            </a:r>
            <a:r>
              <a:rPr lang="en-US" altLang="ru-RU" b="1" smtClean="0">
                <a:solidFill>
                  <a:srgbClr val="3333CC"/>
                </a:solidFill>
              </a:rPr>
              <a:t> </a:t>
            </a:r>
            <a:r>
              <a:rPr lang="en-US" altLang="ru-RU" b="1" smtClean="0">
                <a:solidFill>
                  <a:srgbClr val="3333CC"/>
                </a:solidFill>
                <a:ea typeface="Times New Roman" panose="02020603050405020304" pitchFamily="18" charset="0"/>
                <a:cs typeface="TimesNewRomanPSMT"/>
              </a:rPr>
              <a:t>Thế khử tiêu chuẩn của kim loại</a:t>
            </a:r>
          </a:p>
        </p:txBody>
      </p:sp>
      <p:sp>
        <p:nvSpPr>
          <p:cNvPr id="144387"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40BFF02-CA2B-47A3-A264-C1B22F4BEB16}" type="slidenum">
              <a:rPr lang="en-US" altLang="ru-RU" b="1">
                <a:solidFill>
                  <a:srgbClr val="898989"/>
                </a:solidFill>
                <a:latin typeface="Times New Roman" panose="02020603050405020304" pitchFamily="18" charset="0"/>
                <a:cs typeface="Times New Roman" panose="02020603050405020304" pitchFamily="18" charset="0"/>
              </a:rPr>
              <a:pPr/>
              <a:t>126</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4388"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89"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0" name="Rectangle 5"/>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1" name="Rectangle 6"/>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2" name="Rectangle 7"/>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3" name="Rectangle 8"/>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4"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5" name="Rectangle 10"/>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6" name="Rectangle 1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7"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8" name="Rectangle 13"/>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399" name="Rectangle 14"/>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400" name="Rectangle 15"/>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401"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402" name="Rectangle 17"/>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403" name="Rectangle 18"/>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4404" name="Rectangle 19"/>
          <p:cNvSpPr>
            <a:spLocks noChangeArrowheads="1"/>
          </p:cNvSpPr>
          <p:nvPr/>
        </p:nvSpPr>
        <p:spPr bwMode="auto">
          <a:xfrm>
            <a:off x="3924300" y="855663"/>
            <a:ext cx="4968875"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pPr>
            <a:r>
              <a:rPr lang="vi-VN" altLang="ru-RU" sz="2600">
                <a:solidFill>
                  <a:schemeClr val="bg1"/>
                </a:solidFill>
                <a:latin typeface="Times New Roman" panose="02020603050405020304" pitchFamily="18" charset="0"/>
                <a:cs typeface="Times New Roman" panose="02020603050405020304" pitchFamily="18" charset="0"/>
              </a:rPr>
              <a:t>	</a:t>
            </a:r>
            <a:r>
              <a:rPr lang="vi-VN" altLang="ru-RU" sz="2600" b="1" i="1">
                <a:latin typeface="Times New Roman" panose="02020603050405020304" pitchFamily="18" charset="0"/>
                <a:cs typeface="Times New Roman" panose="02020603050405020304" pitchFamily="18" charset="0"/>
              </a:rPr>
              <a:t>Đo thế oxi hóa khử chuẩn của kim loại:</a:t>
            </a:r>
            <a:r>
              <a:rPr lang="vi-VN" altLang="ru-RU" sz="2600">
                <a:latin typeface="Times New Roman" panose="02020603050405020304" pitchFamily="18" charset="0"/>
                <a:cs typeface="Times New Roman" panose="02020603050405020304" pitchFamily="18" charset="0"/>
              </a:rPr>
              <a:t> nối cặp oxi hóa – khử M</a:t>
            </a:r>
            <a:r>
              <a:rPr lang="vi-VN" altLang="ru-RU" sz="2600" baseline="30000">
                <a:latin typeface="Times New Roman" panose="02020603050405020304" pitchFamily="18" charset="0"/>
                <a:cs typeface="Times New Roman" panose="02020603050405020304" pitchFamily="18" charset="0"/>
              </a:rPr>
              <a:t>n+</a:t>
            </a:r>
            <a:r>
              <a:rPr lang="vi-VN" altLang="ru-RU" sz="2600">
                <a:latin typeface="Times New Roman" panose="02020603050405020304" pitchFamily="18" charset="0"/>
                <a:cs typeface="Times New Roman" panose="02020603050405020304" pitchFamily="18" charset="0"/>
              </a:rPr>
              <a:t>/M chuẩn (cation M</a:t>
            </a:r>
            <a:r>
              <a:rPr lang="vi-VN" altLang="ru-RU" sz="2600" baseline="30000">
                <a:latin typeface="Times New Roman" panose="02020603050405020304" pitchFamily="18" charset="0"/>
                <a:cs typeface="Times New Roman" panose="02020603050405020304" pitchFamily="18" charset="0"/>
              </a:rPr>
              <a:t>n+</a:t>
            </a:r>
            <a:r>
              <a:rPr lang="vi-VN" altLang="ru-RU" sz="2600">
                <a:latin typeface="Times New Roman" panose="02020603050405020304" pitchFamily="18" charset="0"/>
                <a:cs typeface="Times New Roman" panose="02020603050405020304" pitchFamily="18" charset="0"/>
              </a:rPr>
              <a:t> có nồng độ 1M, nhiệt độ 25</a:t>
            </a:r>
            <a:r>
              <a:rPr lang="vi-VN" altLang="ru-RU" sz="2600" baseline="30000">
                <a:latin typeface="Times New Roman" panose="02020603050405020304" pitchFamily="18" charset="0"/>
                <a:cs typeface="Times New Roman" panose="02020603050405020304" pitchFamily="18" charset="0"/>
              </a:rPr>
              <a:t>o</a:t>
            </a:r>
            <a:r>
              <a:rPr lang="vi-VN" altLang="ru-RU" sz="2600">
                <a:latin typeface="Times New Roman" panose="02020603050405020304" pitchFamily="18" charset="0"/>
                <a:cs typeface="Times New Roman" panose="02020603050405020304" pitchFamily="18" charset="0"/>
              </a:rPr>
              <a:t>C) với cặp 2H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/H</a:t>
            </a:r>
            <a:r>
              <a:rPr lang="vi-VN" altLang="ru-RU" sz="2600" baseline="-30000">
                <a:latin typeface="Times New Roman" panose="02020603050405020304" pitchFamily="18" charset="0"/>
                <a:cs typeface="Times New Roman" panose="02020603050405020304" pitchFamily="18" charset="0"/>
              </a:rPr>
              <a:t>2</a:t>
            </a:r>
            <a:r>
              <a:rPr lang="vi-VN" altLang="ru-RU" sz="2600">
                <a:latin typeface="Times New Roman" panose="02020603050405020304" pitchFamily="18" charset="0"/>
                <a:cs typeface="Times New Roman" panose="02020603050405020304" pitchFamily="18" charset="0"/>
              </a:rPr>
              <a:t> chuẩn. </a:t>
            </a:r>
          </a:p>
          <a:p>
            <a:pPr algn="just" eaLnBrk="1" hangingPunct="1">
              <a:lnSpc>
                <a:spcPct val="130000"/>
              </a:lnSpc>
              <a:spcBef>
                <a:spcPct val="20000"/>
              </a:spcBef>
            </a:pPr>
            <a:r>
              <a:rPr lang="vi-VN" altLang="ru-RU" sz="2600">
                <a:latin typeface="Times New Roman" panose="02020603050405020304" pitchFamily="18" charset="0"/>
                <a:cs typeface="Times New Roman" panose="02020603050405020304" pitchFamily="18" charset="0"/>
              </a:rPr>
              <a:t>	Thế oxi hóa khử tiêu chuẩn của kim loại cần đo bằng suất điện động của pin tạo bởi điện cực hiđro chuẩn và điện cực chuẩn của kim loại cần đo. 	</a:t>
            </a:r>
            <a:r>
              <a:rPr lang="en-US" altLang="ru-RU" sz="2600" b="1" i="1">
                <a:solidFill>
                  <a:srgbClr val="0066FF"/>
                </a:solidFill>
                <a:latin typeface="Times New Roman" panose="02020603050405020304" pitchFamily="18" charset="0"/>
                <a:cs typeface="Times New Roman" panose="02020603050405020304" pitchFamily="18" charset="0"/>
              </a:rPr>
              <a:t>	</a:t>
            </a:r>
          </a:p>
        </p:txBody>
      </p:sp>
      <p:sp>
        <p:nvSpPr>
          <p:cNvPr id="144405" name="Rectangle 2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pic>
        <p:nvPicPr>
          <p:cNvPr id="144406" name="Picture 22" descr="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4270375"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179388" y="260350"/>
            <a:ext cx="856932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30000"/>
              </a:lnSpc>
              <a:spcBef>
                <a:spcPct val="20000"/>
              </a:spcBef>
            </a:pPr>
            <a:r>
              <a:rPr lang="vi-VN" altLang="ru-RU" sz="2000">
                <a:solidFill>
                  <a:srgbClr val="3333CC"/>
                </a:solidFill>
                <a:latin typeface="Times New Roman" panose="02020603050405020304" pitchFamily="18" charset="0"/>
                <a:cs typeface="Times New Roman" panose="02020603050405020304" pitchFamily="18" charset="0"/>
              </a:rPr>
              <a:t>	</a:t>
            </a:r>
            <a:r>
              <a:rPr lang="en-US" altLang="ru-RU" sz="2800" b="1">
                <a:solidFill>
                  <a:srgbClr val="3333CC"/>
                </a:solidFill>
                <a:latin typeface="Times New Roman" panose="02020603050405020304" pitchFamily="18" charset="0"/>
                <a:ea typeface="Times New Roman" panose="02020603050405020304" pitchFamily="18" charset="0"/>
                <a:cs typeface="TimesNewRomanPSMT"/>
              </a:rPr>
              <a:t>Thế khử tiêu chuẩn của kim loại</a:t>
            </a:r>
          </a:p>
          <a:p>
            <a:pPr algn="just" eaLnBrk="1" hangingPunct="1">
              <a:lnSpc>
                <a:spcPct val="130000"/>
              </a:lnSpc>
              <a:spcBef>
                <a:spcPct val="20000"/>
              </a:spcBef>
              <a:buClr>
                <a:srgbClr val="0070C0"/>
              </a:buClr>
              <a:buFont typeface="Wingdings" panose="05000000000000000000" pitchFamily="2" charset="2"/>
              <a:buChar char="Ø"/>
            </a:pPr>
            <a:r>
              <a:rPr lang="vi-VN" altLang="ru-RU" sz="2600">
                <a:latin typeface="Times New Roman" panose="02020603050405020304" pitchFamily="18" charset="0"/>
                <a:cs typeface="Times New Roman" panose="02020603050405020304" pitchFamily="18" charset="0"/>
              </a:rPr>
              <a:t>Nếu khả năng oxi hóa của ion M</a:t>
            </a:r>
            <a:r>
              <a:rPr lang="vi-VN" altLang="ru-RU" sz="2600" baseline="30000">
                <a:latin typeface="Times New Roman" panose="02020603050405020304" pitchFamily="18" charset="0"/>
                <a:cs typeface="Times New Roman" panose="02020603050405020304" pitchFamily="18" charset="0"/>
              </a:rPr>
              <a:t>n+</a:t>
            </a:r>
            <a:r>
              <a:rPr lang="vi-VN" altLang="ru-RU" sz="2600">
                <a:latin typeface="Times New Roman" panose="02020603050405020304" pitchFamily="18" charset="0"/>
                <a:cs typeface="Times New Roman" panose="02020603050405020304" pitchFamily="18" charset="0"/>
              </a:rPr>
              <a:t> trong nửa pin M</a:t>
            </a:r>
            <a:r>
              <a:rPr lang="vi-VN" altLang="ru-RU" sz="2600" baseline="30000">
                <a:latin typeface="Times New Roman" panose="02020603050405020304" pitchFamily="18" charset="0"/>
                <a:cs typeface="Times New Roman" panose="02020603050405020304" pitchFamily="18" charset="0"/>
              </a:rPr>
              <a:t>n+</a:t>
            </a:r>
            <a:r>
              <a:rPr lang="vi-VN" altLang="ru-RU" sz="2600">
                <a:latin typeface="Times New Roman" panose="02020603050405020304" pitchFamily="18" charset="0"/>
                <a:cs typeface="Times New Roman" panose="02020603050405020304" pitchFamily="18" charset="0"/>
              </a:rPr>
              <a:t>/M mạnh hơn ion 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 trong nửa pin 2H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/H</a:t>
            </a:r>
            <a:r>
              <a:rPr lang="vi-VN" altLang="ru-RU" sz="2600" baseline="-30000">
                <a:latin typeface="Times New Roman" panose="02020603050405020304" pitchFamily="18" charset="0"/>
                <a:cs typeface="Times New Roman" panose="02020603050405020304" pitchFamily="18" charset="0"/>
              </a:rPr>
              <a:t>2</a:t>
            </a:r>
            <a:r>
              <a:rPr lang="vi-VN" altLang="ru-RU" sz="2600">
                <a:latin typeface="Times New Roman" panose="02020603050405020304" pitchFamily="18" charset="0"/>
                <a:cs typeface="Times New Roman" panose="02020603050405020304" pitchFamily="18" charset="0"/>
              </a:rPr>
              <a:t>: </a:t>
            </a:r>
          </a:p>
          <a:p>
            <a:pPr algn="just" eaLnBrk="1" hangingPunct="1">
              <a:lnSpc>
                <a:spcPct val="130000"/>
              </a:lnSpc>
              <a:spcBef>
                <a:spcPct val="20000"/>
              </a:spcBef>
              <a:buClr>
                <a:srgbClr val="FF0000"/>
              </a:buClr>
              <a:buFont typeface="Wingdings" panose="05000000000000000000" pitchFamily="2" charset="2"/>
              <a:buNone/>
            </a:pPr>
            <a:r>
              <a:rPr lang="vi-VN" altLang="ru-RU" sz="2600">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2M</a:t>
            </a:r>
            <a:r>
              <a:rPr lang="en-US" altLang="ru-RU" sz="2600" baseline="30000">
                <a:latin typeface="Times New Roman" panose="02020603050405020304" pitchFamily="18" charset="0"/>
                <a:cs typeface="Times New Roman" panose="02020603050405020304" pitchFamily="18" charset="0"/>
              </a:rPr>
              <a:t>n+</a:t>
            </a:r>
            <a:r>
              <a:rPr lang="en-US" altLang="ru-RU" sz="2600">
                <a:latin typeface="Times New Roman" panose="02020603050405020304" pitchFamily="18" charset="0"/>
                <a:cs typeface="Times New Roman" panose="02020603050405020304" pitchFamily="18" charset="0"/>
              </a:rPr>
              <a:t> + nH</a:t>
            </a:r>
            <a:r>
              <a:rPr lang="en-US" altLang="ru-RU" sz="2600" baseline="-30000">
                <a:latin typeface="Times New Roman" panose="02020603050405020304" pitchFamily="18" charset="0"/>
                <a:cs typeface="Times New Roman" panose="02020603050405020304" pitchFamily="18" charset="0"/>
              </a:rPr>
              <a:t>2</a:t>
            </a:r>
            <a:r>
              <a:rPr lang="en-US" altLang="ru-RU" sz="2600">
                <a:latin typeface="Times New Roman" panose="02020603050405020304" pitchFamily="18" charset="0"/>
                <a:cs typeface="Times New Roman" panose="02020603050405020304" pitchFamily="18" charset="0"/>
              </a:rPr>
              <a:t> ↔</a:t>
            </a:r>
            <a:r>
              <a:rPr lang="vi-VN" altLang="ru-RU" sz="2600">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 2M + 2nH</a:t>
            </a:r>
            <a:r>
              <a:rPr lang="en-US" altLang="ru-RU" sz="2600" baseline="30000">
                <a:latin typeface="Times New Roman" panose="02020603050405020304" pitchFamily="18" charset="0"/>
                <a:cs typeface="Times New Roman" panose="02020603050405020304" pitchFamily="18" charset="0"/>
              </a:rPr>
              <a:t>+</a:t>
            </a:r>
          </a:p>
        </p:txBody>
      </p:sp>
      <p:sp>
        <p:nvSpPr>
          <p:cNvPr id="145411" name="Rectangle 3"/>
          <p:cNvSpPr>
            <a:spLocks noChangeArrowheads="1"/>
          </p:cNvSpPr>
          <p:nvPr/>
        </p:nvSpPr>
        <p:spPr bwMode="auto">
          <a:xfrm>
            <a:off x="176213" y="2757488"/>
            <a:ext cx="8569325"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buClr>
                <a:srgbClr val="0070C0"/>
              </a:buClr>
              <a:buFont typeface="Wingdings" panose="05000000000000000000" pitchFamily="2" charset="2"/>
              <a:buChar char="Ø"/>
            </a:pPr>
            <a:r>
              <a:rPr lang="vi-VN" altLang="ru-RU" sz="2600">
                <a:latin typeface="Times New Roman" panose="02020603050405020304" pitchFamily="18" charset="0"/>
                <a:cs typeface="Times New Roman" panose="02020603050405020304" pitchFamily="18" charset="0"/>
              </a:rPr>
              <a:t>Nếu khả năng oxi hóa của ion M</a:t>
            </a:r>
            <a:r>
              <a:rPr lang="vi-VN" altLang="ru-RU" sz="2600" baseline="30000">
                <a:latin typeface="Times New Roman" panose="02020603050405020304" pitchFamily="18" charset="0"/>
                <a:cs typeface="Times New Roman" panose="02020603050405020304" pitchFamily="18" charset="0"/>
              </a:rPr>
              <a:t>n+</a:t>
            </a:r>
            <a:r>
              <a:rPr lang="vi-VN" altLang="ru-RU" sz="2600">
                <a:latin typeface="Times New Roman" panose="02020603050405020304" pitchFamily="18" charset="0"/>
                <a:cs typeface="Times New Roman" panose="02020603050405020304" pitchFamily="18" charset="0"/>
              </a:rPr>
              <a:t> trong nửa pin M</a:t>
            </a:r>
            <a:r>
              <a:rPr lang="vi-VN" altLang="ru-RU" sz="2600" baseline="30000">
                <a:latin typeface="Times New Roman" panose="02020603050405020304" pitchFamily="18" charset="0"/>
                <a:cs typeface="Times New Roman" panose="02020603050405020304" pitchFamily="18" charset="0"/>
              </a:rPr>
              <a:t>n+</a:t>
            </a:r>
            <a:r>
              <a:rPr lang="vi-VN" altLang="ru-RU" sz="2600">
                <a:latin typeface="Times New Roman" panose="02020603050405020304" pitchFamily="18" charset="0"/>
                <a:cs typeface="Times New Roman" panose="02020603050405020304" pitchFamily="18" charset="0"/>
              </a:rPr>
              <a:t>/M yếu hơn ion 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 trong nửa pin 2H</a:t>
            </a:r>
            <a:r>
              <a:rPr lang="vi-VN" altLang="ru-RU" sz="2600" baseline="30000">
                <a:latin typeface="Times New Roman" panose="02020603050405020304" pitchFamily="18" charset="0"/>
                <a:cs typeface="Times New Roman" panose="02020603050405020304" pitchFamily="18" charset="0"/>
              </a:rPr>
              <a:t>+</a:t>
            </a:r>
            <a:r>
              <a:rPr lang="vi-VN" altLang="ru-RU" sz="2600">
                <a:latin typeface="Times New Roman" panose="02020603050405020304" pitchFamily="18" charset="0"/>
                <a:cs typeface="Times New Roman" panose="02020603050405020304" pitchFamily="18" charset="0"/>
              </a:rPr>
              <a:t>/H</a:t>
            </a:r>
            <a:r>
              <a:rPr lang="vi-VN" altLang="ru-RU" sz="2600" baseline="-30000">
                <a:latin typeface="Times New Roman" panose="02020603050405020304" pitchFamily="18" charset="0"/>
                <a:cs typeface="Times New Roman" panose="02020603050405020304" pitchFamily="18" charset="0"/>
              </a:rPr>
              <a:t>2</a:t>
            </a:r>
            <a:r>
              <a:rPr lang="vi-VN" altLang="ru-RU" sz="2600">
                <a:latin typeface="Times New Roman" panose="02020603050405020304" pitchFamily="18" charset="0"/>
                <a:cs typeface="Times New Roman" panose="02020603050405020304" pitchFamily="18" charset="0"/>
              </a:rPr>
              <a:t>: </a:t>
            </a:r>
            <a:endParaRPr lang="en-US" altLang="ru-RU" sz="2600" b="1">
              <a:latin typeface="Times New Roman" panose="02020603050405020304" pitchFamily="18" charset="0"/>
              <a:cs typeface="Times New Roman" panose="02020603050405020304" pitchFamily="18" charset="0"/>
            </a:endParaRPr>
          </a:p>
          <a:p>
            <a:pPr algn="ctr" eaLnBrk="1" hangingPunct="1">
              <a:lnSpc>
                <a:spcPct val="130000"/>
              </a:lnSpc>
              <a:spcBef>
                <a:spcPct val="20000"/>
              </a:spcBef>
              <a:buClr>
                <a:srgbClr val="FF0000"/>
              </a:buClr>
              <a:buFont typeface="Wingdings" panose="05000000000000000000" pitchFamily="2" charset="2"/>
              <a:buNone/>
            </a:pPr>
            <a:r>
              <a:rPr lang="en-US" altLang="ru-RU" sz="2600">
                <a:latin typeface="Times New Roman" panose="02020603050405020304" pitchFamily="18" charset="0"/>
                <a:cs typeface="Times New Roman" panose="02020603050405020304" pitchFamily="18" charset="0"/>
              </a:rPr>
              <a:t>2H</a:t>
            </a:r>
            <a:r>
              <a:rPr lang="en-US" altLang="ru-RU" sz="2600" baseline="30000">
                <a:latin typeface="Times New Roman" panose="02020603050405020304" pitchFamily="18" charset="0"/>
                <a:cs typeface="Times New Roman" panose="02020603050405020304" pitchFamily="18" charset="0"/>
              </a:rPr>
              <a:t>+</a:t>
            </a:r>
            <a:r>
              <a:rPr lang="en-US" altLang="ru-RU" sz="2600">
                <a:latin typeface="Times New Roman" panose="02020603050405020304" pitchFamily="18" charset="0"/>
                <a:cs typeface="Times New Roman" panose="02020603050405020304" pitchFamily="18" charset="0"/>
              </a:rPr>
              <a:t> + 2M ↔ H</a:t>
            </a:r>
            <a:r>
              <a:rPr lang="en-US" altLang="ru-RU" sz="2600" baseline="-30000">
                <a:latin typeface="Times New Roman" panose="02020603050405020304" pitchFamily="18" charset="0"/>
                <a:cs typeface="Times New Roman" panose="02020603050405020304" pitchFamily="18" charset="0"/>
              </a:rPr>
              <a:t>2</a:t>
            </a:r>
            <a:r>
              <a:rPr lang="en-US" altLang="ru-RU" sz="2600">
                <a:latin typeface="Times New Roman" panose="02020603050405020304" pitchFamily="18" charset="0"/>
                <a:cs typeface="Times New Roman" panose="02020603050405020304" pitchFamily="18" charset="0"/>
              </a:rPr>
              <a:t> + 2M</a:t>
            </a:r>
            <a:r>
              <a:rPr lang="en-US" altLang="ru-RU" sz="2600" baseline="30000">
                <a:latin typeface="Times New Roman" panose="02020603050405020304" pitchFamily="18" charset="0"/>
                <a:cs typeface="Times New Roman" panose="02020603050405020304" pitchFamily="18" charset="0"/>
              </a:rPr>
              <a:t>n+</a:t>
            </a:r>
            <a:r>
              <a:rPr lang="en-US" altLang="ru-RU" sz="2600">
                <a:latin typeface="Times New Roman" panose="02020603050405020304" pitchFamily="18" charset="0"/>
                <a:cs typeface="Times New Roman" panose="02020603050405020304" pitchFamily="18" charset="0"/>
              </a:rPr>
              <a:t> </a:t>
            </a:r>
            <a:r>
              <a:rPr lang="vi-VN" altLang="ru-RU" sz="3000">
                <a:latin typeface="Times New Roman" panose="02020603050405020304" pitchFamily="18" charset="0"/>
                <a:cs typeface="Times New Roman" panose="02020603050405020304" pitchFamily="18" charset="0"/>
              </a:rPr>
              <a:t>	</a:t>
            </a:r>
            <a:r>
              <a:rPr lang="en-US" altLang="ru-RU" sz="2600" b="1" i="1">
                <a:solidFill>
                  <a:srgbClr val="0066FF"/>
                </a:solidFill>
                <a:latin typeface="Times New Roman" panose="02020603050405020304" pitchFamily="18" charset="0"/>
                <a:cs typeface="Times New Roman" panose="02020603050405020304" pitchFamily="18" charset="0"/>
              </a:rPr>
              <a:t>	</a:t>
            </a:r>
          </a:p>
        </p:txBody>
      </p:sp>
      <p:sp>
        <p:nvSpPr>
          <p:cNvPr id="145412" name="Rectangle 4"/>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3" name="Rectangle 5"/>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4" name="Rectangle 6"/>
          <p:cNvSpPr>
            <a:spLocks noChangeArrowheads="1"/>
          </p:cNvSpPr>
          <p:nvPr/>
        </p:nvSpPr>
        <p:spPr bwMode="auto">
          <a:xfrm>
            <a:off x="0" y="371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5" name="Rectangle 7"/>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6" name="Rectangle 8"/>
          <p:cNvSpPr>
            <a:spLocks noChangeArrowheads="1"/>
          </p:cNvSpPr>
          <p:nvPr/>
        </p:nvSpPr>
        <p:spPr bwMode="auto">
          <a:xfrm>
            <a:off x="0" y="3644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7" name="Rectangle 9"/>
          <p:cNvSpPr>
            <a:spLocks noChangeArrowheads="1"/>
          </p:cNvSpPr>
          <p:nvPr/>
        </p:nvSpPr>
        <p:spPr bwMode="auto">
          <a:xfrm>
            <a:off x="0" y="371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8" name="Rectangle 10"/>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19" name="Rectangle 11"/>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0" name="Rectangle 1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1" name="Rectangle 13"/>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2" name="Rectangle 14"/>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3" name="Rectangle 15"/>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4" name="Rectangle 16"/>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5"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6" name="Rectangle 18"/>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7" name="Rectangle 19"/>
          <p:cNvSpPr>
            <a:spLocks noChangeArrowheads="1"/>
          </p:cNvSpPr>
          <p:nvPr/>
        </p:nvSpPr>
        <p:spPr bwMode="auto">
          <a:xfrm>
            <a:off x="0" y="314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5428" name="Rectangle 20"/>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5429" name="Object 2"/>
          <p:cNvGraphicFramePr>
            <a:graphicFrameLocks noChangeAspect="1"/>
          </p:cNvGraphicFramePr>
          <p:nvPr/>
        </p:nvGraphicFramePr>
        <p:xfrm>
          <a:off x="5410200" y="2135188"/>
          <a:ext cx="1800225" cy="622300"/>
        </p:xfrm>
        <a:graphic>
          <a:graphicData uri="http://schemas.openxmlformats.org/presentationml/2006/ole">
            <mc:AlternateContent xmlns:mc="http://schemas.openxmlformats.org/markup-compatibility/2006">
              <mc:Choice xmlns:v="urn:schemas-microsoft-com:vml" Requires="v">
                <p:oleObj spid="_x0000_s145433" name="Equation" r:id="rId3" imgW="736280" imgH="253890" progId="Equation.3">
                  <p:embed/>
                </p:oleObj>
              </mc:Choice>
              <mc:Fallback>
                <p:oleObj name="Equation" r:id="rId3" imgW="736280" imgH="25389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2135188"/>
                        <a:ext cx="1800225" cy="622300"/>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145430" name="Object 3"/>
          <p:cNvGraphicFramePr>
            <a:graphicFrameLocks noChangeAspect="1"/>
          </p:cNvGraphicFramePr>
          <p:nvPr/>
        </p:nvGraphicFramePr>
        <p:xfrm>
          <a:off x="5715000" y="3859213"/>
          <a:ext cx="1871663" cy="646112"/>
        </p:xfrm>
        <a:graphic>
          <a:graphicData uri="http://schemas.openxmlformats.org/presentationml/2006/ole">
            <mc:AlternateContent xmlns:mc="http://schemas.openxmlformats.org/markup-compatibility/2006">
              <mc:Choice xmlns:v="urn:schemas-microsoft-com:vml" Requires="v">
                <p:oleObj spid="_x0000_s145434" name="Equation" r:id="rId5" imgW="736280" imgH="253890" progId="Equation.3">
                  <p:embed/>
                </p:oleObj>
              </mc:Choice>
              <mc:Fallback>
                <p:oleObj name="Equation" r:id="rId5" imgW="736280" imgH="25389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3859213"/>
                        <a:ext cx="1871663" cy="646112"/>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oleObj>
              </mc:Fallback>
            </mc:AlternateContent>
          </a:graphicData>
        </a:graphic>
      </p:graphicFrame>
      <p:pic>
        <p:nvPicPr>
          <p:cNvPr id="145431" name="Picture 23" descr="image0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13" y="4648200"/>
            <a:ext cx="8353425" cy="174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32"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63ABEF3-A4BA-4725-934D-2E5CA2E5E6CD}" type="slidenum">
              <a:rPr lang="en-US" altLang="ru-RU" b="1">
                <a:solidFill>
                  <a:srgbClr val="898989"/>
                </a:solidFill>
                <a:latin typeface="Times New Roman" panose="02020603050405020304" pitchFamily="18" charset="0"/>
                <a:cs typeface="Times New Roman" panose="02020603050405020304" pitchFamily="18" charset="0"/>
              </a:rPr>
              <a:pPr/>
              <a:t>127</a:t>
            </a:fld>
            <a:endParaRPr lang="en-US" altLang="ru-RU" b="1">
              <a:solidFill>
                <a:srgbClr val="898989"/>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idx="1"/>
          </p:nvPr>
        </p:nvSpPr>
        <p:spPr>
          <a:xfrm>
            <a:off x="-323850" y="1062038"/>
            <a:ext cx="9467850" cy="1655762"/>
          </a:xfrm>
        </p:spPr>
        <p:txBody>
          <a:bodyPr/>
          <a:lstStyle/>
          <a:p>
            <a:pPr marL="609600" indent="-609600" algn="just" eaLnBrk="1" hangingPunct="1">
              <a:lnSpc>
                <a:spcPct val="80000"/>
              </a:lnSpc>
              <a:buFontTx/>
              <a:buNone/>
            </a:pPr>
            <a:r>
              <a:rPr lang="en-US" altLang="ru-RU" sz="2800" b="1" i="1" smtClean="0">
                <a:solidFill>
                  <a:srgbClr val="9F00EE"/>
                </a:solidFill>
                <a:cs typeface="Times New Roman" panose="02020603050405020304" pitchFamily="18" charset="0"/>
              </a:rPr>
              <a:t>	</a:t>
            </a:r>
            <a:r>
              <a:rPr lang="en-US" altLang="ru-RU" b="1" smtClean="0">
                <a:solidFill>
                  <a:srgbClr val="9F00EE"/>
                </a:solidFill>
                <a:cs typeface="Times New Roman" panose="02020603050405020304" pitchFamily="18" charset="0"/>
              </a:rPr>
              <a:t>Ảnh hưởng của pH</a:t>
            </a:r>
            <a:r>
              <a:rPr lang="en-US" altLang="ru-RU" sz="3000" smtClean="0">
                <a:cs typeface="Times New Roman" panose="02020603050405020304" pitchFamily="18" charset="0"/>
              </a:rPr>
              <a:t>	</a:t>
            </a:r>
          </a:p>
          <a:p>
            <a:pPr marL="609600" indent="-609600" algn="just" eaLnBrk="1" hangingPunct="1">
              <a:lnSpc>
                <a:spcPct val="80000"/>
              </a:lnSpc>
              <a:buFontTx/>
              <a:buNone/>
            </a:pPr>
            <a:r>
              <a:rPr lang="en-US" altLang="ru-RU" sz="3000" smtClean="0">
                <a:cs typeface="Times New Roman" panose="02020603050405020304" pitchFamily="18" charset="0"/>
              </a:rPr>
              <a:t>	</a:t>
            </a:r>
            <a:r>
              <a:rPr lang="pt-BR" altLang="ru-RU" sz="2600" smtClean="0">
                <a:cs typeface="Times New Roman" panose="02020603050405020304" pitchFamily="18" charset="0"/>
              </a:rPr>
              <a:t>Ví dụ: Tính thế oxi hóa khử tiêu chuẩn điều kiện khi pH = 8.</a:t>
            </a:r>
          </a:p>
          <a:p>
            <a:pPr marL="609600" indent="-609600" algn="ctr" eaLnBrk="1" hangingPunct="1">
              <a:lnSpc>
                <a:spcPct val="80000"/>
              </a:lnSpc>
              <a:buFontTx/>
              <a:buNone/>
            </a:pPr>
            <a:r>
              <a:rPr lang="pt-BR" altLang="ru-RU" sz="2600" smtClean="0">
                <a:cs typeface="Times New Roman" panose="02020603050405020304" pitchFamily="18" charset="0"/>
              </a:rPr>
              <a:t>AsO</a:t>
            </a:r>
            <a:r>
              <a:rPr lang="pt-BR" altLang="ru-RU" sz="2600" baseline="-30000" smtClean="0">
                <a:cs typeface="Times New Roman" panose="02020603050405020304" pitchFamily="18" charset="0"/>
              </a:rPr>
              <a:t>4</a:t>
            </a:r>
            <a:r>
              <a:rPr lang="pt-BR" altLang="ru-RU" sz="2600" baseline="30000" smtClean="0">
                <a:cs typeface="Times New Roman" panose="02020603050405020304" pitchFamily="18" charset="0"/>
              </a:rPr>
              <a:t>3-</a:t>
            </a:r>
            <a:r>
              <a:rPr lang="pt-BR" altLang="ru-RU" sz="2600" smtClean="0">
                <a:cs typeface="Times New Roman" panose="02020603050405020304" pitchFamily="18" charset="0"/>
              </a:rPr>
              <a:t> + 2 H</a:t>
            </a:r>
            <a:r>
              <a:rPr lang="pt-BR" altLang="ru-RU" sz="2600" baseline="30000" smtClean="0">
                <a:cs typeface="Times New Roman" panose="02020603050405020304" pitchFamily="18" charset="0"/>
              </a:rPr>
              <a:t>+</a:t>
            </a:r>
            <a:r>
              <a:rPr lang="pt-BR" altLang="ru-RU" sz="2600" smtClean="0">
                <a:cs typeface="Times New Roman" panose="02020603050405020304" pitchFamily="18" charset="0"/>
              </a:rPr>
              <a:t> + 2e ↔</a:t>
            </a:r>
            <a:r>
              <a:rPr lang="en-US" altLang="ru-RU" sz="2600" b="1" smtClean="0">
                <a:latin typeface=".VnArial Narrow" panose="020B7200000000000000" pitchFamily="34" charset="0"/>
                <a:cs typeface="Times New Roman" panose="02020603050405020304" pitchFamily="18" charset="0"/>
              </a:rPr>
              <a:t> </a:t>
            </a:r>
            <a:r>
              <a:rPr lang="pt-BR" altLang="ru-RU" sz="2600" smtClean="0">
                <a:cs typeface="Times New Roman" panose="02020603050405020304" pitchFamily="18" charset="0"/>
              </a:rPr>
              <a:t>AsO</a:t>
            </a:r>
            <a:r>
              <a:rPr lang="pt-BR" altLang="ru-RU" sz="2600" baseline="-30000" smtClean="0">
                <a:cs typeface="Times New Roman" panose="02020603050405020304" pitchFamily="18" charset="0"/>
              </a:rPr>
              <a:t>3</a:t>
            </a:r>
            <a:r>
              <a:rPr lang="pt-BR" altLang="ru-RU" sz="2600" baseline="30000" smtClean="0">
                <a:cs typeface="Times New Roman" panose="02020603050405020304" pitchFamily="18" charset="0"/>
              </a:rPr>
              <a:t>3-</a:t>
            </a:r>
            <a:r>
              <a:rPr lang="pt-BR" altLang="ru-RU" sz="2600" smtClean="0">
                <a:cs typeface="Times New Roman" panose="02020603050405020304" pitchFamily="18" charset="0"/>
              </a:rPr>
              <a:t> + H</a:t>
            </a:r>
            <a:r>
              <a:rPr lang="pt-BR" altLang="ru-RU" sz="2600" baseline="-30000" smtClean="0">
                <a:cs typeface="Times New Roman" panose="02020603050405020304" pitchFamily="18" charset="0"/>
              </a:rPr>
              <a:t>2</a:t>
            </a:r>
            <a:r>
              <a:rPr lang="pt-BR" altLang="ru-RU" sz="2600" smtClean="0">
                <a:cs typeface="Times New Roman" panose="02020603050405020304" pitchFamily="18" charset="0"/>
              </a:rPr>
              <a:t>O</a:t>
            </a:r>
          </a:p>
        </p:txBody>
      </p:sp>
      <p:sp>
        <p:nvSpPr>
          <p:cNvPr id="146435"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C12F32F-65CC-4525-A4DE-0D24D2A839E4}" type="slidenum">
              <a:rPr lang="en-US" altLang="ru-RU" b="1">
                <a:solidFill>
                  <a:srgbClr val="898989"/>
                </a:solidFill>
                <a:latin typeface="Times New Roman" panose="02020603050405020304" pitchFamily="18" charset="0"/>
                <a:cs typeface="Times New Roman" panose="02020603050405020304" pitchFamily="18" charset="0"/>
              </a:rPr>
              <a:pPr/>
              <a:t>128</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6436"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37"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38" name="Rectangle 5"/>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39" name="Rectangle 6"/>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40" name="Rectangle 7"/>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41" name="Rectangle 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42"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43" name="Rectangle 10"/>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44" name="Rectangle 11"/>
          <p:cNvSpPr>
            <a:spLocks noChangeArrowheads="1"/>
          </p:cNvSpPr>
          <p:nvPr/>
        </p:nvSpPr>
        <p:spPr bwMode="auto">
          <a:xfrm>
            <a:off x="0" y="3119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6445" name="Rectangle 12"/>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6446" name="Object 2"/>
          <p:cNvGraphicFramePr>
            <a:graphicFrameLocks noChangeAspect="1"/>
          </p:cNvGraphicFramePr>
          <p:nvPr/>
        </p:nvGraphicFramePr>
        <p:xfrm>
          <a:off x="1120775" y="2811463"/>
          <a:ext cx="4953000" cy="1041400"/>
        </p:xfrm>
        <a:graphic>
          <a:graphicData uri="http://schemas.openxmlformats.org/presentationml/2006/ole">
            <mc:AlternateContent xmlns:mc="http://schemas.openxmlformats.org/markup-compatibility/2006">
              <mc:Choice xmlns:v="urn:schemas-microsoft-com:vml" Requires="v">
                <p:oleObj spid="_x0000_s146457" name="Equation" r:id="rId3" imgW="2400300" imgH="508000" progId="Equation.3">
                  <p:embed/>
                </p:oleObj>
              </mc:Choice>
              <mc:Fallback>
                <p:oleObj name="Equation" r:id="rId3" imgW="2400300" imgH="508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775" y="2811463"/>
                        <a:ext cx="49530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6447" name="Rectangle 14"/>
          <p:cNvSpPr>
            <a:spLocks noChangeArrowheads="1"/>
          </p:cNvSpPr>
          <p:nvPr/>
        </p:nvSpPr>
        <p:spPr bwMode="auto">
          <a:xfrm>
            <a:off x="0" y="3500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6448" name="Object 3"/>
          <p:cNvGraphicFramePr>
            <a:graphicFrameLocks noChangeAspect="1"/>
          </p:cNvGraphicFramePr>
          <p:nvPr/>
        </p:nvGraphicFramePr>
        <p:xfrm>
          <a:off x="2057400" y="3629025"/>
          <a:ext cx="3200400" cy="779463"/>
        </p:xfrm>
        <a:graphic>
          <a:graphicData uri="http://schemas.openxmlformats.org/presentationml/2006/ole">
            <mc:AlternateContent xmlns:mc="http://schemas.openxmlformats.org/markup-compatibility/2006">
              <mc:Choice xmlns:v="urn:schemas-microsoft-com:vml" Requires="v">
                <p:oleObj spid="_x0000_s146458" name="Equation" r:id="rId5" imgW="1612900" imgH="393700" progId="Equation.3">
                  <p:embed/>
                </p:oleObj>
              </mc:Choice>
              <mc:Fallback>
                <p:oleObj name="Equation" r:id="rId5" imgW="1612900" imgH="393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3629025"/>
                        <a:ext cx="32004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6449" name="Object 4"/>
          <p:cNvGraphicFramePr>
            <a:graphicFrameLocks noChangeAspect="1"/>
          </p:cNvGraphicFramePr>
          <p:nvPr/>
        </p:nvGraphicFramePr>
        <p:xfrm>
          <a:off x="1219200" y="4495800"/>
          <a:ext cx="5257800" cy="811213"/>
        </p:xfrm>
        <a:graphic>
          <a:graphicData uri="http://schemas.openxmlformats.org/presentationml/2006/ole">
            <mc:AlternateContent xmlns:mc="http://schemas.openxmlformats.org/markup-compatibility/2006">
              <mc:Choice xmlns:v="urn:schemas-microsoft-com:vml" Requires="v">
                <p:oleObj spid="_x0000_s146459" name="Equation" r:id="rId7" imgW="2552700" imgH="393700" progId="Equation.3">
                  <p:embed/>
                </p:oleObj>
              </mc:Choice>
              <mc:Fallback>
                <p:oleObj name="Equation" r:id="rId7" imgW="2552700" imgH="393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4495800"/>
                        <a:ext cx="525780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6450" name="Group 17"/>
          <p:cNvGrpSpPr>
            <a:grpSpLocks/>
          </p:cNvGrpSpPr>
          <p:nvPr/>
        </p:nvGrpSpPr>
        <p:grpSpPr bwMode="auto">
          <a:xfrm>
            <a:off x="6640513" y="3054350"/>
            <a:ext cx="2360612" cy="1584325"/>
            <a:chOff x="4150" y="2478"/>
            <a:chExt cx="1394" cy="907"/>
          </a:xfrm>
        </p:grpSpPr>
        <p:sp>
          <p:nvSpPr>
            <p:cNvPr id="146453" name="Rectangle 18"/>
            <p:cNvSpPr>
              <a:spLocks noChangeArrowheads="1"/>
            </p:cNvSpPr>
            <p:nvPr/>
          </p:nvSpPr>
          <p:spPr bwMode="auto">
            <a:xfrm>
              <a:off x="4150" y="2478"/>
              <a:ext cx="1361" cy="9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6454" name="Object 5"/>
            <p:cNvGraphicFramePr>
              <a:graphicFrameLocks noChangeAspect="1"/>
            </p:cNvGraphicFramePr>
            <p:nvPr/>
          </p:nvGraphicFramePr>
          <p:xfrm>
            <a:off x="4163" y="2478"/>
            <a:ext cx="1381" cy="298"/>
          </p:xfrm>
          <a:graphic>
            <a:graphicData uri="http://schemas.openxmlformats.org/presentationml/2006/ole">
              <mc:AlternateContent xmlns:mc="http://schemas.openxmlformats.org/markup-compatibility/2006">
                <mc:Choice xmlns:v="urn:schemas-microsoft-com:vml" Requires="v">
                  <p:oleObj spid="_x0000_s146460" name="Equation" r:id="rId9" imgW="1231366" imgH="266584" progId="Equation.3">
                    <p:embed/>
                  </p:oleObj>
                </mc:Choice>
                <mc:Fallback>
                  <p:oleObj name="Equation" r:id="rId9" imgW="1231366" imgH="266584"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3" y="2478"/>
                          <a:ext cx="1381" cy="298"/>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6455" name="Object 6"/>
            <p:cNvGraphicFramePr>
              <a:graphicFrameLocks noChangeAspect="1"/>
            </p:cNvGraphicFramePr>
            <p:nvPr/>
          </p:nvGraphicFramePr>
          <p:xfrm>
            <a:off x="4332" y="2840"/>
            <a:ext cx="1067" cy="245"/>
          </p:xfrm>
          <a:graphic>
            <a:graphicData uri="http://schemas.openxmlformats.org/presentationml/2006/ole">
              <mc:AlternateContent xmlns:mc="http://schemas.openxmlformats.org/markup-compatibility/2006">
                <mc:Choice xmlns:v="urn:schemas-microsoft-com:vml" Requires="v">
                  <p:oleObj spid="_x0000_s146461" name="Equation" r:id="rId11" imgW="1117115" imgH="253890" progId="Equation.3">
                    <p:embed/>
                  </p:oleObj>
                </mc:Choice>
                <mc:Fallback>
                  <p:oleObj name="Equation" r:id="rId11" imgW="1117115" imgH="25389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32" y="2840"/>
                          <a:ext cx="1067" cy="24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6456" name="Object 7"/>
            <p:cNvGraphicFramePr>
              <a:graphicFrameLocks noChangeAspect="1"/>
            </p:cNvGraphicFramePr>
            <p:nvPr/>
          </p:nvGraphicFramePr>
          <p:xfrm>
            <a:off x="4377" y="3113"/>
            <a:ext cx="836" cy="259"/>
          </p:xfrm>
          <a:graphic>
            <a:graphicData uri="http://schemas.openxmlformats.org/presentationml/2006/ole">
              <mc:AlternateContent xmlns:mc="http://schemas.openxmlformats.org/markup-compatibility/2006">
                <mc:Choice xmlns:v="urn:schemas-microsoft-com:vml" Requires="v">
                  <p:oleObj spid="_x0000_s146462" name="Equation" r:id="rId13" imgW="736600" imgH="228600" progId="Equation.3">
                    <p:embed/>
                  </p:oleObj>
                </mc:Choice>
                <mc:Fallback>
                  <p:oleObj name="Equation" r:id="rId13" imgW="736600" imgH="2286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77" y="3113"/>
                          <a:ext cx="836" cy="2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6451" name="Rectangle 22"/>
          <p:cNvSpPr>
            <a:spLocks noChangeArrowheads="1"/>
          </p:cNvSpPr>
          <p:nvPr/>
        </p:nvSpPr>
        <p:spPr bwMode="auto">
          <a:xfrm>
            <a:off x="0" y="5334000"/>
            <a:ext cx="90011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10000"/>
              </a:lnSpc>
              <a:spcBef>
                <a:spcPct val="20000"/>
              </a:spcBef>
            </a:pPr>
            <a:r>
              <a:rPr lang="en-US" altLang="ru-RU" sz="2800" b="1" i="1">
                <a:latin typeface="Times New Roman" panose="02020603050405020304" pitchFamily="18" charset="0"/>
                <a:cs typeface="Times New Roman" panose="02020603050405020304" pitchFamily="18" charset="0"/>
              </a:rPr>
              <a:t>	</a:t>
            </a:r>
            <a:r>
              <a:rPr lang="en-US" altLang="ru-RU" sz="2600">
                <a:latin typeface="Times New Roman" panose="02020603050405020304" pitchFamily="18" charset="0"/>
                <a:cs typeface="Times New Roman" panose="02020603050405020304" pitchFamily="18" charset="0"/>
              </a:rPr>
              <a:t>	→ </a:t>
            </a:r>
            <a:r>
              <a:rPr lang="pt-BR" altLang="ru-RU" sz="2600">
                <a:latin typeface="Times New Roman" panose="02020603050405020304" pitchFamily="18" charset="0"/>
                <a:cs typeface="Times New Roman" panose="02020603050405020304" pitchFamily="18" charset="0"/>
              </a:rPr>
              <a:t>Khi tăng pH thì thế thế tiêu chuẩn giảm, làm giảm khả năng oxi hóa của AsO</a:t>
            </a:r>
            <a:r>
              <a:rPr lang="pt-BR" altLang="ru-RU" sz="2600" baseline="-30000">
                <a:latin typeface="Times New Roman" panose="02020603050405020304" pitchFamily="18" charset="0"/>
                <a:cs typeface="Times New Roman" panose="02020603050405020304" pitchFamily="18" charset="0"/>
              </a:rPr>
              <a:t>4</a:t>
            </a:r>
            <a:r>
              <a:rPr lang="pt-BR" altLang="ru-RU" sz="2600" baseline="30000">
                <a:latin typeface="Times New Roman" panose="02020603050405020304" pitchFamily="18" charset="0"/>
                <a:cs typeface="Times New Roman" panose="02020603050405020304" pitchFamily="18" charset="0"/>
              </a:rPr>
              <a:t>3- </a:t>
            </a:r>
            <a:r>
              <a:rPr lang="pt-BR" altLang="ru-RU" sz="2600">
                <a:latin typeface="Times New Roman" panose="02020603050405020304" pitchFamily="18" charset="0"/>
                <a:cs typeface="Times New Roman" panose="02020603050405020304" pitchFamily="18" charset="0"/>
              </a:rPr>
              <a:t>và</a:t>
            </a:r>
            <a:r>
              <a:rPr lang="pt-BR" altLang="ru-RU" sz="2600" b="1">
                <a:latin typeface="Times New Roman" panose="02020603050405020304" pitchFamily="18" charset="0"/>
                <a:cs typeface="Times New Roman" panose="02020603050405020304" pitchFamily="18" charset="0"/>
              </a:rPr>
              <a:t> </a:t>
            </a:r>
            <a:r>
              <a:rPr lang="pt-BR" altLang="ru-RU" sz="2600">
                <a:latin typeface="Times New Roman" panose="02020603050405020304" pitchFamily="18" charset="0"/>
                <a:cs typeface="Times New Roman" panose="02020603050405020304" pitchFamily="18" charset="0"/>
              </a:rPr>
              <a:t>làm tăng khả năng khử của AsO</a:t>
            </a:r>
            <a:r>
              <a:rPr lang="pt-BR" altLang="ru-RU" sz="2600" baseline="-30000">
                <a:latin typeface="Times New Roman" panose="02020603050405020304" pitchFamily="18" charset="0"/>
                <a:cs typeface="Times New Roman" panose="02020603050405020304" pitchFamily="18" charset="0"/>
              </a:rPr>
              <a:t>3</a:t>
            </a:r>
            <a:r>
              <a:rPr lang="pt-BR" altLang="ru-RU" sz="2600" baseline="30000">
                <a:latin typeface="Times New Roman" panose="02020603050405020304" pitchFamily="18" charset="0"/>
                <a:cs typeface="Times New Roman" panose="02020603050405020304" pitchFamily="18" charset="0"/>
              </a:rPr>
              <a:t>3-</a:t>
            </a:r>
            <a:endParaRPr lang="pt-BR" altLang="ru-RU" sz="2600">
              <a:latin typeface="Times New Roman" panose="02020603050405020304" pitchFamily="18" charset="0"/>
              <a:cs typeface="Times New Roman" panose="02020603050405020304" pitchFamily="18" charset="0"/>
            </a:endParaRPr>
          </a:p>
        </p:txBody>
      </p:sp>
      <p:sp>
        <p:nvSpPr>
          <p:cNvPr id="146452" name="Rectangle 23"/>
          <p:cNvSpPr>
            <a:spLocks noChangeArrowheads="1"/>
          </p:cNvSpPr>
          <p:nvPr/>
        </p:nvSpPr>
        <p:spPr bwMode="auto">
          <a:xfrm>
            <a:off x="-144463" y="152400"/>
            <a:ext cx="9145588"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Các yếu tố ảnh hưởng đến thế cân bằng oxy hóa khử. Thế tiêu chuẩn điều kiện</a:t>
            </a: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idx="1"/>
          </p:nvPr>
        </p:nvSpPr>
        <p:spPr>
          <a:xfrm>
            <a:off x="393700" y="1000125"/>
            <a:ext cx="8497888" cy="1150938"/>
          </a:xfrm>
        </p:spPr>
        <p:txBody>
          <a:bodyPr/>
          <a:lstStyle/>
          <a:p>
            <a:pPr marL="609600" indent="-609600" algn="ctr" eaLnBrk="1" hangingPunct="1">
              <a:lnSpc>
                <a:spcPct val="110000"/>
              </a:lnSpc>
              <a:spcAft>
                <a:spcPct val="0"/>
              </a:spcAft>
              <a:buFontTx/>
              <a:buNone/>
            </a:pPr>
            <a:r>
              <a:rPr lang="en-US" altLang="ru-RU" sz="3000" smtClean="0">
                <a:solidFill>
                  <a:srgbClr val="FF0000"/>
                </a:solidFill>
                <a:cs typeface="Times New Roman" panose="02020603050405020304" pitchFamily="18" charset="0"/>
              </a:rPr>
              <a:t>	</a:t>
            </a:r>
            <a:r>
              <a:rPr lang="en-US" altLang="ru-RU" b="1" smtClean="0">
                <a:solidFill>
                  <a:srgbClr val="0070C0"/>
                </a:solidFill>
              </a:rPr>
              <a:t>Ảnh hưởng của phản ứng tạo phức</a:t>
            </a:r>
            <a:r>
              <a:rPr lang="en-US" altLang="ru-RU" smtClean="0">
                <a:solidFill>
                  <a:srgbClr val="0070C0"/>
                </a:solidFill>
                <a:ea typeface="Times New Roman" panose="02020603050405020304" pitchFamily="18" charset="0"/>
                <a:cs typeface=".VnArial Narrow" panose="020B7200000000000000" pitchFamily="34" charset="0"/>
              </a:rPr>
              <a:t> </a:t>
            </a:r>
            <a:r>
              <a:rPr lang="en-US" altLang="ru-RU" smtClean="0">
                <a:solidFill>
                  <a:srgbClr val="0070C0"/>
                </a:solidFill>
              </a:rPr>
              <a:t>	</a:t>
            </a:r>
          </a:p>
          <a:p>
            <a:pPr marL="609600" indent="-609600" algn="just" eaLnBrk="1" hangingPunct="1">
              <a:lnSpc>
                <a:spcPct val="110000"/>
              </a:lnSpc>
              <a:spcAft>
                <a:spcPct val="0"/>
              </a:spcAft>
              <a:buClr>
                <a:srgbClr val="0070C0"/>
              </a:buClr>
              <a:buFont typeface="Wingdings" panose="05000000000000000000" pitchFamily="2" charset="2"/>
              <a:buChar char="v"/>
            </a:pPr>
            <a:r>
              <a:rPr lang="en-US" altLang="ru-RU" smtClean="0">
                <a:cs typeface="Times New Roman" panose="02020603050405020304" pitchFamily="18" charset="0"/>
              </a:rPr>
              <a:t> Khi Ox tham gia vào quá trình tạo phức :</a:t>
            </a:r>
            <a:endParaRPr lang="pt-BR" altLang="ru-RU" smtClean="0">
              <a:cs typeface="Times New Roman" panose="02020603050405020304" pitchFamily="18" charset="0"/>
            </a:endParaRPr>
          </a:p>
        </p:txBody>
      </p:sp>
      <p:sp>
        <p:nvSpPr>
          <p:cNvPr id="147459"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CD1301F-50B3-4036-88FD-7B17E708512B}" type="slidenum">
              <a:rPr lang="en-US" altLang="ru-RU" b="1">
                <a:solidFill>
                  <a:srgbClr val="898989"/>
                </a:solidFill>
                <a:latin typeface="Times New Roman" panose="02020603050405020304" pitchFamily="18" charset="0"/>
                <a:cs typeface="Times New Roman" panose="02020603050405020304" pitchFamily="18" charset="0"/>
              </a:rPr>
              <a:pPr/>
              <a:t>129</a:t>
            </a:fld>
            <a:endParaRPr lang="en-US" altLang="ru-RU" b="1">
              <a:solidFill>
                <a:srgbClr val="898989"/>
              </a:solidFill>
              <a:latin typeface="Times New Roman" panose="02020603050405020304" pitchFamily="18" charset="0"/>
              <a:cs typeface="Times New Roman" panose="02020603050405020304" pitchFamily="18" charset="0"/>
            </a:endParaRPr>
          </a:p>
        </p:txBody>
      </p:sp>
      <p:graphicFrame>
        <p:nvGraphicFramePr>
          <p:cNvPr id="147460" name="Object 2"/>
          <p:cNvGraphicFramePr>
            <a:graphicFrameLocks noChangeAspect="1"/>
          </p:cNvGraphicFramePr>
          <p:nvPr/>
        </p:nvGraphicFramePr>
        <p:xfrm>
          <a:off x="762000" y="2320925"/>
          <a:ext cx="4514850" cy="798513"/>
        </p:xfrm>
        <a:graphic>
          <a:graphicData uri="http://schemas.openxmlformats.org/presentationml/2006/ole">
            <mc:AlternateContent xmlns:mc="http://schemas.openxmlformats.org/markup-compatibility/2006">
              <mc:Choice xmlns:v="urn:schemas-microsoft-com:vml" Requires="v">
                <p:oleObj spid="_x0000_s147470" name="Equation" r:id="rId3" imgW="2209800" imgH="393700" progId="Equation.3">
                  <p:embed/>
                </p:oleObj>
              </mc:Choice>
              <mc:Fallback>
                <p:oleObj name="Equation" r:id="rId3" imgW="22098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320925"/>
                        <a:ext cx="4514850" cy="7985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1" name="Rectangle 17"/>
          <p:cNvSpPr>
            <a:spLocks noChangeArrowheads="1"/>
          </p:cNvSpPr>
          <p:nvPr/>
        </p:nvSpPr>
        <p:spPr bwMode="auto">
          <a:xfrm>
            <a:off x="298450" y="3195638"/>
            <a:ext cx="86407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buClr>
                <a:srgbClr val="0070C0"/>
              </a:buClr>
              <a:buFont typeface="Wingdings" panose="05000000000000000000" pitchFamily="2" charset="2"/>
              <a:buChar char="v"/>
            </a:pPr>
            <a:r>
              <a:rPr lang="en-US" altLang="ru-RU" sz="2800">
                <a:latin typeface="Times New Roman" panose="02020603050405020304" pitchFamily="18" charset="0"/>
                <a:cs typeface="Times New Roman" panose="02020603050405020304" pitchFamily="18" charset="0"/>
              </a:rPr>
              <a:t> Khi Red tham gia vào quá trình tạo phức:</a:t>
            </a:r>
            <a:endParaRPr lang="pt-BR" altLang="ru-RU" sz="2800">
              <a:latin typeface="Times New Roman" panose="02020603050405020304" pitchFamily="18" charset="0"/>
              <a:cs typeface="Times New Roman" panose="02020603050405020304" pitchFamily="18" charset="0"/>
            </a:endParaRPr>
          </a:p>
        </p:txBody>
      </p:sp>
      <p:graphicFrame>
        <p:nvGraphicFramePr>
          <p:cNvPr id="147462" name="Object 3"/>
          <p:cNvGraphicFramePr>
            <a:graphicFrameLocks noChangeAspect="1"/>
          </p:cNvGraphicFramePr>
          <p:nvPr/>
        </p:nvGraphicFramePr>
        <p:xfrm>
          <a:off x="633413" y="3992563"/>
          <a:ext cx="4824412" cy="828675"/>
        </p:xfrm>
        <a:graphic>
          <a:graphicData uri="http://schemas.openxmlformats.org/presentationml/2006/ole">
            <mc:AlternateContent xmlns:mc="http://schemas.openxmlformats.org/markup-compatibility/2006">
              <mc:Choice xmlns:v="urn:schemas-microsoft-com:vml" Requires="v">
                <p:oleObj spid="_x0000_s147471" name="Equation" r:id="rId5" imgW="2273300" imgH="393700" progId="Equation.3">
                  <p:embed/>
                </p:oleObj>
              </mc:Choice>
              <mc:Fallback>
                <p:oleObj name="Equation" r:id="rId5" imgW="2273300" imgH="393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413" y="3992563"/>
                        <a:ext cx="4824412" cy="8286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3" name="Rectangle 19"/>
          <p:cNvSpPr>
            <a:spLocks noChangeArrowheads="1"/>
          </p:cNvSpPr>
          <p:nvPr/>
        </p:nvSpPr>
        <p:spPr bwMode="auto">
          <a:xfrm>
            <a:off x="250825" y="4738688"/>
            <a:ext cx="864076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buClr>
                <a:srgbClr val="0070C0"/>
              </a:buClr>
              <a:buFont typeface="Wingdings" panose="05000000000000000000" pitchFamily="2" charset="2"/>
              <a:buChar char="v"/>
            </a:pPr>
            <a:r>
              <a:rPr lang="en-US" altLang="ru-RU" sz="3000">
                <a:latin typeface="Times New Roman" panose="02020603050405020304" pitchFamily="18" charset="0"/>
                <a:cs typeface="Times New Roman" panose="02020603050405020304" pitchFamily="18" charset="0"/>
              </a:rPr>
              <a:t> </a:t>
            </a:r>
            <a:r>
              <a:rPr lang="en-US" altLang="ru-RU" sz="2800">
                <a:latin typeface="Times New Roman" panose="02020603050405020304" pitchFamily="18" charset="0"/>
                <a:cs typeface="Times New Roman" panose="02020603050405020304" pitchFamily="18" charset="0"/>
              </a:rPr>
              <a:t>Khi cả Ox và Red tham gia vào quá trình tạo phức:</a:t>
            </a:r>
            <a:endParaRPr lang="pt-BR" altLang="ru-RU" sz="2800">
              <a:latin typeface="Times New Roman" panose="02020603050405020304" pitchFamily="18" charset="0"/>
              <a:cs typeface="Times New Roman" panose="02020603050405020304" pitchFamily="18" charset="0"/>
            </a:endParaRPr>
          </a:p>
        </p:txBody>
      </p:sp>
      <p:graphicFrame>
        <p:nvGraphicFramePr>
          <p:cNvPr id="147464" name="Object 4"/>
          <p:cNvGraphicFramePr>
            <a:graphicFrameLocks noChangeAspect="1"/>
          </p:cNvGraphicFramePr>
          <p:nvPr/>
        </p:nvGraphicFramePr>
        <p:xfrm>
          <a:off x="787400" y="5410200"/>
          <a:ext cx="4886325" cy="915988"/>
        </p:xfrm>
        <a:graphic>
          <a:graphicData uri="http://schemas.openxmlformats.org/presentationml/2006/ole">
            <mc:AlternateContent xmlns:mc="http://schemas.openxmlformats.org/markup-compatibility/2006">
              <mc:Choice xmlns:v="urn:schemas-microsoft-com:vml" Requires="v">
                <p:oleObj spid="_x0000_s147472" name="Equation" r:id="rId7" imgW="2438400" imgH="457200" progId="Equation.3">
                  <p:embed/>
                </p:oleObj>
              </mc:Choice>
              <mc:Fallback>
                <p:oleObj name="Equation" r:id="rId7" imgW="2438400" imgH="457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400" y="5410200"/>
                        <a:ext cx="4886325" cy="9159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5" name="Rectangle 21"/>
          <p:cNvSpPr>
            <a:spLocks noChangeArrowheads="1"/>
          </p:cNvSpPr>
          <p:nvPr/>
        </p:nvSpPr>
        <p:spPr bwMode="auto">
          <a:xfrm>
            <a:off x="-180975" y="41275"/>
            <a:ext cx="9145588"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 Các yếu tố ảnh hưởng đến thế cân bằng oxy hóa khử. Thế tiêu chuẩn điều kiện</a:t>
            </a:r>
          </a:p>
        </p:txBody>
      </p:sp>
      <p:sp>
        <p:nvSpPr>
          <p:cNvPr id="147466" name="Rectangle 22"/>
          <p:cNvSpPr>
            <a:spLocks noChangeArrowheads="1"/>
          </p:cNvSpPr>
          <p:nvPr/>
        </p:nvSpPr>
        <p:spPr bwMode="auto">
          <a:xfrm>
            <a:off x="6084888" y="2438400"/>
            <a:ext cx="271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800">
                <a:latin typeface="Times New Roman" panose="02020603050405020304" pitchFamily="18" charset="0"/>
                <a:cs typeface="Times New Roman" panose="02020603050405020304" pitchFamily="18" charset="0"/>
              </a:rPr>
              <a:t>thế điện cực giảm</a:t>
            </a:r>
            <a:endParaRPr lang="vi-VN" altLang="ru-RU" sz="2800">
              <a:latin typeface="Times New Roman" panose="02020603050405020304" pitchFamily="18" charset="0"/>
              <a:cs typeface="Times New Roman" panose="02020603050405020304" pitchFamily="18" charset="0"/>
            </a:endParaRPr>
          </a:p>
        </p:txBody>
      </p:sp>
      <p:sp>
        <p:nvSpPr>
          <p:cNvPr id="147467" name="AutoShape 23"/>
          <p:cNvSpPr>
            <a:spLocks noChangeArrowheads="1"/>
          </p:cNvSpPr>
          <p:nvPr/>
        </p:nvSpPr>
        <p:spPr bwMode="auto">
          <a:xfrm>
            <a:off x="5457825" y="2528888"/>
            <a:ext cx="431800" cy="576262"/>
          </a:xfrm>
          <a:prstGeom prst="notchedRightArrow">
            <a:avLst>
              <a:gd name="adj1" fmla="val 50000"/>
              <a:gd name="adj2" fmla="val 25000"/>
            </a:avLst>
          </a:prstGeom>
          <a:gradFill rotWithShape="1">
            <a:gsLst>
              <a:gs pos="0">
                <a:srgbClr val="2BA12E"/>
              </a:gs>
              <a:gs pos="100000">
                <a:srgbClr val="144B15"/>
              </a:gs>
            </a:gsLst>
            <a:lin ang="0" scaled="1"/>
          </a:gra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7468" name="AutoShape 24"/>
          <p:cNvSpPr>
            <a:spLocks noChangeArrowheads="1"/>
          </p:cNvSpPr>
          <p:nvPr/>
        </p:nvSpPr>
        <p:spPr bwMode="auto">
          <a:xfrm>
            <a:off x="5673725" y="4105275"/>
            <a:ext cx="431800" cy="576263"/>
          </a:xfrm>
          <a:prstGeom prst="notchedRightArrow">
            <a:avLst>
              <a:gd name="adj1" fmla="val 50000"/>
              <a:gd name="adj2" fmla="val 25000"/>
            </a:avLst>
          </a:prstGeom>
          <a:gradFill rotWithShape="1">
            <a:gsLst>
              <a:gs pos="0">
                <a:srgbClr val="2BA12E"/>
              </a:gs>
              <a:gs pos="100000">
                <a:srgbClr val="144B15"/>
              </a:gs>
            </a:gsLst>
            <a:lin ang="0" scaled="1"/>
          </a:gra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7469" name="Rectangle 25"/>
          <p:cNvSpPr>
            <a:spLocks noChangeArrowheads="1"/>
          </p:cNvSpPr>
          <p:nvPr/>
        </p:nvSpPr>
        <p:spPr bwMode="auto">
          <a:xfrm>
            <a:off x="6253163" y="4086225"/>
            <a:ext cx="271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800">
                <a:latin typeface="Times New Roman" panose="02020603050405020304" pitchFamily="18" charset="0"/>
                <a:cs typeface="Times New Roman" panose="02020603050405020304" pitchFamily="18" charset="0"/>
              </a:rPr>
              <a:t>thế điện cực tăng</a:t>
            </a:r>
            <a:endParaRPr lang="vi-VN" altLang="ru-RU"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idx="1"/>
          </p:nvPr>
        </p:nvSpPr>
        <p:spPr>
          <a:xfrm>
            <a:off x="-76200" y="1012825"/>
            <a:ext cx="9001125" cy="865188"/>
          </a:xfrm>
        </p:spPr>
        <p:txBody>
          <a:bodyPr/>
          <a:lstStyle/>
          <a:p>
            <a:pPr marL="609600" indent="-609600" algn="ctr" eaLnBrk="1" hangingPunct="1">
              <a:lnSpc>
                <a:spcPct val="130000"/>
              </a:lnSpc>
              <a:buFontTx/>
              <a:buNone/>
            </a:pPr>
            <a:r>
              <a:rPr lang="en-US" altLang="ru-RU" smtClean="0">
                <a:solidFill>
                  <a:srgbClr val="0070C0"/>
                </a:solidFill>
                <a:cs typeface="Times New Roman" panose="02020603050405020304" pitchFamily="18" charset="0"/>
              </a:rPr>
              <a:t>	</a:t>
            </a:r>
            <a:r>
              <a:rPr lang="en-US" altLang="ru-RU" b="1" smtClean="0">
                <a:solidFill>
                  <a:srgbClr val="0070C0"/>
                </a:solidFill>
                <a:cs typeface="Times New Roman" panose="02020603050405020304" pitchFamily="18" charset="0"/>
              </a:rPr>
              <a:t>Ảnh hưởng của phản ứng tạo kết tủa</a:t>
            </a:r>
            <a:r>
              <a:rPr lang="en-US" altLang="ru-RU" smtClean="0">
                <a:solidFill>
                  <a:srgbClr val="FFFF66"/>
                </a:solidFill>
                <a:cs typeface="Times New Roman" panose="02020603050405020304" pitchFamily="18" charset="0"/>
              </a:rPr>
              <a:t>	</a:t>
            </a:r>
            <a:endParaRPr lang="pt-BR" altLang="ru-RU" smtClean="0">
              <a:solidFill>
                <a:srgbClr val="FFFF66"/>
              </a:solidFill>
              <a:cs typeface="Times New Roman" panose="02020603050405020304" pitchFamily="18" charset="0"/>
            </a:endParaRPr>
          </a:p>
        </p:txBody>
      </p:sp>
      <p:sp>
        <p:nvSpPr>
          <p:cNvPr id="148483"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4E98F53-9A4B-4EC8-9A01-50228618DE1E}" type="slidenum">
              <a:rPr lang="en-US" altLang="ru-RU" b="1">
                <a:solidFill>
                  <a:srgbClr val="898989"/>
                </a:solidFill>
                <a:latin typeface="Times New Roman" panose="02020603050405020304" pitchFamily="18" charset="0"/>
                <a:cs typeface="Times New Roman" panose="02020603050405020304" pitchFamily="18" charset="0"/>
              </a:rPr>
              <a:pPr/>
              <a:t>130</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8484" name="Rectangle 3"/>
          <p:cNvSpPr>
            <a:spLocks noChangeArrowheads="1"/>
          </p:cNvSpPr>
          <p:nvPr/>
        </p:nvSpPr>
        <p:spPr bwMode="auto">
          <a:xfrm>
            <a:off x="0"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85" name="Rectangle 4"/>
          <p:cNvSpPr>
            <a:spLocks noChangeArrowheads="1"/>
          </p:cNvSpPr>
          <p:nvPr/>
        </p:nvSpPr>
        <p:spPr bwMode="auto">
          <a:xfrm>
            <a:off x="0" y="378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86" name="Rectangle 6"/>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87" name="Rectangle 7"/>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88" name="Rectangle 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89" name="Rectangle 9"/>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0" name="Rectangle 10"/>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1" name="Rectangle 11"/>
          <p:cNvSpPr>
            <a:spLocks noChangeArrowheads="1"/>
          </p:cNvSpPr>
          <p:nvPr/>
        </p:nvSpPr>
        <p:spPr bwMode="auto">
          <a:xfrm>
            <a:off x="0" y="3119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2" name="Rectangle 12"/>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3" name="Rectangle 1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4" name="Rectangle 14"/>
          <p:cNvSpPr>
            <a:spLocks noChangeArrowheads="1"/>
          </p:cNvSpPr>
          <p:nvPr/>
        </p:nvSpPr>
        <p:spPr bwMode="auto">
          <a:xfrm>
            <a:off x="0" y="3500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5" name="Rectangle 15"/>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6" name="Rectangle 16"/>
          <p:cNvSpPr>
            <a:spLocks noChangeArrowheads="1"/>
          </p:cNvSpPr>
          <p:nvPr/>
        </p:nvSpPr>
        <p:spPr bwMode="auto">
          <a:xfrm>
            <a:off x="-6350" y="1524000"/>
            <a:ext cx="9144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buClr>
                <a:srgbClr val="0070C0"/>
              </a:buClr>
              <a:buFont typeface="Wingdings" panose="05000000000000000000" pitchFamily="2" charset="2"/>
              <a:buChar char="v"/>
            </a:pPr>
            <a:r>
              <a:rPr lang="en-US" altLang="ru-RU" sz="2800">
                <a:latin typeface="Times New Roman" panose="02020603050405020304" pitchFamily="18" charset="0"/>
                <a:cs typeface="Times New Roman" panose="02020603050405020304" pitchFamily="18" charset="0"/>
              </a:rPr>
              <a:t> Khi Ox tham gia vào quá trình tạo chất kết tủa:</a:t>
            </a:r>
            <a:endParaRPr lang="pt-BR" altLang="ru-RU" sz="2800">
              <a:latin typeface="Times New Roman" panose="02020603050405020304" pitchFamily="18" charset="0"/>
              <a:cs typeface="Times New Roman" panose="02020603050405020304" pitchFamily="18" charset="0"/>
            </a:endParaRPr>
          </a:p>
        </p:txBody>
      </p:sp>
      <p:sp>
        <p:nvSpPr>
          <p:cNvPr id="148497" name="Rectangle 17"/>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498" name="Rectangle 18"/>
          <p:cNvSpPr>
            <a:spLocks noChangeArrowheads="1"/>
          </p:cNvSpPr>
          <p:nvPr/>
        </p:nvSpPr>
        <p:spPr bwMode="auto">
          <a:xfrm>
            <a:off x="0" y="4500563"/>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buClr>
                <a:srgbClr val="0070C0"/>
              </a:buClr>
              <a:buFont typeface="Wingdings" panose="05000000000000000000" pitchFamily="2" charset="2"/>
              <a:buChar char="v"/>
            </a:pPr>
            <a:r>
              <a:rPr lang="en-US" altLang="ru-RU" sz="2800">
                <a:latin typeface="Times New Roman" panose="02020603050405020304" pitchFamily="18" charset="0"/>
                <a:cs typeface="Times New Roman" panose="02020603050405020304" pitchFamily="18" charset="0"/>
              </a:rPr>
              <a:t> Khi cả Ox và Red tham gia vào quá trình tạo chất kết tủa:</a:t>
            </a:r>
            <a:endParaRPr lang="pt-BR" altLang="ru-RU" sz="2800">
              <a:latin typeface="Times New Roman" panose="02020603050405020304" pitchFamily="18" charset="0"/>
              <a:cs typeface="Times New Roman" panose="02020603050405020304" pitchFamily="18" charset="0"/>
            </a:endParaRPr>
          </a:p>
        </p:txBody>
      </p:sp>
      <p:sp>
        <p:nvSpPr>
          <p:cNvPr id="148499" name="Rectangle 19"/>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500" name="Rectangle 20"/>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8501" name="Object 2"/>
          <p:cNvGraphicFramePr>
            <a:graphicFrameLocks noChangeAspect="1"/>
          </p:cNvGraphicFramePr>
          <p:nvPr/>
        </p:nvGraphicFramePr>
        <p:xfrm>
          <a:off x="304800" y="2136775"/>
          <a:ext cx="5011738" cy="892175"/>
        </p:xfrm>
        <a:graphic>
          <a:graphicData uri="http://schemas.openxmlformats.org/presentationml/2006/ole">
            <mc:AlternateContent xmlns:mc="http://schemas.openxmlformats.org/markup-compatibility/2006">
              <mc:Choice xmlns:v="urn:schemas-microsoft-com:vml" Requires="v">
                <p:oleObj spid="_x0000_s148511" name="Equation" r:id="rId3" imgW="2197100" imgH="393700" progId="Equation.3">
                  <p:embed/>
                </p:oleObj>
              </mc:Choice>
              <mc:Fallback>
                <p:oleObj name="Equation" r:id="rId3" imgW="21971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136775"/>
                        <a:ext cx="5011738" cy="8921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8502" name="Rectangle 22"/>
          <p:cNvSpPr>
            <a:spLocks noChangeArrowheads="1"/>
          </p:cNvSpPr>
          <p:nvPr/>
        </p:nvSpPr>
        <p:spPr bwMode="auto">
          <a:xfrm>
            <a:off x="0" y="2976563"/>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ct val="20000"/>
              </a:spcBef>
              <a:buClr>
                <a:srgbClr val="0070C0"/>
              </a:buClr>
              <a:buFont typeface="Wingdings" panose="05000000000000000000" pitchFamily="2" charset="2"/>
              <a:buChar char="v"/>
            </a:pPr>
            <a:r>
              <a:rPr lang="en-US" altLang="ru-RU" sz="2800">
                <a:latin typeface="Times New Roman" panose="02020603050405020304" pitchFamily="18" charset="0"/>
                <a:cs typeface="Times New Roman" panose="02020603050405020304" pitchFamily="18" charset="0"/>
              </a:rPr>
              <a:t> Khi Red tham gia vào quá trình tạo chất kết tủa:</a:t>
            </a:r>
            <a:endParaRPr lang="pt-BR" altLang="ru-RU" sz="2800">
              <a:latin typeface="Times New Roman" panose="02020603050405020304" pitchFamily="18" charset="0"/>
              <a:cs typeface="Times New Roman" panose="02020603050405020304" pitchFamily="18" charset="0"/>
            </a:endParaRPr>
          </a:p>
        </p:txBody>
      </p:sp>
      <p:sp>
        <p:nvSpPr>
          <p:cNvPr id="148503" name="Rectangle 23"/>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graphicFrame>
        <p:nvGraphicFramePr>
          <p:cNvPr id="148504" name="Object 3"/>
          <p:cNvGraphicFramePr>
            <a:graphicFrameLocks noChangeAspect="1"/>
          </p:cNvGraphicFramePr>
          <p:nvPr/>
        </p:nvGraphicFramePr>
        <p:xfrm>
          <a:off x="200025" y="3633788"/>
          <a:ext cx="5262563" cy="877887"/>
        </p:xfrm>
        <a:graphic>
          <a:graphicData uri="http://schemas.openxmlformats.org/presentationml/2006/ole">
            <mc:AlternateContent xmlns:mc="http://schemas.openxmlformats.org/markup-compatibility/2006">
              <mc:Choice xmlns:v="urn:schemas-microsoft-com:vml" Requires="v">
                <p:oleObj spid="_x0000_s148512" name="Equation" r:id="rId5" imgW="2387600" imgH="393700" progId="Equation.3">
                  <p:embed/>
                </p:oleObj>
              </mc:Choice>
              <mc:Fallback>
                <p:oleObj name="Equation" r:id="rId5" imgW="2387600" imgH="393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5" y="3633788"/>
                        <a:ext cx="5262563" cy="87788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8505" name="Object 4"/>
          <p:cNvGraphicFramePr>
            <a:graphicFrameLocks noChangeAspect="1"/>
          </p:cNvGraphicFramePr>
          <p:nvPr/>
        </p:nvGraphicFramePr>
        <p:xfrm>
          <a:off x="762000" y="5148263"/>
          <a:ext cx="5976938" cy="1122362"/>
        </p:xfrm>
        <a:graphic>
          <a:graphicData uri="http://schemas.openxmlformats.org/presentationml/2006/ole">
            <mc:AlternateContent xmlns:mc="http://schemas.openxmlformats.org/markup-compatibility/2006">
              <mc:Choice xmlns:v="urn:schemas-microsoft-com:vml" Requires="v">
                <p:oleObj spid="_x0000_s148513" name="Equation" r:id="rId7" imgW="2438400" imgH="457200" progId="Equation.3">
                  <p:embed/>
                </p:oleObj>
              </mc:Choice>
              <mc:Fallback>
                <p:oleObj name="Equation" r:id="rId7" imgW="2438400" imgH="457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5148263"/>
                        <a:ext cx="5976938" cy="112236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8506" name="Rectangle 26"/>
          <p:cNvSpPr>
            <a:spLocks noChangeArrowheads="1"/>
          </p:cNvSpPr>
          <p:nvPr/>
        </p:nvSpPr>
        <p:spPr bwMode="auto">
          <a:xfrm>
            <a:off x="-52388" y="228600"/>
            <a:ext cx="9145588"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 Các yếu tố ảnh hưởng đến thế cân bằng oxy hóa khử. Thế tiêu chuẩn điều kiện</a:t>
            </a:r>
          </a:p>
        </p:txBody>
      </p:sp>
      <p:sp>
        <p:nvSpPr>
          <p:cNvPr id="148507" name="Rectangle 27"/>
          <p:cNvSpPr>
            <a:spLocks noChangeArrowheads="1"/>
          </p:cNvSpPr>
          <p:nvPr/>
        </p:nvSpPr>
        <p:spPr bwMode="auto">
          <a:xfrm>
            <a:off x="6110288" y="2328863"/>
            <a:ext cx="2711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800">
                <a:latin typeface="Times New Roman" panose="02020603050405020304" pitchFamily="18" charset="0"/>
                <a:cs typeface="Times New Roman" panose="02020603050405020304" pitchFamily="18" charset="0"/>
              </a:rPr>
              <a:t>thế điện cực giảm</a:t>
            </a:r>
            <a:endParaRPr lang="vi-VN" altLang="ru-RU" sz="2800">
              <a:latin typeface="Times New Roman" panose="02020603050405020304" pitchFamily="18" charset="0"/>
              <a:cs typeface="Times New Roman" panose="02020603050405020304" pitchFamily="18" charset="0"/>
            </a:endParaRPr>
          </a:p>
        </p:txBody>
      </p:sp>
      <p:sp>
        <p:nvSpPr>
          <p:cNvPr id="148508" name="AutoShape 28"/>
          <p:cNvSpPr>
            <a:spLocks noChangeArrowheads="1"/>
          </p:cNvSpPr>
          <p:nvPr/>
        </p:nvSpPr>
        <p:spPr bwMode="auto">
          <a:xfrm>
            <a:off x="5462588" y="2300288"/>
            <a:ext cx="431800" cy="576262"/>
          </a:xfrm>
          <a:prstGeom prst="notchedRightArrow">
            <a:avLst>
              <a:gd name="adj1" fmla="val 50000"/>
              <a:gd name="adj2" fmla="val 25000"/>
            </a:avLst>
          </a:prstGeom>
          <a:gradFill rotWithShape="1">
            <a:gsLst>
              <a:gs pos="0">
                <a:srgbClr val="2BA12E"/>
              </a:gs>
              <a:gs pos="100000">
                <a:srgbClr val="144B15"/>
              </a:gs>
            </a:gsLst>
            <a:lin ang="0" scaled="1"/>
          </a:gra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
        <p:nvSpPr>
          <p:cNvPr id="148509" name="Rectangle 29"/>
          <p:cNvSpPr>
            <a:spLocks noChangeArrowheads="1"/>
          </p:cNvSpPr>
          <p:nvPr/>
        </p:nvSpPr>
        <p:spPr bwMode="auto">
          <a:xfrm>
            <a:off x="6097588" y="3781425"/>
            <a:ext cx="271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800">
                <a:latin typeface="Times New Roman" panose="02020603050405020304" pitchFamily="18" charset="0"/>
                <a:cs typeface="Times New Roman" panose="02020603050405020304" pitchFamily="18" charset="0"/>
              </a:rPr>
              <a:t>thế điện cực tăng</a:t>
            </a:r>
            <a:endParaRPr lang="vi-VN" altLang="ru-RU" sz="2800">
              <a:latin typeface="Times New Roman" panose="02020603050405020304" pitchFamily="18" charset="0"/>
              <a:cs typeface="Times New Roman" panose="02020603050405020304" pitchFamily="18" charset="0"/>
            </a:endParaRPr>
          </a:p>
        </p:txBody>
      </p:sp>
      <p:sp>
        <p:nvSpPr>
          <p:cNvPr id="148510" name="AutoShape 30"/>
          <p:cNvSpPr>
            <a:spLocks noChangeArrowheads="1"/>
          </p:cNvSpPr>
          <p:nvPr/>
        </p:nvSpPr>
        <p:spPr bwMode="auto">
          <a:xfrm>
            <a:off x="5511800" y="3768725"/>
            <a:ext cx="431800" cy="576263"/>
          </a:xfrm>
          <a:prstGeom prst="notchedRightArrow">
            <a:avLst>
              <a:gd name="adj1" fmla="val 50000"/>
              <a:gd name="adj2" fmla="val 25000"/>
            </a:avLst>
          </a:prstGeom>
          <a:gradFill rotWithShape="1">
            <a:gsLst>
              <a:gs pos="0">
                <a:srgbClr val="2BA12E"/>
              </a:gs>
              <a:gs pos="100000">
                <a:srgbClr val="144B15"/>
              </a:gs>
            </a:gsLst>
            <a:lin ang="0" scaled="1"/>
          </a:gra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Times New Roman" panose="02020603050405020304" pitchFamily="18"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3"/>
          <p:cNvSpPr>
            <a:spLocks noChangeArrowheads="1"/>
          </p:cNvSpPr>
          <p:nvPr/>
        </p:nvSpPr>
        <p:spPr bwMode="auto">
          <a:xfrm>
            <a:off x="-128588" y="61913"/>
            <a:ext cx="9145588"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tabLst>
                <a:tab pos="457200" algn="l"/>
                <a:tab pos="1143000" algn="l"/>
              </a:tabLst>
              <a:defRPr>
                <a:solidFill>
                  <a:schemeClr val="tx1"/>
                </a:solidFill>
                <a:latin typeface="Calibri" panose="020F0502020204030204" pitchFamily="34" charset="0"/>
              </a:defRPr>
            </a:lvl1pPr>
            <a:lvl2pPr marL="800100" indent="-342900">
              <a:tabLst>
                <a:tab pos="457200" algn="l"/>
                <a:tab pos="1143000" algn="l"/>
              </a:tabLst>
              <a:defRPr>
                <a:solidFill>
                  <a:schemeClr val="tx1"/>
                </a:solidFill>
                <a:latin typeface="Calibri" panose="020F0502020204030204" pitchFamily="34" charset="0"/>
              </a:defRPr>
            </a:lvl2pPr>
            <a:lvl3pPr marL="1143000" indent="-228600">
              <a:tabLst>
                <a:tab pos="457200" algn="l"/>
                <a:tab pos="1143000" algn="l"/>
              </a:tabLst>
              <a:defRPr>
                <a:solidFill>
                  <a:schemeClr val="tx1"/>
                </a:solidFill>
                <a:latin typeface="Calibri" panose="020F0502020204030204" pitchFamily="34" charset="0"/>
              </a:defRPr>
            </a:lvl3pPr>
            <a:lvl4pPr marL="1600200" indent="-228600">
              <a:tabLst>
                <a:tab pos="457200" algn="l"/>
                <a:tab pos="1143000" algn="l"/>
              </a:tabLst>
              <a:defRPr>
                <a:solidFill>
                  <a:schemeClr val="tx1"/>
                </a:solidFill>
                <a:latin typeface="Calibri" panose="020F0502020204030204" pitchFamily="34" charset="0"/>
              </a:defRPr>
            </a:lvl4pPr>
            <a:lvl5pPr marL="2057400" indent="-228600">
              <a:tabLst>
                <a:tab pos="457200" algn="l"/>
                <a:tab pos="11430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1143000" algn="l"/>
              </a:tabLst>
              <a:defRPr>
                <a:solidFill>
                  <a:schemeClr val="tx1"/>
                </a:solidFill>
                <a:latin typeface="Calibri" panose="020F0502020204030204" pitchFamily="34" charset="0"/>
              </a:defRPr>
            </a:lvl9pPr>
          </a:lstStyle>
          <a:p>
            <a:pPr lvl="1" algn="ctr" eaLnBrk="1" hangingPunct="1">
              <a:lnSpc>
                <a:spcPct val="110000"/>
              </a:lnSpc>
            </a:pPr>
            <a:r>
              <a:rPr lang="en-US" altLang="ru-RU" sz="2800" b="1">
                <a:solidFill>
                  <a:srgbClr val="C00000"/>
                </a:solidFill>
                <a:latin typeface="Times New Roman" panose="02020603050405020304" pitchFamily="18" charset="0"/>
                <a:cs typeface="Times New Roman" panose="02020603050405020304" pitchFamily="18" charset="0"/>
              </a:rPr>
              <a:t>  Các yếu tố ảnh hưởng đến thế cân bằng oxy hóa khử. Thế tiêu chuẩn điều kiện</a:t>
            </a:r>
          </a:p>
        </p:txBody>
      </p:sp>
      <p:sp>
        <p:nvSpPr>
          <p:cNvPr id="149507" name="Slide Number Placeholder 1"/>
          <p:cNvSpPr>
            <a:spLocks noGrp="1"/>
          </p:cNvSpPr>
          <p:nvPr>
            <p:ph type="sldNum" sz="quarter" idx="12"/>
          </p:nvPr>
        </p:nvSpPr>
        <p:spPr bwMode="auto">
          <a:xfrm>
            <a:off x="8534400" y="25400"/>
            <a:ext cx="609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F4853B0-894E-4F80-9169-2E71DD34B7BC}" type="slidenum">
              <a:rPr lang="en-US" altLang="ru-RU" b="1">
                <a:solidFill>
                  <a:srgbClr val="898989"/>
                </a:solidFill>
                <a:latin typeface="Times New Roman" panose="02020603050405020304" pitchFamily="18" charset="0"/>
                <a:cs typeface="Times New Roman" panose="02020603050405020304" pitchFamily="18" charset="0"/>
              </a:rPr>
              <a:pPr/>
              <a:t>131</a:t>
            </a:fld>
            <a:endParaRPr lang="en-US" altLang="ru-RU" b="1">
              <a:solidFill>
                <a:srgbClr val="898989"/>
              </a:solidFill>
              <a:latin typeface="Times New Roman" panose="02020603050405020304" pitchFamily="18" charset="0"/>
              <a:cs typeface="Times New Roman" panose="02020603050405020304" pitchFamily="18" charset="0"/>
            </a:endParaRPr>
          </a:p>
        </p:txBody>
      </p:sp>
      <p:sp>
        <p:nvSpPr>
          <p:cNvPr id="149508" name="Rectangle 2"/>
          <p:cNvSpPr>
            <a:spLocks noChangeArrowheads="1"/>
          </p:cNvSpPr>
          <p:nvPr/>
        </p:nvSpPr>
        <p:spPr bwMode="auto">
          <a:xfrm>
            <a:off x="88900" y="908050"/>
            <a:ext cx="8712200" cy="612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buFontTx/>
              <a:buAutoNum type="arabicPeriod"/>
            </a:pPr>
            <a:r>
              <a:rPr lang="en-US" altLang="ru-RU" sz="2400">
                <a:latin typeface="Times New Roman" panose="02020603050405020304" pitchFamily="18" charset="0"/>
                <a:cs typeface="Times New Roman" panose="02020603050405020304" pitchFamily="18" charset="0"/>
              </a:rPr>
              <a:t>Hãy tính thế oxi hóa khử tiêu chuẩn điều kiện của cặp E</a:t>
            </a:r>
            <a:r>
              <a:rPr lang="en-US" altLang="ru-RU" sz="2400" baseline="30000">
                <a:latin typeface="Times New Roman" panose="02020603050405020304" pitchFamily="18" charset="0"/>
                <a:cs typeface="Times New Roman" panose="02020603050405020304" pitchFamily="18" charset="0"/>
              </a:rPr>
              <a:t>0</a:t>
            </a:r>
            <a:r>
              <a:rPr lang="en-US" altLang="ru-RU" sz="2400" baseline="-25000">
                <a:latin typeface="Times New Roman" panose="02020603050405020304" pitchFamily="18" charset="0"/>
              </a:rPr>
              <a:t>Cr2O72-/2Cr3+ </a:t>
            </a:r>
            <a:r>
              <a:rPr lang="en-US" altLang="ru-RU" sz="2400">
                <a:latin typeface="Times New Roman" panose="02020603050405020304" pitchFamily="18" charset="0"/>
                <a:cs typeface="Times New Roman" panose="02020603050405020304" pitchFamily="18" charset="0"/>
              </a:rPr>
              <a:t> trong phản Cr</a:t>
            </a:r>
            <a:r>
              <a:rPr lang="en-US" altLang="ru-RU" sz="2400" baseline="-25000">
                <a:latin typeface="Times New Roman" panose="02020603050405020304" pitchFamily="18" charset="0"/>
                <a:cs typeface="Times New Roman" panose="02020603050405020304" pitchFamily="18" charset="0"/>
              </a:rPr>
              <a:t>2</a:t>
            </a:r>
            <a:r>
              <a:rPr lang="en-US" altLang="ru-RU" sz="2400">
                <a:latin typeface="Times New Roman" panose="02020603050405020304" pitchFamily="18" charset="0"/>
                <a:cs typeface="Times New Roman" panose="02020603050405020304" pitchFamily="18" charset="0"/>
              </a:rPr>
              <a:t>O</a:t>
            </a:r>
            <a:r>
              <a:rPr lang="en-US" altLang="ru-RU" sz="2400" baseline="-25000">
                <a:latin typeface="Times New Roman" panose="02020603050405020304" pitchFamily="18" charset="0"/>
                <a:cs typeface="Times New Roman" panose="02020603050405020304" pitchFamily="18" charset="0"/>
              </a:rPr>
              <a:t>7</a:t>
            </a:r>
            <a:r>
              <a:rPr lang="en-US" altLang="ru-RU" sz="2400" baseline="30000">
                <a:latin typeface="Times New Roman" panose="02020603050405020304" pitchFamily="18" charset="0"/>
                <a:cs typeface="Times New Roman" panose="02020603050405020304" pitchFamily="18" charset="0"/>
              </a:rPr>
              <a:t>2-</a:t>
            </a:r>
            <a:r>
              <a:rPr lang="en-US" altLang="ru-RU" sz="2400">
                <a:latin typeface="Times New Roman" panose="02020603050405020304" pitchFamily="18" charset="0"/>
                <a:cs typeface="Times New Roman" panose="02020603050405020304" pitchFamily="18" charset="0"/>
              </a:rPr>
              <a:t> +14H</a:t>
            </a:r>
            <a:r>
              <a:rPr lang="en-US" altLang="ru-RU" sz="2400" baseline="30000">
                <a:latin typeface="Times New Roman" panose="02020603050405020304" pitchFamily="18" charset="0"/>
                <a:cs typeface="Times New Roman" panose="02020603050405020304" pitchFamily="18" charset="0"/>
              </a:rPr>
              <a:t>+</a:t>
            </a:r>
            <a:r>
              <a:rPr lang="en-US" altLang="ru-RU" sz="2400">
                <a:latin typeface="Times New Roman" panose="02020603050405020304" pitchFamily="18" charset="0"/>
                <a:cs typeface="Times New Roman" panose="02020603050405020304" pitchFamily="18" charset="0"/>
              </a:rPr>
              <a:t> ↔2Cr</a:t>
            </a:r>
            <a:r>
              <a:rPr lang="en-US" altLang="ru-RU" sz="2400" baseline="30000">
                <a:latin typeface="Times New Roman" panose="02020603050405020304" pitchFamily="18" charset="0"/>
                <a:cs typeface="Times New Roman" panose="02020603050405020304" pitchFamily="18" charset="0"/>
              </a:rPr>
              <a:t>3+</a:t>
            </a:r>
            <a:r>
              <a:rPr lang="en-US" altLang="ru-RU" sz="2400">
                <a:latin typeface="Times New Roman" panose="02020603050405020304" pitchFamily="18" charset="0"/>
                <a:cs typeface="Times New Roman" panose="02020603050405020304" pitchFamily="18" charset="0"/>
              </a:rPr>
              <a:t>+ 7H</a:t>
            </a:r>
            <a:r>
              <a:rPr lang="en-US" altLang="ru-RU" sz="2400" baseline="-25000">
                <a:latin typeface="Times New Roman" panose="02020603050405020304" pitchFamily="18" charset="0"/>
                <a:cs typeface="Times New Roman" panose="02020603050405020304" pitchFamily="18" charset="0"/>
              </a:rPr>
              <a:t>2</a:t>
            </a:r>
            <a:r>
              <a:rPr lang="en-US" altLang="ru-RU" sz="2400">
                <a:latin typeface="Times New Roman" panose="02020603050405020304" pitchFamily="18" charset="0"/>
                <a:cs typeface="Times New Roman" panose="02020603050405020304" pitchFamily="18" charset="0"/>
              </a:rPr>
              <a:t>O</a:t>
            </a:r>
            <a:r>
              <a:rPr lang="en-US" altLang="ru-RU" sz="2400" baseline="-25000">
                <a:latin typeface="Times New Roman" panose="02020603050405020304" pitchFamily="18" charset="0"/>
                <a:cs typeface="Times New Roman" panose="02020603050405020304" pitchFamily="18" charset="0"/>
              </a:rPr>
              <a:t> </a:t>
            </a:r>
            <a:r>
              <a:rPr lang="en-US" altLang="ru-RU" sz="2400">
                <a:latin typeface="Times New Roman" panose="02020603050405020304" pitchFamily="18" charset="0"/>
                <a:cs typeface="Times New Roman" panose="02020603050405020304" pitchFamily="18" charset="0"/>
              </a:rPr>
              <a:t>ở môi trường [H</a:t>
            </a:r>
            <a:r>
              <a:rPr lang="en-US" altLang="ru-RU" sz="2400" baseline="30000">
                <a:latin typeface="Times New Roman" panose="02020603050405020304" pitchFamily="18" charset="0"/>
                <a:cs typeface="Times New Roman" panose="02020603050405020304" pitchFamily="18" charset="0"/>
              </a:rPr>
              <a:t>+</a:t>
            </a:r>
            <a:r>
              <a:rPr lang="en-US" altLang="ru-RU" sz="2400">
                <a:latin typeface="Times New Roman" panose="02020603050405020304" pitchFamily="18" charset="0"/>
                <a:cs typeface="Times New Roman" panose="02020603050405020304" pitchFamily="18" charset="0"/>
              </a:rPr>
              <a:t>]=2M. Biết E</a:t>
            </a:r>
            <a:r>
              <a:rPr lang="en-US" altLang="ru-RU" sz="2400" baseline="30000">
                <a:latin typeface="Times New Roman" panose="02020603050405020304" pitchFamily="18" charset="0"/>
                <a:cs typeface="Times New Roman" panose="02020603050405020304" pitchFamily="18" charset="0"/>
              </a:rPr>
              <a:t>0</a:t>
            </a:r>
            <a:r>
              <a:rPr lang="en-US" altLang="ru-RU" sz="2400" baseline="-25000">
                <a:latin typeface="Times New Roman" panose="02020603050405020304" pitchFamily="18" charset="0"/>
              </a:rPr>
              <a:t>Cr2O72-/2Cr3+</a:t>
            </a:r>
            <a:r>
              <a:rPr lang="en-US" altLang="ru-RU" sz="2400">
                <a:latin typeface="Times New Roman" panose="02020603050405020304" pitchFamily="18" charset="0"/>
              </a:rPr>
              <a:t>= 1,33 V.</a:t>
            </a:r>
            <a:r>
              <a:rPr lang="en-US" altLang="ru-RU" sz="2400">
                <a:latin typeface="Times New Roman" panose="02020603050405020304" pitchFamily="18" charset="0"/>
                <a:cs typeface="Times New Roman" panose="02020603050405020304" pitchFamily="18" charset="0"/>
              </a:rPr>
              <a:t> </a:t>
            </a:r>
          </a:p>
          <a:p>
            <a:pPr algn="just" eaLnBrk="1" hangingPunct="1">
              <a:lnSpc>
                <a:spcPct val="150000"/>
              </a:lnSpc>
              <a:buFontTx/>
              <a:buAutoNum type="arabicPeriod"/>
            </a:pPr>
            <a:r>
              <a:rPr lang="en-US" altLang="ru-RU" sz="2400">
                <a:latin typeface="Times New Roman" panose="02020603050405020304" pitchFamily="18" charset="0"/>
                <a:cs typeface="Times New Roman" panose="02020603050405020304" pitchFamily="18" charset="0"/>
              </a:rPr>
              <a:t>Hãy tính thế oxi hóa khử tiêu chuẩn điều kiện của cặp Fe</a:t>
            </a:r>
            <a:r>
              <a:rPr lang="en-US" altLang="ru-RU" sz="2400" baseline="30000">
                <a:latin typeface="Times New Roman" panose="02020603050405020304" pitchFamily="18" charset="0"/>
                <a:cs typeface="Times New Roman" panose="02020603050405020304" pitchFamily="18" charset="0"/>
              </a:rPr>
              <a:t>3+</a:t>
            </a:r>
            <a:r>
              <a:rPr lang="en-US" altLang="ru-RU" sz="2400">
                <a:latin typeface="Times New Roman" panose="02020603050405020304" pitchFamily="18" charset="0"/>
                <a:cs typeface="Times New Roman" panose="02020603050405020304" pitchFamily="18" charset="0"/>
              </a:rPr>
              <a:t>/Fe</a:t>
            </a:r>
            <a:r>
              <a:rPr lang="en-US" altLang="ru-RU" sz="2400" baseline="30000">
                <a:latin typeface="Times New Roman" panose="02020603050405020304" pitchFamily="18" charset="0"/>
                <a:cs typeface="Times New Roman" panose="02020603050405020304" pitchFamily="18" charset="0"/>
              </a:rPr>
              <a:t>2+  </a:t>
            </a:r>
            <a:r>
              <a:rPr lang="en-US" altLang="ru-RU" sz="2400">
                <a:latin typeface="Times New Roman" panose="02020603050405020304" pitchFamily="18" charset="0"/>
                <a:cs typeface="Times New Roman" panose="02020603050405020304" pitchFamily="18" charset="0"/>
              </a:rPr>
              <a:t>trong dung dịch có dư F</a:t>
            </a:r>
            <a:r>
              <a:rPr lang="en-US" altLang="ru-RU" sz="2400" baseline="30000">
                <a:latin typeface="Times New Roman" panose="02020603050405020304" pitchFamily="18" charset="0"/>
                <a:cs typeface="Times New Roman" panose="02020603050405020304" pitchFamily="18" charset="0"/>
              </a:rPr>
              <a:t>-</a:t>
            </a:r>
            <a:r>
              <a:rPr lang="en-US" altLang="ru-RU" sz="2400">
                <a:latin typeface="Times New Roman" panose="02020603050405020304" pitchFamily="18" charset="0"/>
                <a:cs typeface="Times New Roman" panose="02020603050405020304" pitchFamily="18" charset="0"/>
              </a:rPr>
              <a:t> để tạo phức FeF</a:t>
            </a:r>
            <a:r>
              <a:rPr lang="en-US" altLang="ru-RU" sz="2400" baseline="-25000">
                <a:latin typeface="Times New Roman" panose="02020603050405020304" pitchFamily="18" charset="0"/>
                <a:cs typeface="Times New Roman" panose="02020603050405020304" pitchFamily="18" charset="0"/>
              </a:rPr>
              <a:t>6</a:t>
            </a:r>
            <a:r>
              <a:rPr lang="en-US" altLang="ru-RU" sz="2400" baseline="30000">
                <a:latin typeface="Times New Roman" panose="02020603050405020304" pitchFamily="18" charset="0"/>
                <a:cs typeface="Times New Roman" panose="02020603050405020304" pitchFamily="18" charset="0"/>
              </a:rPr>
              <a:t>3-</a:t>
            </a:r>
            <a:r>
              <a:rPr lang="en-US" altLang="ru-RU" sz="2400">
                <a:latin typeface="Times New Roman" panose="02020603050405020304" pitchFamily="18" charset="0"/>
                <a:cs typeface="Times New Roman" panose="02020603050405020304" pitchFamily="18" charset="0"/>
              </a:rPr>
              <a:t>. Biết thế tiêu chuẩn của cặp Fe</a:t>
            </a:r>
            <a:r>
              <a:rPr lang="en-US" altLang="ru-RU" sz="2400" baseline="30000">
                <a:latin typeface="Times New Roman" panose="02020603050405020304" pitchFamily="18" charset="0"/>
                <a:cs typeface="Times New Roman" panose="02020603050405020304" pitchFamily="18" charset="0"/>
              </a:rPr>
              <a:t>3+</a:t>
            </a:r>
            <a:r>
              <a:rPr lang="en-US" altLang="ru-RU" sz="2400">
                <a:latin typeface="Times New Roman" panose="02020603050405020304" pitchFamily="18" charset="0"/>
                <a:cs typeface="Times New Roman" panose="02020603050405020304" pitchFamily="18" charset="0"/>
              </a:rPr>
              <a:t>/Fe</a:t>
            </a:r>
            <a:r>
              <a:rPr lang="en-US" altLang="ru-RU" sz="2400" baseline="30000">
                <a:latin typeface="Times New Roman" panose="02020603050405020304" pitchFamily="18" charset="0"/>
                <a:cs typeface="Times New Roman" panose="02020603050405020304" pitchFamily="18" charset="0"/>
              </a:rPr>
              <a:t>2+ </a:t>
            </a:r>
            <a:r>
              <a:rPr lang="en-US" altLang="ru-RU" sz="2400">
                <a:latin typeface="Times New Roman" panose="02020603050405020304" pitchFamily="18" charset="0"/>
                <a:cs typeface="Times New Roman" panose="02020603050405020304" pitchFamily="18" charset="0"/>
              </a:rPr>
              <a:t>là +0.771V và phức FeF</a:t>
            </a:r>
            <a:r>
              <a:rPr lang="en-US" altLang="ru-RU" sz="2400" baseline="-25000">
                <a:latin typeface="Times New Roman" panose="02020603050405020304" pitchFamily="18" charset="0"/>
                <a:cs typeface="Times New Roman" panose="02020603050405020304" pitchFamily="18" charset="0"/>
              </a:rPr>
              <a:t>6</a:t>
            </a:r>
            <a:r>
              <a:rPr lang="en-US" altLang="ru-RU" sz="2400" baseline="30000">
                <a:latin typeface="Times New Roman" panose="02020603050405020304" pitchFamily="18" charset="0"/>
                <a:cs typeface="Times New Roman" panose="02020603050405020304" pitchFamily="18" charset="0"/>
              </a:rPr>
              <a:t>3-</a:t>
            </a:r>
            <a:r>
              <a:rPr lang="en-US" altLang="ru-RU" sz="2400">
                <a:latin typeface="Times New Roman" panose="02020603050405020304" pitchFamily="18" charset="0"/>
                <a:cs typeface="Times New Roman" panose="02020603050405020304" pitchFamily="18" charset="0"/>
              </a:rPr>
              <a:t> có hằng số bền tổng cộng </a:t>
            </a:r>
            <a:r>
              <a:rPr lang="el-GR" altLang="ru-RU" sz="2400">
                <a:latin typeface="Times New Roman" panose="02020603050405020304" pitchFamily="18" charset="0"/>
                <a:cs typeface="Times New Roman" panose="02020603050405020304" pitchFamily="18" charset="0"/>
              </a:rPr>
              <a:t>β</a:t>
            </a:r>
            <a:r>
              <a:rPr lang="en-US" altLang="ru-RU" sz="2400" baseline="-25000">
                <a:latin typeface="Times New Roman" panose="02020603050405020304" pitchFamily="18" charset="0"/>
                <a:cs typeface="Times New Roman" panose="02020603050405020304" pitchFamily="18" charset="0"/>
              </a:rPr>
              <a:t>1,6</a:t>
            </a:r>
            <a:r>
              <a:rPr lang="en-US" altLang="ru-RU" sz="2400">
                <a:latin typeface="Times New Roman" panose="02020603050405020304" pitchFamily="18" charset="0"/>
                <a:cs typeface="Times New Roman" panose="02020603050405020304" pitchFamily="18" charset="0"/>
              </a:rPr>
              <a:t> = 10</a:t>
            </a:r>
            <a:r>
              <a:rPr lang="en-US" altLang="ru-RU" sz="2400" baseline="30000">
                <a:latin typeface="Times New Roman" panose="02020603050405020304" pitchFamily="18" charset="0"/>
                <a:cs typeface="Times New Roman" panose="02020603050405020304" pitchFamily="18" charset="0"/>
              </a:rPr>
              <a:t>16</a:t>
            </a:r>
            <a:r>
              <a:rPr lang="en-US" altLang="ru-RU" sz="2400">
                <a:latin typeface="Times New Roman" panose="02020603050405020304" pitchFamily="18" charset="0"/>
                <a:cs typeface="Times New Roman" panose="02020603050405020304" pitchFamily="18" charset="0"/>
              </a:rPr>
              <a:t>.  </a:t>
            </a:r>
          </a:p>
          <a:p>
            <a:pPr algn="just" eaLnBrk="1" hangingPunct="1">
              <a:lnSpc>
                <a:spcPct val="150000"/>
              </a:lnSpc>
              <a:buFontTx/>
              <a:buAutoNum type="arabicPeriod"/>
            </a:pPr>
            <a:r>
              <a:rPr lang="en-US" altLang="ru-RU" sz="2400">
                <a:latin typeface="Times New Roman" panose="02020603050405020304" pitchFamily="18" charset="0"/>
                <a:cs typeface="Times New Roman" panose="02020603050405020304" pitchFamily="18" charset="0"/>
              </a:rPr>
              <a:t>Hãy tính thế oxi hóa khử tiêu chuẩn điều kiện của cặp Cu</a:t>
            </a:r>
            <a:r>
              <a:rPr lang="en-US" altLang="ru-RU" sz="2400" baseline="30000">
                <a:latin typeface="Times New Roman" panose="02020603050405020304" pitchFamily="18" charset="0"/>
                <a:cs typeface="Times New Roman" panose="02020603050405020304" pitchFamily="18" charset="0"/>
              </a:rPr>
              <a:t>2+</a:t>
            </a:r>
            <a:r>
              <a:rPr lang="en-US" altLang="ru-RU" sz="2400">
                <a:latin typeface="Times New Roman" panose="02020603050405020304" pitchFamily="18" charset="0"/>
                <a:cs typeface="Times New Roman" panose="02020603050405020304" pitchFamily="18" charset="0"/>
              </a:rPr>
              <a:t>/CuSCN. Biết thế tiêu chuẩn của cặp Cu</a:t>
            </a:r>
            <a:r>
              <a:rPr lang="en-US" altLang="ru-RU" sz="2400" baseline="30000">
                <a:latin typeface="Times New Roman" panose="02020603050405020304" pitchFamily="18" charset="0"/>
                <a:cs typeface="Times New Roman" panose="02020603050405020304" pitchFamily="18" charset="0"/>
              </a:rPr>
              <a:t>2+</a:t>
            </a:r>
            <a:r>
              <a:rPr lang="en-US" altLang="ru-RU" sz="2400">
                <a:latin typeface="Times New Roman" panose="02020603050405020304" pitchFamily="18" charset="0"/>
                <a:cs typeface="Times New Roman" panose="02020603050405020304" pitchFamily="18" charset="0"/>
              </a:rPr>
              <a:t>/Cu</a:t>
            </a:r>
            <a:r>
              <a:rPr lang="en-US" altLang="ru-RU" sz="2400" baseline="30000">
                <a:latin typeface="Times New Roman" panose="02020603050405020304" pitchFamily="18" charset="0"/>
                <a:cs typeface="Times New Roman" panose="02020603050405020304" pitchFamily="18" charset="0"/>
              </a:rPr>
              <a:t>+</a:t>
            </a:r>
            <a:r>
              <a:rPr lang="en-US" altLang="ru-RU" sz="2400">
                <a:latin typeface="Times New Roman" panose="02020603050405020304" pitchFamily="18" charset="0"/>
                <a:cs typeface="Times New Roman" panose="02020603050405020304" pitchFamily="18" charset="0"/>
              </a:rPr>
              <a:t> khi không tạo kết tủa CuSCN là +0.153V và T</a:t>
            </a:r>
            <a:r>
              <a:rPr lang="en-US" altLang="ru-RU" sz="2400" baseline="-25000">
                <a:latin typeface="Times New Roman" panose="02020603050405020304" pitchFamily="18" charset="0"/>
                <a:cs typeface="Times New Roman" panose="02020603050405020304" pitchFamily="18" charset="0"/>
              </a:rPr>
              <a:t>CuSCN</a:t>
            </a:r>
            <a:r>
              <a:rPr lang="en-US" altLang="ru-RU" sz="2400">
                <a:latin typeface="Times New Roman" panose="02020603050405020304" pitchFamily="18" charset="0"/>
                <a:cs typeface="Times New Roman" panose="02020603050405020304" pitchFamily="18" charset="0"/>
              </a:rPr>
              <a:t> = 10</a:t>
            </a:r>
            <a:r>
              <a:rPr lang="en-US" altLang="ru-RU" sz="2400" baseline="30000">
                <a:latin typeface="Times New Roman" panose="02020603050405020304" pitchFamily="18" charset="0"/>
                <a:cs typeface="Times New Roman" panose="02020603050405020304" pitchFamily="18" charset="0"/>
              </a:rPr>
              <a:t>-14,32</a:t>
            </a:r>
            <a:r>
              <a:rPr lang="en-US" altLang="ru-RU" sz="2400">
                <a:latin typeface="Times New Roman" panose="02020603050405020304" pitchFamily="18" charset="0"/>
                <a:cs typeface="Times New Roman" panose="02020603050405020304" pitchFamily="18" charset="0"/>
              </a:rPr>
              <a:t>. </a:t>
            </a:r>
          </a:p>
          <a:p>
            <a:pPr algn="just" eaLnBrk="1" hangingPunct="1">
              <a:lnSpc>
                <a:spcPct val="150000"/>
              </a:lnSpc>
            </a:pPr>
            <a:endParaRPr lang="vi-VN" altLang="ru-RU"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880316F-8B3F-4FF5-9440-CE4922CE7907}" type="slidenum">
              <a:rPr lang="en-US" altLang="ru-RU">
                <a:solidFill>
                  <a:srgbClr val="FFFFFF"/>
                </a:solidFill>
              </a:rPr>
              <a:pPr/>
              <a:t>132</a:t>
            </a:fld>
            <a:endParaRPr lang="en-US" altLang="ru-RU">
              <a:solidFill>
                <a:srgbClr val="FFFFFF"/>
              </a:solidFill>
            </a:endParaRPr>
          </a:p>
        </p:txBody>
      </p:sp>
      <p:sp>
        <p:nvSpPr>
          <p:cNvPr id="150531" name="Rectangle 4"/>
          <p:cNvSpPr>
            <a:spLocks noChangeArrowheads="1"/>
          </p:cNvSpPr>
          <p:nvPr/>
        </p:nvSpPr>
        <p:spPr bwMode="auto">
          <a:xfrm>
            <a:off x="900113" y="465138"/>
            <a:ext cx="775970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ru-RU">
                <a:latin typeface="Times New Roman" panose="02020603050405020304" pitchFamily="18" charset="0"/>
                <a:cs typeface="Times New Roman" panose="02020603050405020304" pitchFamily="18" charset="0"/>
              </a:rPr>
              <a:t>Hãy tính thế oxi hóa khử tiêu chuẩn điều kiện của cặp E</a:t>
            </a:r>
            <a:r>
              <a:rPr lang="en-US" altLang="ru-RU" baseline="30000">
                <a:latin typeface="Times New Roman" panose="02020603050405020304" pitchFamily="18" charset="0"/>
                <a:cs typeface="Times New Roman" panose="02020603050405020304" pitchFamily="18" charset="0"/>
              </a:rPr>
              <a:t>0</a:t>
            </a:r>
            <a:r>
              <a:rPr lang="en-US" altLang="ru-RU" baseline="-25000">
                <a:latin typeface="Times New Roman" panose="02020603050405020304" pitchFamily="18" charset="0"/>
              </a:rPr>
              <a:t>Cr2O72-/2Cr3+ </a:t>
            </a:r>
            <a:r>
              <a:rPr lang="en-US" altLang="ru-RU">
                <a:latin typeface="Times New Roman" panose="02020603050405020304" pitchFamily="18" charset="0"/>
                <a:cs typeface="Times New Roman" panose="02020603050405020304" pitchFamily="18" charset="0"/>
              </a:rPr>
              <a:t> trong phản Cr</a:t>
            </a:r>
            <a:r>
              <a:rPr lang="en-US" altLang="ru-RU" baseline="-25000">
                <a:latin typeface="Times New Roman" panose="02020603050405020304" pitchFamily="18" charset="0"/>
                <a:cs typeface="Times New Roman" panose="02020603050405020304" pitchFamily="18" charset="0"/>
              </a:rPr>
              <a:t>2</a:t>
            </a:r>
            <a:r>
              <a:rPr lang="en-US" altLang="ru-RU">
                <a:latin typeface="Times New Roman" panose="02020603050405020304" pitchFamily="18" charset="0"/>
                <a:cs typeface="Times New Roman" panose="02020603050405020304" pitchFamily="18" charset="0"/>
              </a:rPr>
              <a:t>O</a:t>
            </a:r>
            <a:r>
              <a:rPr lang="en-US" altLang="ru-RU" baseline="-25000">
                <a:latin typeface="Times New Roman" panose="02020603050405020304" pitchFamily="18" charset="0"/>
                <a:cs typeface="Times New Roman" panose="02020603050405020304" pitchFamily="18" charset="0"/>
              </a:rPr>
              <a:t>7</a:t>
            </a:r>
            <a:r>
              <a:rPr lang="en-US" altLang="ru-RU" baseline="30000">
                <a:latin typeface="Times New Roman" panose="02020603050405020304" pitchFamily="18" charset="0"/>
                <a:cs typeface="Times New Roman" panose="02020603050405020304" pitchFamily="18" charset="0"/>
              </a:rPr>
              <a:t>2-</a:t>
            </a:r>
            <a:r>
              <a:rPr lang="en-US" altLang="ru-RU">
                <a:latin typeface="Times New Roman" panose="02020603050405020304" pitchFamily="18" charset="0"/>
                <a:cs typeface="Times New Roman" panose="02020603050405020304" pitchFamily="18" charset="0"/>
              </a:rPr>
              <a:t> +14H</a:t>
            </a:r>
            <a:r>
              <a:rPr lang="en-US" altLang="ru-RU" baseline="30000">
                <a:latin typeface="Times New Roman" panose="02020603050405020304" pitchFamily="18" charset="0"/>
                <a:cs typeface="Times New Roman" panose="02020603050405020304" pitchFamily="18" charset="0"/>
              </a:rPr>
              <a:t>+</a:t>
            </a:r>
            <a:r>
              <a:rPr lang="en-US" altLang="ru-RU">
                <a:latin typeface="Times New Roman" panose="02020603050405020304" pitchFamily="18" charset="0"/>
                <a:cs typeface="Times New Roman" panose="02020603050405020304" pitchFamily="18" charset="0"/>
              </a:rPr>
              <a:t> ↔2Cr</a:t>
            </a:r>
            <a:r>
              <a:rPr lang="en-US" altLang="ru-RU" baseline="30000">
                <a:latin typeface="Times New Roman" panose="02020603050405020304" pitchFamily="18" charset="0"/>
                <a:cs typeface="Times New Roman" panose="02020603050405020304" pitchFamily="18" charset="0"/>
              </a:rPr>
              <a:t>3+</a:t>
            </a:r>
            <a:r>
              <a:rPr lang="en-US" altLang="ru-RU">
                <a:latin typeface="Times New Roman" panose="02020603050405020304" pitchFamily="18" charset="0"/>
                <a:cs typeface="Times New Roman" panose="02020603050405020304" pitchFamily="18" charset="0"/>
              </a:rPr>
              <a:t>+ 7H</a:t>
            </a:r>
            <a:r>
              <a:rPr lang="en-US" altLang="ru-RU" baseline="-25000">
                <a:latin typeface="Times New Roman" panose="02020603050405020304" pitchFamily="18" charset="0"/>
                <a:cs typeface="Times New Roman" panose="02020603050405020304" pitchFamily="18" charset="0"/>
              </a:rPr>
              <a:t>2</a:t>
            </a:r>
            <a:r>
              <a:rPr lang="en-US" altLang="ru-RU">
                <a:latin typeface="Times New Roman" panose="02020603050405020304" pitchFamily="18" charset="0"/>
                <a:cs typeface="Times New Roman" panose="02020603050405020304" pitchFamily="18" charset="0"/>
              </a:rPr>
              <a:t>O</a:t>
            </a:r>
            <a:r>
              <a:rPr lang="en-US" altLang="ru-RU" baseline="-25000">
                <a:latin typeface="Times New Roman" panose="02020603050405020304" pitchFamily="18" charset="0"/>
                <a:cs typeface="Times New Roman" panose="02020603050405020304" pitchFamily="18" charset="0"/>
              </a:rPr>
              <a:t> </a:t>
            </a:r>
            <a:r>
              <a:rPr lang="en-US" altLang="ru-RU">
                <a:latin typeface="Times New Roman" panose="02020603050405020304" pitchFamily="18" charset="0"/>
                <a:cs typeface="Times New Roman" panose="02020603050405020304" pitchFamily="18" charset="0"/>
              </a:rPr>
              <a:t>ở môi trường [H</a:t>
            </a:r>
            <a:r>
              <a:rPr lang="en-US" altLang="ru-RU" baseline="30000">
                <a:latin typeface="Times New Roman" panose="02020603050405020304" pitchFamily="18" charset="0"/>
                <a:cs typeface="Times New Roman" panose="02020603050405020304" pitchFamily="18" charset="0"/>
              </a:rPr>
              <a:t>+</a:t>
            </a:r>
            <a:r>
              <a:rPr lang="en-US" altLang="ru-RU">
                <a:latin typeface="Times New Roman" panose="02020603050405020304" pitchFamily="18" charset="0"/>
                <a:cs typeface="Times New Roman" panose="02020603050405020304" pitchFamily="18" charset="0"/>
              </a:rPr>
              <a:t>]=2M. Biết E</a:t>
            </a:r>
            <a:r>
              <a:rPr lang="en-US" altLang="ru-RU" baseline="30000">
                <a:latin typeface="Times New Roman" panose="02020603050405020304" pitchFamily="18" charset="0"/>
                <a:cs typeface="Times New Roman" panose="02020603050405020304" pitchFamily="18" charset="0"/>
              </a:rPr>
              <a:t>0</a:t>
            </a:r>
            <a:r>
              <a:rPr lang="en-US" altLang="ru-RU" baseline="-25000">
                <a:latin typeface="Times New Roman" panose="02020603050405020304" pitchFamily="18" charset="0"/>
              </a:rPr>
              <a:t>Cr2O72-/2Cr3+</a:t>
            </a:r>
            <a:r>
              <a:rPr lang="en-US" altLang="ru-RU">
                <a:latin typeface="Times New Roman" panose="02020603050405020304" pitchFamily="18" charset="0"/>
              </a:rPr>
              <a:t>= 1,33 V.</a:t>
            </a:r>
            <a:r>
              <a:rPr lang="en-US" altLang="ru-RU">
                <a:latin typeface="Times New Roman" panose="02020603050405020304" pitchFamily="18" charset="0"/>
                <a:cs typeface="Times New Roman" panose="02020603050405020304" pitchFamily="18" charset="0"/>
              </a:rPr>
              <a:t> </a:t>
            </a:r>
          </a:p>
        </p:txBody>
      </p:sp>
      <p:graphicFrame>
        <p:nvGraphicFramePr>
          <p:cNvPr id="6" name="Object 4"/>
          <p:cNvGraphicFramePr>
            <a:graphicFrameLocks noChangeAspect="1"/>
          </p:cNvGraphicFramePr>
          <p:nvPr/>
        </p:nvGraphicFramePr>
        <p:xfrm>
          <a:off x="539750" y="1700213"/>
          <a:ext cx="4508500" cy="1098550"/>
        </p:xfrm>
        <a:graphic>
          <a:graphicData uri="http://schemas.openxmlformats.org/presentationml/2006/ole">
            <mc:AlternateContent xmlns:mc="http://schemas.openxmlformats.org/markup-compatibility/2006">
              <mc:Choice xmlns:v="urn:schemas-microsoft-com:vml" Requires="v">
                <p:oleObj spid="_x0000_s150533" name="Equation" r:id="rId3" imgW="1917700" imgH="469900" progId="Equation.3">
                  <p:embed/>
                </p:oleObj>
              </mc:Choice>
              <mc:Fallback>
                <p:oleObj name="Equation" r:id="rId3" imgW="19177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700213"/>
                        <a:ext cx="4508500" cy="1098550"/>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30493B9-B683-4C73-8690-E69F54A34EF9}" type="slidenum">
              <a:rPr lang="en-US" altLang="ru-RU">
                <a:solidFill>
                  <a:srgbClr val="FFFFFF"/>
                </a:solidFill>
              </a:rPr>
              <a:pPr/>
              <a:t>133</a:t>
            </a:fld>
            <a:endParaRPr lang="en-US" altLang="ru-RU">
              <a:solidFill>
                <a:srgbClr val="FFFFFF"/>
              </a:solidFill>
            </a:endParaRPr>
          </a:p>
        </p:txBody>
      </p:sp>
      <p:sp>
        <p:nvSpPr>
          <p:cNvPr id="151555" name="Rectangle 4"/>
          <p:cNvSpPr>
            <a:spLocks noChangeArrowheads="1"/>
          </p:cNvSpPr>
          <p:nvPr/>
        </p:nvSpPr>
        <p:spPr bwMode="auto">
          <a:xfrm>
            <a:off x="179388" y="333375"/>
            <a:ext cx="849630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ru-RU">
                <a:latin typeface="Times New Roman" panose="02020603050405020304" pitchFamily="18" charset="0"/>
                <a:cs typeface="Times New Roman" panose="02020603050405020304" pitchFamily="18" charset="0"/>
              </a:rPr>
              <a:t>Hãy tính thế oxi hóa khử tiêu chuẩn điều kiện của cặp Fe</a:t>
            </a:r>
            <a:r>
              <a:rPr lang="en-US" altLang="ru-RU" baseline="30000">
                <a:latin typeface="Times New Roman" panose="02020603050405020304" pitchFamily="18" charset="0"/>
                <a:cs typeface="Times New Roman" panose="02020603050405020304" pitchFamily="18" charset="0"/>
              </a:rPr>
              <a:t>3+</a:t>
            </a:r>
            <a:r>
              <a:rPr lang="en-US" altLang="ru-RU">
                <a:latin typeface="Times New Roman" panose="02020603050405020304" pitchFamily="18" charset="0"/>
                <a:cs typeface="Times New Roman" panose="02020603050405020304" pitchFamily="18" charset="0"/>
              </a:rPr>
              <a:t>/Fe</a:t>
            </a:r>
            <a:r>
              <a:rPr lang="en-US" altLang="ru-RU" baseline="30000">
                <a:latin typeface="Times New Roman" panose="02020603050405020304" pitchFamily="18" charset="0"/>
                <a:cs typeface="Times New Roman" panose="02020603050405020304" pitchFamily="18" charset="0"/>
              </a:rPr>
              <a:t>2+  </a:t>
            </a:r>
            <a:r>
              <a:rPr lang="en-US" altLang="ru-RU">
                <a:latin typeface="Times New Roman" panose="02020603050405020304" pitchFamily="18" charset="0"/>
                <a:cs typeface="Times New Roman" panose="02020603050405020304" pitchFamily="18" charset="0"/>
              </a:rPr>
              <a:t>trong dung dịch có dư F</a:t>
            </a:r>
            <a:r>
              <a:rPr lang="en-US" altLang="ru-RU" baseline="30000">
                <a:latin typeface="Times New Roman" panose="02020603050405020304" pitchFamily="18" charset="0"/>
                <a:cs typeface="Times New Roman" panose="02020603050405020304" pitchFamily="18" charset="0"/>
              </a:rPr>
              <a:t>-</a:t>
            </a:r>
            <a:r>
              <a:rPr lang="en-US" altLang="ru-RU">
                <a:latin typeface="Times New Roman" panose="02020603050405020304" pitchFamily="18" charset="0"/>
                <a:cs typeface="Times New Roman" panose="02020603050405020304" pitchFamily="18" charset="0"/>
              </a:rPr>
              <a:t> để tạo phức FeF</a:t>
            </a:r>
            <a:r>
              <a:rPr lang="en-US" altLang="ru-RU" baseline="-25000">
                <a:latin typeface="Times New Roman" panose="02020603050405020304" pitchFamily="18" charset="0"/>
                <a:cs typeface="Times New Roman" panose="02020603050405020304" pitchFamily="18" charset="0"/>
              </a:rPr>
              <a:t>6</a:t>
            </a:r>
            <a:r>
              <a:rPr lang="en-US" altLang="ru-RU" baseline="30000">
                <a:latin typeface="Times New Roman" panose="02020603050405020304" pitchFamily="18" charset="0"/>
                <a:cs typeface="Times New Roman" panose="02020603050405020304" pitchFamily="18" charset="0"/>
              </a:rPr>
              <a:t>3-</a:t>
            </a:r>
            <a:r>
              <a:rPr lang="en-US" altLang="ru-RU">
                <a:latin typeface="Times New Roman" panose="02020603050405020304" pitchFamily="18" charset="0"/>
                <a:cs typeface="Times New Roman" panose="02020603050405020304" pitchFamily="18" charset="0"/>
              </a:rPr>
              <a:t>. Biết thế tiêu chuẩn của cặp Fe</a:t>
            </a:r>
            <a:r>
              <a:rPr lang="en-US" altLang="ru-RU" baseline="30000">
                <a:latin typeface="Times New Roman" panose="02020603050405020304" pitchFamily="18" charset="0"/>
                <a:cs typeface="Times New Roman" panose="02020603050405020304" pitchFamily="18" charset="0"/>
              </a:rPr>
              <a:t>3+</a:t>
            </a:r>
            <a:r>
              <a:rPr lang="en-US" altLang="ru-RU">
                <a:latin typeface="Times New Roman" panose="02020603050405020304" pitchFamily="18" charset="0"/>
                <a:cs typeface="Times New Roman" panose="02020603050405020304" pitchFamily="18" charset="0"/>
              </a:rPr>
              <a:t>/Fe</a:t>
            </a:r>
            <a:r>
              <a:rPr lang="en-US" altLang="ru-RU" baseline="30000">
                <a:latin typeface="Times New Roman" panose="02020603050405020304" pitchFamily="18" charset="0"/>
                <a:cs typeface="Times New Roman" panose="02020603050405020304" pitchFamily="18" charset="0"/>
              </a:rPr>
              <a:t>2+ </a:t>
            </a:r>
            <a:r>
              <a:rPr lang="en-US" altLang="ru-RU">
                <a:latin typeface="Times New Roman" panose="02020603050405020304" pitchFamily="18" charset="0"/>
                <a:cs typeface="Times New Roman" panose="02020603050405020304" pitchFamily="18" charset="0"/>
              </a:rPr>
              <a:t>là +0.771V và phức FeF</a:t>
            </a:r>
            <a:r>
              <a:rPr lang="en-US" altLang="ru-RU" baseline="-25000">
                <a:latin typeface="Times New Roman" panose="02020603050405020304" pitchFamily="18" charset="0"/>
                <a:cs typeface="Times New Roman" panose="02020603050405020304" pitchFamily="18" charset="0"/>
              </a:rPr>
              <a:t>6</a:t>
            </a:r>
            <a:r>
              <a:rPr lang="en-US" altLang="ru-RU" baseline="30000">
                <a:latin typeface="Times New Roman" panose="02020603050405020304" pitchFamily="18" charset="0"/>
                <a:cs typeface="Times New Roman" panose="02020603050405020304" pitchFamily="18" charset="0"/>
              </a:rPr>
              <a:t>3-</a:t>
            </a:r>
            <a:r>
              <a:rPr lang="en-US" altLang="ru-RU">
                <a:latin typeface="Times New Roman" panose="02020603050405020304" pitchFamily="18" charset="0"/>
                <a:cs typeface="Times New Roman" panose="02020603050405020304" pitchFamily="18" charset="0"/>
              </a:rPr>
              <a:t> có hằng số bền tổng cộng </a:t>
            </a:r>
            <a:r>
              <a:rPr lang="el-GR" altLang="ru-RU">
                <a:latin typeface="Times New Roman" panose="02020603050405020304" pitchFamily="18" charset="0"/>
                <a:cs typeface="Times New Roman" panose="02020603050405020304" pitchFamily="18" charset="0"/>
              </a:rPr>
              <a:t>β</a:t>
            </a:r>
            <a:r>
              <a:rPr lang="en-US" altLang="ru-RU" baseline="-25000">
                <a:latin typeface="Times New Roman" panose="02020603050405020304" pitchFamily="18" charset="0"/>
                <a:cs typeface="Times New Roman" panose="02020603050405020304" pitchFamily="18" charset="0"/>
              </a:rPr>
              <a:t>1,6</a:t>
            </a:r>
            <a:r>
              <a:rPr lang="en-US" altLang="ru-RU">
                <a:latin typeface="Times New Roman" panose="02020603050405020304" pitchFamily="18" charset="0"/>
                <a:cs typeface="Times New Roman" panose="02020603050405020304" pitchFamily="18" charset="0"/>
              </a:rPr>
              <a:t> = 10</a:t>
            </a:r>
            <a:r>
              <a:rPr lang="en-US" altLang="ru-RU" baseline="30000">
                <a:latin typeface="Times New Roman" panose="02020603050405020304" pitchFamily="18" charset="0"/>
                <a:cs typeface="Times New Roman" panose="02020603050405020304" pitchFamily="18" charset="0"/>
              </a:rPr>
              <a:t>16</a:t>
            </a:r>
            <a:r>
              <a:rPr lang="en-US" altLang="ru-RU">
                <a:latin typeface="Times New Roman" panose="02020603050405020304" pitchFamily="18" charset="0"/>
                <a:cs typeface="Times New Roman" panose="02020603050405020304" pitchFamily="18" charset="0"/>
              </a:rPr>
              <a:t>.  </a:t>
            </a:r>
          </a:p>
        </p:txBody>
      </p:sp>
      <p:graphicFrame>
        <p:nvGraphicFramePr>
          <p:cNvPr id="151556" name="Object 2"/>
          <p:cNvGraphicFramePr>
            <a:graphicFrameLocks noChangeAspect="1"/>
          </p:cNvGraphicFramePr>
          <p:nvPr/>
        </p:nvGraphicFramePr>
        <p:xfrm>
          <a:off x="323850" y="1989138"/>
          <a:ext cx="4514850" cy="798512"/>
        </p:xfrm>
        <a:graphic>
          <a:graphicData uri="http://schemas.openxmlformats.org/presentationml/2006/ole">
            <mc:AlternateContent xmlns:mc="http://schemas.openxmlformats.org/markup-compatibility/2006">
              <mc:Choice xmlns:v="urn:schemas-microsoft-com:vml" Requires="v">
                <p:oleObj spid="_x0000_s151557" name="Equation" r:id="rId3" imgW="2209800" imgH="393700" progId="Equation.3">
                  <p:embed/>
                </p:oleObj>
              </mc:Choice>
              <mc:Fallback>
                <p:oleObj name="Equation" r:id="rId3" imgW="22098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989138"/>
                        <a:ext cx="4514850" cy="79851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5576474-7498-4E8B-B8C0-8AB1A7B37EE6}" type="slidenum">
              <a:rPr lang="en-US" altLang="ru-RU">
                <a:solidFill>
                  <a:srgbClr val="FFFFFF"/>
                </a:solidFill>
              </a:rPr>
              <a:pPr/>
              <a:t>134</a:t>
            </a:fld>
            <a:endParaRPr lang="en-US" altLang="ru-RU">
              <a:solidFill>
                <a:srgbClr val="FFFFFF"/>
              </a:solidFill>
            </a:endParaRPr>
          </a:p>
        </p:txBody>
      </p:sp>
      <p:sp>
        <p:nvSpPr>
          <p:cNvPr id="152579" name="Rectangle 4"/>
          <p:cNvSpPr>
            <a:spLocks noChangeArrowheads="1"/>
          </p:cNvSpPr>
          <p:nvPr/>
        </p:nvSpPr>
        <p:spPr bwMode="auto">
          <a:xfrm>
            <a:off x="431800" y="404813"/>
            <a:ext cx="82804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ru-RU">
                <a:latin typeface="Times New Roman" panose="02020603050405020304" pitchFamily="18" charset="0"/>
                <a:cs typeface="Times New Roman" panose="02020603050405020304" pitchFamily="18" charset="0"/>
              </a:rPr>
              <a:t>Hãy tính thế oxi hóa khử tiêu chuẩn điều kiện của cặp Cu</a:t>
            </a:r>
            <a:r>
              <a:rPr lang="en-US" altLang="ru-RU" baseline="30000">
                <a:latin typeface="Times New Roman" panose="02020603050405020304" pitchFamily="18" charset="0"/>
                <a:cs typeface="Times New Roman" panose="02020603050405020304" pitchFamily="18" charset="0"/>
              </a:rPr>
              <a:t>2+</a:t>
            </a:r>
            <a:r>
              <a:rPr lang="en-US" altLang="ru-RU">
                <a:latin typeface="Times New Roman" panose="02020603050405020304" pitchFamily="18" charset="0"/>
                <a:cs typeface="Times New Roman" panose="02020603050405020304" pitchFamily="18" charset="0"/>
              </a:rPr>
              <a:t>/CuSCN. Biết thế tiêu chuẩn của cặp Cu</a:t>
            </a:r>
            <a:r>
              <a:rPr lang="en-US" altLang="ru-RU" baseline="30000">
                <a:latin typeface="Times New Roman" panose="02020603050405020304" pitchFamily="18" charset="0"/>
                <a:cs typeface="Times New Roman" panose="02020603050405020304" pitchFamily="18" charset="0"/>
              </a:rPr>
              <a:t>2+</a:t>
            </a:r>
            <a:r>
              <a:rPr lang="en-US" altLang="ru-RU">
                <a:latin typeface="Times New Roman" panose="02020603050405020304" pitchFamily="18" charset="0"/>
                <a:cs typeface="Times New Roman" panose="02020603050405020304" pitchFamily="18" charset="0"/>
              </a:rPr>
              <a:t>/Cu</a:t>
            </a:r>
            <a:r>
              <a:rPr lang="en-US" altLang="ru-RU" baseline="30000">
                <a:latin typeface="Times New Roman" panose="02020603050405020304" pitchFamily="18" charset="0"/>
                <a:cs typeface="Times New Roman" panose="02020603050405020304" pitchFamily="18" charset="0"/>
              </a:rPr>
              <a:t>+</a:t>
            </a:r>
            <a:r>
              <a:rPr lang="en-US" altLang="ru-RU">
                <a:latin typeface="Times New Roman" panose="02020603050405020304" pitchFamily="18" charset="0"/>
                <a:cs typeface="Times New Roman" panose="02020603050405020304" pitchFamily="18" charset="0"/>
              </a:rPr>
              <a:t> khi không tạo kết tủa CuSCN là +0.153V và T</a:t>
            </a:r>
            <a:r>
              <a:rPr lang="en-US" altLang="ru-RU" baseline="-25000">
                <a:latin typeface="Times New Roman" panose="02020603050405020304" pitchFamily="18" charset="0"/>
                <a:cs typeface="Times New Roman" panose="02020603050405020304" pitchFamily="18" charset="0"/>
              </a:rPr>
              <a:t>CuSCN</a:t>
            </a:r>
            <a:r>
              <a:rPr lang="en-US" altLang="ru-RU">
                <a:latin typeface="Times New Roman" panose="02020603050405020304" pitchFamily="18" charset="0"/>
                <a:cs typeface="Times New Roman" panose="02020603050405020304" pitchFamily="18" charset="0"/>
              </a:rPr>
              <a:t> = 10</a:t>
            </a:r>
            <a:r>
              <a:rPr lang="en-US" altLang="ru-RU" baseline="30000">
                <a:latin typeface="Times New Roman" panose="02020603050405020304" pitchFamily="18" charset="0"/>
                <a:cs typeface="Times New Roman" panose="02020603050405020304" pitchFamily="18" charset="0"/>
              </a:rPr>
              <a:t>-14,32</a:t>
            </a:r>
            <a:r>
              <a:rPr lang="en-US" altLang="ru-RU">
                <a:latin typeface="Times New Roman" panose="02020603050405020304" pitchFamily="18" charset="0"/>
                <a:cs typeface="Times New Roman" panose="02020603050405020304" pitchFamily="18" charset="0"/>
              </a:rPr>
              <a:t>. </a:t>
            </a:r>
          </a:p>
        </p:txBody>
      </p:sp>
      <p:graphicFrame>
        <p:nvGraphicFramePr>
          <p:cNvPr id="152580" name="Object 3"/>
          <p:cNvGraphicFramePr>
            <a:graphicFrameLocks noChangeAspect="1"/>
          </p:cNvGraphicFramePr>
          <p:nvPr/>
        </p:nvGraphicFramePr>
        <p:xfrm>
          <a:off x="684213" y="1773238"/>
          <a:ext cx="5262562" cy="877887"/>
        </p:xfrm>
        <a:graphic>
          <a:graphicData uri="http://schemas.openxmlformats.org/presentationml/2006/ole">
            <mc:AlternateContent xmlns:mc="http://schemas.openxmlformats.org/markup-compatibility/2006">
              <mc:Choice xmlns:v="urn:schemas-microsoft-com:vml" Requires="v">
                <p:oleObj spid="_x0000_s152581" name="Equation" r:id="rId3" imgW="2387600" imgH="393700" progId="Equation.3">
                  <p:embed/>
                </p:oleObj>
              </mc:Choice>
              <mc:Fallback>
                <p:oleObj name="Equation" r:id="rId3" imgW="23876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773238"/>
                        <a:ext cx="5262562" cy="87788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713" y="1827213"/>
            <a:ext cx="1773237"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22800"/>
            <a:ext cx="1992313"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F431DD7-B01F-436F-A1E2-56B554624A82}" type="slidenum">
              <a:rPr lang="en-US" altLang="ru-RU">
                <a:solidFill>
                  <a:srgbClr val="FFFFFF"/>
                </a:solidFill>
              </a:rPr>
              <a:pPr/>
              <a:t>135</a:t>
            </a:fld>
            <a:endParaRPr lang="en-US" altLang="ru-RU">
              <a:solidFill>
                <a:srgbClr val="FFFFFF"/>
              </a:solidFill>
            </a:endParaRPr>
          </a:p>
        </p:txBody>
      </p:sp>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25" y="1181100"/>
            <a:ext cx="223837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0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50" y="3811588"/>
            <a:ext cx="242252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6">
            <a:extLst>
              <a:ext uri="{28A0092B-C50C-407E-A947-70E740481C1C}">
                <a14:useLocalDpi xmlns:a14="http://schemas.microsoft.com/office/drawing/2010/main" val="0"/>
              </a:ext>
            </a:extLst>
          </a:blip>
          <a:srcRect l="4321" t="4440" r="-102" b="7533"/>
          <a:stretch>
            <a:fillRect/>
          </a:stretch>
        </p:blipFill>
        <p:spPr bwMode="auto">
          <a:xfrm>
            <a:off x="2568575" y="782638"/>
            <a:ext cx="3190875"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1738" y="1208088"/>
            <a:ext cx="326548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1263" y="1598613"/>
            <a:ext cx="3251200"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Arrow Connector 12"/>
          <p:cNvCxnSpPr>
            <a:cxnSpLocks/>
            <a:stCxn id="5" idx="3"/>
            <a:endCxn id="7" idx="1"/>
          </p:cNvCxnSpPr>
          <p:nvPr/>
        </p:nvCxnSpPr>
        <p:spPr>
          <a:xfrm flipV="1">
            <a:off x="2127250" y="1077913"/>
            <a:ext cx="441325" cy="37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a:stCxn id="5" idx="3"/>
          </p:cNvCxnSpPr>
          <p:nvPr/>
        </p:nvCxnSpPr>
        <p:spPr>
          <a:xfrm flipV="1">
            <a:off x="2127250" y="1447800"/>
            <a:ext cx="44132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a:stCxn id="5" idx="3"/>
            <a:endCxn id="9" idx="1"/>
          </p:cNvCxnSpPr>
          <p:nvPr/>
        </p:nvCxnSpPr>
        <p:spPr>
          <a:xfrm>
            <a:off x="2127250" y="1450975"/>
            <a:ext cx="354013" cy="403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noChangeArrowheads="1"/>
          </p:cNvPicPr>
          <p:nvPr/>
        </p:nvPicPr>
        <p:blipFill>
          <a:blip r:embed="rId9">
            <a:extLst>
              <a:ext uri="{28A0092B-C50C-407E-A947-70E740481C1C}">
                <a14:useLocalDpi xmlns:a14="http://schemas.microsoft.com/office/drawing/2010/main" val="0"/>
              </a:ext>
            </a:extLst>
          </a:blip>
          <a:srcRect l="3522" b="11629"/>
          <a:stretch>
            <a:fillRect/>
          </a:stretch>
        </p:blipFill>
        <p:spPr bwMode="auto">
          <a:xfrm>
            <a:off x="2339975" y="3406775"/>
            <a:ext cx="3163888"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 name="Straight Arrow Connector 22"/>
          <p:cNvCxnSpPr>
            <a:cxnSpLocks/>
            <a:stCxn id="153606" idx="3"/>
          </p:cNvCxnSpPr>
          <p:nvPr/>
        </p:nvCxnSpPr>
        <p:spPr>
          <a:xfrm flipV="1">
            <a:off x="2225675" y="3611563"/>
            <a:ext cx="85725" cy="647700"/>
          </a:xfrm>
          <a:prstGeom prst="straightConnector1">
            <a:avLst/>
          </a:prstGeom>
          <a:ln>
            <a:solidFill>
              <a:srgbClr val="FFCC66"/>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8063" y="4424363"/>
            <a:ext cx="32385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Straight Arrow Connector 25"/>
          <p:cNvCxnSpPr>
            <a:cxnSpLocks/>
            <a:stCxn id="153606" idx="3"/>
            <a:endCxn id="24" idx="1"/>
          </p:cNvCxnSpPr>
          <p:nvPr/>
        </p:nvCxnSpPr>
        <p:spPr>
          <a:xfrm>
            <a:off x="2225675" y="4259263"/>
            <a:ext cx="52388" cy="566737"/>
          </a:xfrm>
          <a:prstGeom prst="straightConnector1">
            <a:avLst/>
          </a:prstGeom>
          <a:ln>
            <a:solidFill>
              <a:srgbClr val="FFCC66"/>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94400" y="1447800"/>
            <a:ext cx="318452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97575" y="2235200"/>
            <a:ext cx="3198813"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97575" y="2778125"/>
            <a:ext cx="3146425"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78538" y="3440113"/>
            <a:ext cx="3157537"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Straight Arrow Connector 33"/>
          <p:cNvCxnSpPr>
            <a:stCxn id="21" idx="3"/>
            <a:endCxn id="29" idx="1"/>
          </p:cNvCxnSpPr>
          <p:nvPr/>
        </p:nvCxnSpPr>
        <p:spPr>
          <a:xfrm flipV="1">
            <a:off x="5503863" y="1822450"/>
            <a:ext cx="490537" cy="1939925"/>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cxnSpLocks/>
            <a:stCxn id="21" idx="3"/>
            <a:endCxn id="30" idx="1"/>
          </p:cNvCxnSpPr>
          <p:nvPr/>
        </p:nvCxnSpPr>
        <p:spPr>
          <a:xfrm flipV="1">
            <a:off x="5503863" y="2551113"/>
            <a:ext cx="493712" cy="1211262"/>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a:stCxn id="21" idx="3"/>
            <a:endCxn id="31" idx="1"/>
          </p:cNvCxnSpPr>
          <p:nvPr/>
        </p:nvCxnSpPr>
        <p:spPr>
          <a:xfrm flipV="1">
            <a:off x="5503863" y="3125788"/>
            <a:ext cx="493712" cy="636587"/>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cxnSpLocks/>
            <a:stCxn id="21" idx="3"/>
          </p:cNvCxnSpPr>
          <p:nvPr/>
        </p:nvCxnSpPr>
        <p:spPr>
          <a:xfrm>
            <a:off x="5503863" y="3762375"/>
            <a:ext cx="587375" cy="80963"/>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4575" y="4160838"/>
            <a:ext cx="3157538"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24575" y="4743450"/>
            <a:ext cx="3171825"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37275" y="5376863"/>
            <a:ext cx="31448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34100" y="5992813"/>
            <a:ext cx="317023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Straight Arrow Connector 47"/>
          <p:cNvCxnSpPr>
            <a:cxnSpLocks/>
            <a:stCxn id="24" idx="3"/>
            <a:endCxn id="43" idx="1"/>
          </p:cNvCxnSpPr>
          <p:nvPr/>
        </p:nvCxnSpPr>
        <p:spPr>
          <a:xfrm flipV="1">
            <a:off x="5516563" y="4497388"/>
            <a:ext cx="608012" cy="32861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24" idx="3"/>
          </p:cNvCxnSpPr>
          <p:nvPr/>
        </p:nvCxnSpPr>
        <p:spPr>
          <a:xfrm>
            <a:off x="5516563" y="4826000"/>
            <a:ext cx="603250" cy="25717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cxnSpLocks/>
            <a:stCxn id="24" idx="3"/>
            <a:endCxn id="45" idx="1"/>
          </p:cNvCxnSpPr>
          <p:nvPr/>
        </p:nvCxnSpPr>
        <p:spPr>
          <a:xfrm>
            <a:off x="5516563" y="4826000"/>
            <a:ext cx="620712" cy="85883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a:stCxn id="24" idx="3"/>
          </p:cNvCxnSpPr>
          <p:nvPr/>
        </p:nvCxnSpPr>
        <p:spPr>
          <a:xfrm>
            <a:off x="5516563" y="4826000"/>
            <a:ext cx="600075" cy="124936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3" name="Text Box 8"/>
          <p:cNvSpPr txBox="1">
            <a:spLocks noChangeArrowheads="1"/>
          </p:cNvSpPr>
          <p:nvPr/>
        </p:nvSpPr>
        <p:spPr bwMode="auto">
          <a:xfrm>
            <a:off x="173038" y="-14288"/>
            <a:ext cx="8970962" cy="625476"/>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vi-VN" sz="2400" b="1">
                <a:solidFill>
                  <a:srgbClr val="072B39"/>
                </a:solidFill>
                <a:latin typeface="Arial" panose="020B0604020202020204" pitchFamily="34" charset="0"/>
              </a:rPr>
              <a:t>Các loại điện cực sử dụng trong phương pháp điện thế kế</a:t>
            </a:r>
            <a:endParaRPr lang="zh-CN" altLang="en-US"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500"/>
                                        <p:tgtEl>
                                          <p:spTgt spid="41"/>
                                        </p:tgtEl>
                                      </p:cBhvr>
                                    </p:animEffect>
                                  </p:childTnLst>
                                </p:cTn>
                              </p:par>
                              <p:par>
                                <p:cTn id="66" presetID="10" presetClass="entr" presetSubtype="0" fill="hold"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3FD47F6-E8FC-4516-9B90-660C00C287BB}" type="slidenum">
              <a:rPr lang="en-US" altLang="ru-RU">
                <a:solidFill>
                  <a:srgbClr val="FFFFFF"/>
                </a:solidFill>
              </a:rPr>
              <a:pPr/>
              <a:t>136</a:t>
            </a:fld>
            <a:endParaRPr lang="en-US" altLang="ru-RU">
              <a:solidFill>
                <a:srgbClr val="FFFFFF"/>
              </a:solidFill>
            </a:endParaRPr>
          </a:p>
        </p:txBody>
      </p:sp>
      <p:pic>
        <p:nvPicPr>
          <p:cNvPr id="1546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9144000" cy="472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900113" y="260350"/>
            <a:ext cx="5783262" cy="400050"/>
          </a:xfrm>
          <a:prstGeom prst="rect">
            <a:avLst/>
          </a:prstGeom>
          <a:solidFill>
            <a:schemeClr val="accent1">
              <a:lumMod val="60000"/>
              <a:lumOff val="4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t>Các loại điện cực so sánh  (Reference Electrode)</a:t>
            </a:r>
            <a:endParaRPr lang="ru-RU" sz="200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ounded Rectangle 50"/>
          <p:cNvSpPr/>
          <p:nvPr/>
        </p:nvSpPr>
        <p:spPr>
          <a:xfrm>
            <a:off x="1908175" y="0"/>
            <a:ext cx="5668963" cy="7620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latin typeface="Times New Roman" panose="02020603050405020304" pitchFamily="18" charset="0"/>
                <a:cs typeface="Times New Roman" panose="02020603050405020304" pitchFamily="18" charset="0"/>
              </a:rPr>
              <a:t>Điện cực tiêu chuẩn hydro </a:t>
            </a:r>
            <a:r>
              <a:rPr lang="en-US" sz="2800" b="1">
                <a:cs typeface="Times New Roman" panose="02020603050405020304" pitchFamily="18" charset="0"/>
              </a:rPr>
              <a:t>(SHE)</a:t>
            </a:r>
            <a:endParaRPr lang="en-US" sz="2800" b="1" baseline="30000">
              <a:cs typeface="Times New Roman" panose="02020603050405020304" pitchFamily="18" charset="0"/>
            </a:endParaRPr>
          </a:p>
        </p:txBody>
      </p:sp>
      <p:sp>
        <p:nvSpPr>
          <p:cNvPr id="155651" name="Rectangle 5"/>
          <p:cNvSpPr>
            <a:spLocks noChangeArrowheads="1"/>
          </p:cNvSpPr>
          <p:nvPr/>
        </p:nvSpPr>
        <p:spPr bwMode="auto">
          <a:xfrm>
            <a:off x="1547813" y="5013325"/>
            <a:ext cx="5715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800">
                <a:latin typeface="Times New Roman" panose="02020603050405020304" pitchFamily="18" charset="0"/>
                <a:cs typeface="Times New Roman" panose="02020603050405020304" pitchFamily="18" charset="0"/>
              </a:rPr>
              <a:t>Điện cực hydro tiêu chuẩn: E</a:t>
            </a:r>
            <a:r>
              <a:rPr lang="en-US" altLang="zh-CN" sz="2800" baseline="-25000">
                <a:latin typeface="Times New Roman" panose="02020603050405020304" pitchFamily="18" charset="0"/>
                <a:cs typeface="Times New Roman" panose="02020603050405020304" pitchFamily="18" charset="0"/>
              </a:rPr>
              <a:t>CB</a:t>
            </a:r>
            <a:r>
              <a:rPr lang="en-US" altLang="zh-CN" sz="2800">
                <a:latin typeface="Times New Roman" panose="02020603050405020304" pitchFamily="18" charset="0"/>
                <a:cs typeface="Times New Roman" panose="02020603050405020304" pitchFamily="18" charset="0"/>
              </a:rPr>
              <a:t>= 0</a:t>
            </a:r>
          </a:p>
          <a:p>
            <a:pPr algn="ctr" eaLnBrk="1" hangingPunct="1"/>
            <a:r>
              <a:rPr lang="pt-BR" altLang="zh-CN" sz="2800">
                <a:latin typeface="Times New Roman" panose="02020603050405020304" pitchFamily="18" charset="0"/>
                <a:cs typeface="Times New Roman" panose="02020603050405020304" pitchFamily="18" charset="0"/>
              </a:rPr>
              <a:t>Pt | H</a:t>
            </a:r>
            <a:r>
              <a:rPr lang="pt-BR" altLang="zh-CN" sz="2800" baseline="-25000">
                <a:latin typeface="Times New Roman" panose="02020603050405020304" pitchFamily="18" charset="0"/>
                <a:cs typeface="Times New Roman" panose="02020603050405020304" pitchFamily="18" charset="0"/>
              </a:rPr>
              <a:t>2</a:t>
            </a:r>
            <a:r>
              <a:rPr lang="pt-BR" altLang="zh-CN" sz="2800">
                <a:latin typeface="Times New Roman" panose="02020603050405020304" pitchFamily="18" charset="0"/>
                <a:cs typeface="Times New Roman" panose="02020603050405020304" pitchFamily="18" charset="0"/>
              </a:rPr>
              <a:t>= 1 atm | H</a:t>
            </a:r>
            <a:r>
              <a:rPr lang="pt-BR" altLang="zh-CN" sz="2800" baseline="30000">
                <a:latin typeface="Times New Roman" panose="02020603050405020304" pitchFamily="18" charset="0"/>
                <a:cs typeface="Times New Roman" panose="02020603050405020304" pitchFamily="18" charset="0"/>
              </a:rPr>
              <a:t>+</a:t>
            </a:r>
            <a:r>
              <a:rPr lang="pt-BR" altLang="zh-CN" sz="2800">
                <a:latin typeface="Times New Roman" panose="02020603050405020304" pitchFamily="18" charset="0"/>
                <a:cs typeface="Times New Roman" panose="02020603050405020304" pitchFamily="18" charset="0"/>
              </a:rPr>
              <a:t>(a = 1) ||</a:t>
            </a:r>
          </a:p>
        </p:txBody>
      </p:sp>
      <p:pic>
        <p:nvPicPr>
          <p:cNvPr id="1556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052513"/>
            <a:ext cx="295275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TextBox 7"/>
          <p:cNvSpPr txBox="1">
            <a:spLocks noChangeArrowheads="1"/>
          </p:cNvSpPr>
          <p:nvPr/>
        </p:nvSpPr>
        <p:spPr bwMode="auto">
          <a:xfrm>
            <a:off x="5292725" y="3716338"/>
            <a:ext cx="201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Pt electrode</a:t>
            </a:r>
          </a:p>
        </p:txBody>
      </p:sp>
      <p:sp>
        <p:nvSpPr>
          <p:cNvPr id="15565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B68D1B6-9B45-4C17-AA8C-D88CEC0677AA}" type="slidenum">
              <a:rPr lang="en-US" altLang="ru-RU">
                <a:solidFill>
                  <a:srgbClr val="FFFFFF"/>
                </a:solidFill>
                <a:latin typeface="Arial" panose="020B0604020202020204" pitchFamily="34" charset="0"/>
                <a:cs typeface="Arial" panose="020B0604020202020204" pitchFamily="34" charset="0"/>
              </a:rPr>
              <a:pPr/>
              <a:t>137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667000" y="465138"/>
            <a:ext cx="44958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800" b="1">
                <a:solidFill>
                  <a:schemeClr val="tx1"/>
                </a:solidFill>
                <a:latin typeface="Times New Roman" pitchFamily="18" charset="0"/>
                <a:cs typeface="Times New Roman" pitchFamily="18" charset="0"/>
              </a:rPr>
              <a:t>Điện cực calomen (SCE)</a:t>
            </a:r>
          </a:p>
        </p:txBody>
      </p:sp>
      <p:graphicFrame>
        <p:nvGraphicFramePr>
          <p:cNvPr id="156675" name="Object 174"/>
          <p:cNvGraphicFramePr>
            <a:graphicFrameLocks noChangeAspect="1"/>
          </p:cNvGraphicFramePr>
          <p:nvPr/>
        </p:nvGraphicFramePr>
        <p:xfrm>
          <a:off x="1790700" y="2911475"/>
          <a:ext cx="4090988" cy="668338"/>
        </p:xfrm>
        <a:graphic>
          <a:graphicData uri="http://schemas.openxmlformats.org/presentationml/2006/ole">
            <mc:AlternateContent xmlns:mc="http://schemas.openxmlformats.org/markup-compatibility/2006">
              <mc:Choice xmlns:v="urn:schemas-microsoft-com:vml" Requires="v">
                <p:oleObj spid="_x0000_s156679" name="Equation" r:id="rId3" imgW="1943100" imgH="292100" progId="">
                  <p:embed/>
                </p:oleObj>
              </mc:Choice>
              <mc:Fallback>
                <p:oleObj name="Equation" r:id="rId3" imgW="1943100" imgH="292100" progId="">
                  <p:embed/>
                  <p:pic>
                    <p:nvPicPr>
                      <p:cNvPr id="0" name="Object 1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2911475"/>
                        <a:ext cx="4090988" cy="66833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2"/>
          <p:cNvSpPr txBox="1">
            <a:spLocks noChangeArrowheads="1"/>
          </p:cNvSpPr>
          <p:nvPr/>
        </p:nvSpPr>
        <p:spPr bwMode="auto">
          <a:xfrm>
            <a:off x="990600" y="4983163"/>
            <a:ext cx="7848600"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buFont typeface="Wingdings" panose="05000000000000000000" pitchFamily="2" charset="2"/>
              <a:buChar char="§"/>
            </a:pPr>
            <a:r>
              <a:rPr lang="en-US" altLang="en-US" sz="2600">
                <a:latin typeface="Times New Roman" panose="02020603050405020304" pitchFamily="18" charset="0"/>
                <a:cs typeface="Times New Roman" panose="02020603050405020304" pitchFamily="18" charset="0"/>
              </a:rPr>
              <a:t>Điện cực calomel bão hoà: E = 0,242 V</a:t>
            </a:r>
          </a:p>
          <a:p>
            <a:pPr eaLnBrk="1" hangingPunct="1">
              <a:spcBef>
                <a:spcPct val="50000"/>
              </a:spcBef>
              <a:buFont typeface="Wingdings" panose="05000000000000000000" pitchFamily="2" charset="2"/>
              <a:buChar char="§"/>
            </a:pPr>
            <a:r>
              <a:rPr lang="en-US" altLang="en-US" sz="2600">
                <a:latin typeface="Times New Roman" panose="02020603050405020304" pitchFamily="18" charset="0"/>
                <a:cs typeface="Times New Roman" panose="02020603050405020304" pitchFamily="18" charset="0"/>
              </a:rPr>
              <a:t>Điện cực calomel có [Cl</a:t>
            </a:r>
            <a:r>
              <a:rPr lang="en-US" altLang="en-US" sz="2600" baseline="30000">
                <a:latin typeface="Times New Roman" panose="02020603050405020304" pitchFamily="18" charset="0"/>
                <a:cs typeface="Times New Roman" panose="02020603050405020304" pitchFamily="18" charset="0"/>
              </a:rPr>
              <a:t>-</a:t>
            </a:r>
            <a:r>
              <a:rPr lang="en-US" altLang="en-US" sz="2600">
                <a:latin typeface="Times New Roman" panose="02020603050405020304" pitchFamily="18" charset="0"/>
                <a:cs typeface="Times New Roman" panose="02020603050405020304" pitchFamily="18" charset="0"/>
              </a:rPr>
              <a:t>] = 1N, E = 0,268 V</a:t>
            </a:r>
          </a:p>
        </p:txBody>
      </p:sp>
      <p:sp>
        <p:nvSpPr>
          <p:cNvPr id="15667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0387078-D492-4CB7-8560-463A719AF88F}" type="slidenum">
              <a:rPr lang="en-US" altLang="ru-RU">
                <a:solidFill>
                  <a:srgbClr val="FFFFFF"/>
                </a:solidFill>
                <a:latin typeface="Arial" panose="020B0604020202020204" pitchFamily="34" charset="0"/>
                <a:cs typeface="Arial" panose="020B0604020202020204" pitchFamily="34" charset="0"/>
              </a:rPr>
              <a:pPr/>
              <a:t>138</a:t>
            </a:fld>
            <a:endParaRPr lang="en-US" altLang="ru-RU">
              <a:solidFill>
                <a:srgbClr val="FFFFFF"/>
              </a:solidFill>
              <a:latin typeface="Arial" panose="020B0604020202020204" pitchFamily="34" charset="0"/>
              <a:cs typeface="Arial" panose="020B0604020202020204" pitchFamily="34" charset="0"/>
            </a:endParaRPr>
          </a:p>
        </p:txBody>
      </p:sp>
      <p:pic>
        <p:nvPicPr>
          <p:cNvPr id="15667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1688" y="1509713"/>
            <a:ext cx="3189287"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1403350" y="549275"/>
            <a:ext cx="6858000" cy="533400"/>
          </a:xfrm>
          <a:prstGeom prst="rect">
            <a:avLst/>
          </a:prstGeom>
          <a:solidFill>
            <a:schemeClr val="accent1">
              <a:lumMod val="40000"/>
              <a:lumOff val="60000"/>
            </a:schemeClr>
          </a:solidFill>
          <a:ln>
            <a:solidFill>
              <a:schemeClr val="tx1"/>
            </a:solidFill>
          </a:ln>
        </p:spPr>
        <p:txBody>
          <a:bodyP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lgn="ctr" fontAlgn="auto">
              <a:spcAft>
                <a:spcPts val="0"/>
              </a:spcAft>
              <a:defRPr/>
            </a:pPr>
            <a:r>
              <a:rPr lang="en-US" sz="2800" b="1" dirty="0" err="1">
                <a:solidFill>
                  <a:schemeClr val="tx1"/>
                </a:solidFill>
                <a:latin typeface="Times New Roman" pitchFamily="18" charset="0"/>
                <a:cs typeface="Times New Roman" pitchFamily="18" charset="0"/>
              </a:rPr>
              <a:t>Ưu</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và</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nhược</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điểm</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của</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điện</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cực</a:t>
            </a:r>
            <a:r>
              <a:rPr lang="en-US" sz="2800" b="1" dirty="0">
                <a:solidFill>
                  <a:schemeClr val="tx1"/>
                </a:solidFill>
                <a:latin typeface="Times New Roman" pitchFamily="18" charset="0"/>
                <a:cs typeface="Times New Roman" pitchFamily="18" charset="0"/>
              </a:rPr>
              <a:t> Calomel</a:t>
            </a:r>
          </a:p>
        </p:txBody>
      </p:sp>
      <p:sp>
        <p:nvSpPr>
          <p:cNvPr id="157699" name="Text Box 8"/>
          <p:cNvSpPr txBox="1">
            <a:spLocks noChangeArrowheads="1"/>
          </p:cNvSpPr>
          <p:nvPr/>
        </p:nvSpPr>
        <p:spPr bwMode="auto">
          <a:xfrm>
            <a:off x="539750" y="1536700"/>
            <a:ext cx="4641850"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6400" indent="-406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30000"/>
              </a:lnSpc>
              <a:spcBef>
                <a:spcPts val="600"/>
              </a:spcBef>
              <a:spcAft>
                <a:spcPts val="600"/>
              </a:spcAft>
              <a:buFont typeface="Wingdings" panose="05000000000000000000" pitchFamily="2" charset="2"/>
              <a:buNone/>
            </a:pPr>
            <a:r>
              <a:rPr lang="en-US" altLang="en-US" sz="2300">
                <a:latin typeface="Arial" panose="020B0604020202020204" pitchFamily="34" charset="0"/>
                <a:cs typeface="Arial" panose="020B0604020202020204" pitchFamily="34" charset="0"/>
              </a:rPr>
              <a:t>Ưu điểm:</a:t>
            </a:r>
          </a:p>
          <a:p>
            <a:pPr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Có thế rất ổn định và ít thay đổi theo nhiệt độ</a:t>
            </a:r>
          </a:p>
          <a:p>
            <a:pPr eaLnBrk="1" hangingPunct="1">
              <a:lnSpc>
                <a:spcPct val="130000"/>
              </a:lnSpc>
              <a:spcBef>
                <a:spcPts val="600"/>
              </a:spcBef>
              <a:spcAft>
                <a:spcPts val="600"/>
              </a:spcAft>
              <a:buFont typeface="Wingdings" panose="05000000000000000000" pitchFamily="2" charset="2"/>
              <a:buNone/>
            </a:pPr>
            <a:r>
              <a:rPr lang="en-US" altLang="en-US" sz="2300">
                <a:latin typeface="Arial" panose="020B0604020202020204" pitchFamily="34" charset="0"/>
                <a:cs typeface="Arial" panose="020B0604020202020204" pitchFamily="34" charset="0"/>
              </a:rPr>
              <a:t>Nhược điểm:</a:t>
            </a:r>
          </a:p>
          <a:p>
            <a:pPr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Dung dịch đo dễ nhiễm bẩn Cl</a:t>
            </a:r>
            <a:r>
              <a:rPr lang="en-US" altLang="en-US" sz="2300" baseline="30000">
                <a:latin typeface="Arial" panose="020B0604020202020204" pitchFamily="34" charset="0"/>
                <a:cs typeface="Arial" panose="020B0604020202020204" pitchFamily="34" charset="0"/>
              </a:rPr>
              <a:t>-</a:t>
            </a:r>
            <a:endParaRPr lang="en-US" altLang="en-US" sz="2300">
              <a:latin typeface="Arial" panose="020B0604020202020204" pitchFamily="34" charset="0"/>
              <a:cs typeface="Arial" panose="020B0604020202020204" pitchFamily="34" charset="0"/>
            </a:endParaRPr>
          </a:p>
          <a:p>
            <a:pPr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Không sử dụng điện cực calomel làm điện cực so sánh cho chuẩn độ halogen </a:t>
            </a:r>
          </a:p>
        </p:txBody>
      </p:sp>
      <p:pic>
        <p:nvPicPr>
          <p:cNvPr id="15770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1475" y="1560513"/>
            <a:ext cx="3657600" cy="500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8ECBA9B-7B6A-4894-A2CB-567E86EEE149}" type="slidenum">
              <a:rPr lang="en-US" altLang="ru-RU">
                <a:solidFill>
                  <a:srgbClr val="FFFFFF"/>
                </a:solidFill>
                <a:latin typeface="Arial" panose="020B0604020202020204" pitchFamily="34" charset="0"/>
                <a:cs typeface="Arial" panose="020B0604020202020204" pitchFamily="34" charset="0"/>
              </a:rPr>
              <a:pPr/>
              <a:t>139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722" name="Group 10"/>
          <p:cNvGrpSpPr>
            <a:grpSpLocks/>
          </p:cNvGrpSpPr>
          <p:nvPr/>
        </p:nvGrpSpPr>
        <p:grpSpPr bwMode="auto">
          <a:xfrm>
            <a:off x="4284663" y="1341438"/>
            <a:ext cx="4495800" cy="4427537"/>
            <a:chOff x="2256" y="528"/>
            <a:chExt cx="3312" cy="2789"/>
          </a:xfrm>
        </p:grpSpPr>
        <p:sp>
          <p:nvSpPr>
            <p:cNvPr id="158727" name="Text Box 6"/>
            <p:cNvSpPr txBox="1">
              <a:spLocks noChangeArrowheads="1"/>
            </p:cNvSpPr>
            <p:nvPr/>
          </p:nvSpPr>
          <p:spPr bwMode="auto">
            <a:xfrm>
              <a:off x="2256" y="528"/>
              <a:ext cx="31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20000"/>
                </a:lnSpc>
                <a:spcBef>
                  <a:spcPts val="600"/>
                </a:spcBef>
                <a:spcAft>
                  <a:spcPts val="600"/>
                </a:spcAft>
                <a:buFont typeface="Wingdings" panose="05000000000000000000" pitchFamily="2" charset="2"/>
                <a:buChar char="§"/>
              </a:pPr>
              <a:r>
                <a:rPr lang="en-US" altLang="en-US" sz="2300">
                  <a:latin typeface="Times New Roman" panose="02020603050405020304" pitchFamily="18" charset="0"/>
                  <a:cs typeface="Times New Roman" panose="02020603050405020304" pitchFamily="18" charset="0"/>
                </a:rPr>
                <a:t> Thế điện cực:</a:t>
              </a:r>
            </a:p>
          </p:txBody>
        </p:sp>
        <p:graphicFrame>
          <p:nvGraphicFramePr>
            <p:cNvPr id="158728" name="Object 177"/>
            <p:cNvGraphicFramePr>
              <a:graphicFrameLocks noChangeAspect="1"/>
            </p:cNvGraphicFramePr>
            <p:nvPr/>
          </p:nvGraphicFramePr>
          <p:xfrm>
            <a:off x="2260" y="960"/>
            <a:ext cx="3308" cy="768"/>
          </p:xfrm>
          <a:graphic>
            <a:graphicData uri="http://schemas.openxmlformats.org/presentationml/2006/ole">
              <mc:AlternateContent xmlns:mc="http://schemas.openxmlformats.org/markup-compatibility/2006">
                <mc:Choice xmlns:v="urn:schemas-microsoft-com:vml" Requires="v">
                  <p:oleObj spid="_x0000_s158730" name="Equation" r:id="rId3" imgW="2514600" imgH="584200" progId="">
                    <p:embed/>
                  </p:oleObj>
                </mc:Choice>
                <mc:Fallback>
                  <p:oleObj name="Equation" r:id="rId3" imgW="2514600" imgH="584200" progId="">
                    <p:embed/>
                    <p:pic>
                      <p:nvPicPr>
                        <p:cNvPr id="0" name="Object 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0" y="960"/>
                          <a:ext cx="3308"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8729" name="Text Box 9"/>
            <p:cNvSpPr txBox="1">
              <a:spLocks noChangeArrowheads="1"/>
            </p:cNvSpPr>
            <p:nvPr/>
          </p:nvSpPr>
          <p:spPr bwMode="auto">
            <a:xfrm>
              <a:off x="2256" y="1824"/>
              <a:ext cx="3312" cy="1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Ưu điểm: Thế rất ổn định theo nhiệt độ</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Nhược điểm: Khả năng trơ về mặt hoá học kém nên ít dùng hơn so với calomen</a:t>
              </a:r>
            </a:p>
          </p:txBody>
        </p:sp>
      </p:grpSp>
      <p:pic>
        <p:nvPicPr>
          <p:cNvPr id="158723"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636838"/>
            <a:ext cx="25146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ounded Rectangle 16"/>
          <p:cNvSpPr/>
          <p:nvPr/>
        </p:nvSpPr>
        <p:spPr>
          <a:xfrm>
            <a:off x="3419475" y="333375"/>
            <a:ext cx="44958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latin typeface="Times New Roman" panose="02020603050405020304" pitchFamily="18" charset="0"/>
                <a:cs typeface="Times New Roman" panose="02020603050405020304" pitchFamily="18" charset="0"/>
              </a:rPr>
              <a:t>Điện cực clorua bạc</a:t>
            </a:r>
          </a:p>
        </p:txBody>
      </p:sp>
      <p:sp>
        <p:nvSpPr>
          <p:cNvPr id="15872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E6C3394-AEB4-4727-96DF-F960115667D2}" type="slidenum">
              <a:rPr lang="en-US" altLang="ru-RU">
                <a:solidFill>
                  <a:srgbClr val="FFFFFF"/>
                </a:solidFill>
                <a:latin typeface="Arial" panose="020B0604020202020204" pitchFamily="34" charset="0"/>
                <a:cs typeface="Arial" panose="020B0604020202020204" pitchFamily="34" charset="0"/>
              </a:rPr>
              <a:pPr/>
              <a:t>140</a:t>
            </a:fld>
            <a:endParaRPr lang="en-US" altLang="ru-RU">
              <a:solidFill>
                <a:srgbClr val="FFFFFF"/>
              </a:solidFill>
              <a:latin typeface="Arial" panose="020B0604020202020204" pitchFamily="34" charset="0"/>
              <a:cs typeface="Arial" panose="020B0604020202020204" pitchFamily="34" charset="0"/>
            </a:endParaRPr>
          </a:p>
        </p:txBody>
      </p:sp>
      <p:pic>
        <p:nvPicPr>
          <p:cNvPr id="158726" name="Picture 4" descr="Silver/silver-chloride electrode"/>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395288" y="260350"/>
            <a:ext cx="2597150"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6F16168-26E7-40FE-8D55-41158085971E}" type="slidenum">
              <a:rPr lang="en-US" altLang="ru-RU">
                <a:solidFill>
                  <a:srgbClr val="FFFFFF"/>
                </a:solidFill>
              </a:rPr>
              <a:pPr/>
              <a:t>141</a:t>
            </a:fld>
            <a:endParaRPr lang="en-US" altLang="ru-RU">
              <a:solidFill>
                <a:srgbClr val="FFFFFF"/>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r="57088"/>
          <a:stretch>
            <a:fillRect/>
          </a:stretch>
        </p:blipFill>
        <p:spPr bwMode="auto">
          <a:xfrm>
            <a:off x="0" y="606425"/>
            <a:ext cx="3924300"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l="43312" r="29126"/>
          <a:stretch>
            <a:fillRect/>
          </a:stretch>
        </p:blipFill>
        <p:spPr bwMode="auto">
          <a:xfrm>
            <a:off x="3959225" y="606425"/>
            <a:ext cx="2520950"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71671"/>
          <a:stretch>
            <a:fillRect/>
          </a:stretch>
        </p:blipFill>
        <p:spPr bwMode="auto">
          <a:xfrm>
            <a:off x="6516688" y="585788"/>
            <a:ext cx="2590800"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900113" y="0"/>
            <a:ext cx="5783262" cy="400050"/>
          </a:xfrm>
          <a:prstGeom prst="rect">
            <a:avLst/>
          </a:prstGeom>
          <a:solidFill>
            <a:schemeClr val="accent1">
              <a:lumMod val="60000"/>
              <a:lumOff val="4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t>Các loại điện cực so sánh  (Reference Electrode)</a:t>
            </a:r>
            <a:endParaRPr lang="ru-RU"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4FFE90D-2842-4874-8CDC-79E4DCAD6F6F}" type="slidenum">
              <a:rPr lang="en-US" altLang="ru-RU">
                <a:solidFill>
                  <a:srgbClr val="FFFFFF"/>
                </a:solidFill>
                <a:latin typeface="Century Schoolbook" panose="02040604050505020304" pitchFamily="18" charset="0"/>
              </a:rPr>
              <a:pPr/>
              <a:t>142</a:t>
            </a:fld>
            <a:endParaRPr lang="en-US" altLang="ru-RU">
              <a:solidFill>
                <a:srgbClr val="FFFFFF"/>
              </a:solidFill>
              <a:latin typeface="Century Schoolbook" panose="02040604050505020304" pitchFamily="18" charset="0"/>
            </a:endParaRPr>
          </a:p>
        </p:txBody>
      </p:sp>
      <p:sp>
        <p:nvSpPr>
          <p:cNvPr id="3" name="TextBox 2"/>
          <p:cNvSpPr txBox="1"/>
          <p:nvPr/>
        </p:nvSpPr>
        <p:spPr>
          <a:xfrm>
            <a:off x="900113" y="260350"/>
            <a:ext cx="5718175" cy="400050"/>
          </a:xfrm>
          <a:prstGeom prst="rect">
            <a:avLst/>
          </a:prstGeom>
          <a:solidFill>
            <a:schemeClr val="accent1">
              <a:lumMod val="60000"/>
              <a:lumOff val="4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latin typeface="Century Schoolbook" panose="02040604050505020304" pitchFamily="18" charset="0"/>
              </a:rPr>
              <a:t>Các loại điện cực so sánh (Reference Electrode)</a:t>
            </a:r>
            <a:endParaRPr lang="ru-RU" sz="2000">
              <a:latin typeface="Century Schoolbook" panose="02040604050505020304" pitchFamily="18" charset="0"/>
            </a:endParaRPr>
          </a:p>
        </p:txBody>
      </p:sp>
      <p:graphicFrame>
        <p:nvGraphicFramePr>
          <p:cNvPr id="4" name="Table 4"/>
          <p:cNvGraphicFramePr>
            <a:graphicFrameLocks noGrp="1"/>
          </p:cNvGraphicFramePr>
          <p:nvPr/>
        </p:nvGraphicFramePr>
        <p:xfrm>
          <a:off x="1" y="947290"/>
          <a:ext cx="9143999" cy="5477169"/>
        </p:xfrm>
        <a:graphic>
          <a:graphicData uri="http://schemas.openxmlformats.org/drawingml/2006/table">
            <a:tbl>
              <a:tblPr firstRow="1" bandRow="1">
                <a:tableStyleId>{5C22544A-7EE6-4342-B048-85BDC9FD1C3A}</a:tableStyleId>
              </a:tblPr>
              <a:tblGrid>
                <a:gridCol w="1331639"/>
                <a:gridCol w="2376264"/>
                <a:gridCol w="3024336"/>
                <a:gridCol w="2411760"/>
              </a:tblGrid>
              <a:tr h="640080">
                <a:tc>
                  <a:txBody>
                    <a:bodyPr/>
                    <a:lstStyle/>
                    <a:p>
                      <a:pPr algn="ctr"/>
                      <a:endParaRPr lang="ru-RU" dirty="0">
                        <a:latin typeface="Century Schoolbook" panose="02040604050505020304" pitchFamily="18" charset="0"/>
                      </a:endParaRPr>
                    </a:p>
                  </a:txBody>
                  <a:tcPr/>
                </a:tc>
                <a:tc>
                  <a:txBody>
                    <a:bodyPr/>
                    <a:lstStyle/>
                    <a:p>
                      <a:pPr algn="ctr"/>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t>
                      </a:r>
                      <a:r>
                        <a:rPr lang="en-US" dirty="0" err="1">
                          <a:latin typeface="Century Schoolbook" panose="02040604050505020304" pitchFamily="18" charset="0"/>
                        </a:rPr>
                        <a:t>Hyđro</a:t>
                      </a:r>
                      <a:r>
                        <a:rPr lang="en-US" dirty="0">
                          <a:latin typeface="Century Schoolbook" panose="02040604050505020304" pitchFamily="18" charset="0"/>
                        </a:rPr>
                        <a:t> </a:t>
                      </a:r>
                      <a:r>
                        <a:rPr lang="en-US" dirty="0" err="1">
                          <a:latin typeface="Century Schoolbook" panose="02040604050505020304" pitchFamily="18" charset="0"/>
                        </a:rPr>
                        <a:t>tiêu</a:t>
                      </a:r>
                      <a:r>
                        <a:rPr lang="en-US" dirty="0">
                          <a:latin typeface="Century Schoolbook" panose="02040604050505020304" pitchFamily="18" charset="0"/>
                        </a:rPr>
                        <a:t> </a:t>
                      </a:r>
                      <a:r>
                        <a:rPr lang="en-US" dirty="0" err="1">
                          <a:latin typeface="Century Schoolbook" panose="02040604050505020304" pitchFamily="18" charset="0"/>
                        </a:rPr>
                        <a:t>chuẩn</a:t>
                      </a:r>
                      <a:r>
                        <a:rPr lang="en-US" dirty="0">
                          <a:latin typeface="Century Schoolbook" panose="02040604050505020304" pitchFamily="18" charset="0"/>
                        </a:rPr>
                        <a:t> (SHE)</a:t>
                      </a:r>
                      <a:endParaRPr lang="ru-RU" dirty="0">
                        <a:latin typeface="Century Schoolbook" panose="02040604050505020304" pitchFamily="18" charset="0"/>
                      </a:endParaRPr>
                    </a:p>
                  </a:txBody>
                  <a:tcPr/>
                </a:tc>
                <a:tc>
                  <a:txBody>
                    <a:bodyPr/>
                    <a:lstStyle/>
                    <a:p>
                      <a:pPr algn="ctr"/>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t>
                      </a:r>
                      <a:r>
                        <a:rPr lang="en-US" dirty="0" err="1">
                          <a:latin typeface="Century Schoolbook" panose="02040604050505020304" pitchFamily="18" charset="0"/>
                        </a:rPr>
                        <a:t>Calomen</a:t>
                      </a:r>
                      <a:r>
                        <a:rPr lang="en-US" dirty="0">
                          <a:latin typeface="Century Schoolbook" panose="02040604050505020304" pitchFamily="18" charset="0"/>
                        </a:rPr>
                        <a:t> </a:t>
                      </a:r>
                      <a:r>
                        <a:rPr lang="en-US" dirty="0" err="1">
                          <a:latin typeface="Century Schoolbook" panose="02040604050505020304" pitchFamily="18" charset="0"/>
                        </a:rPr>
                        <a:t>bão</a:t>
                      </a:r>
                      <a:r>
                        <a:rPr lang="en-US" dirty="0">
                          <a:latin typeface="Century Schoolbook" panose="02040604050505020304" pitchFamily="18" charset="0"/>
                        </a:rPr>
                        <a:t> </a:t>
                      </a:r>
                      <a:r>
                        <a:rPr lang="en-US" dirty="0" err="1">
                          <a:latin typeface="Century Schoolbook" panose="02040604050505020304" pitchFamily="18" charset="0"/>
                        </a:rPr>
                        <a:t>hòa</a:t>
                      </a:r>
                      <a:r>
                        <a:rPr lang="en-US" dirty="0">
                          <a:latin typeface="Century Schoolbook" panose="02040604050505020304" pitchFamily="18" charset="0"/>
                        </a:rPr>
                        <a:t> (SCE)</a:t>
                      </a:r>
                      <a:endParaRPr lang="ru-RU" dirty="0">
                        <a:latin typeface="Century Schoolbook" panose="02040604050505020304" pitchFamily="18" charset="0"/>
                      </a:endParaRPr>
                    </a:p>
                  </a:txBody>
                  <a:tcPr/>
                </a:tc>
                <a:tc>
                  <a:txBody>
                    <a:bodyPr/>
                    <a:lstStyle/>
                    <a:p>
                      <a:pPr algn="ctr"/>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Ag/AgCl</a:t>
                      </a:r>
                      <a:endParaRPr lang="ru-RU" dirty="0">
                        <a:latin typeface="Century Schoolbook" panose="02040604050505020304" pitchFamily="18" charset="0"/>
                      </a:endParaRPr>
                    </a:p>
                  </a:txBody>
                  <a:tcPr/>
                </a:tc>
              </a:tr>
              <a:tr h="580121">
                <a:tc>
                  <a:txBody>
                    <a:bodyPr/>
                    <a:lstStyle/>
                    <a:p>
                      <a:pPr algn="ctr"/>
                      <a:r>
                        <a:rPr lang="en-US" b="1" dirty="0" err="1">
                          <a:latin typeface="Century Schoolbook" panose="02040604050505020304" pitchFamily="18" charset="0"/>
                        </a:rPr>
                        <a:t>Cấu</a:t>
                      </a:r>
                      <a:r>
                        <a:rPr lang="en-US" b="1" dirty="0">
                          <a:latin typeface="Century Schoolbook" panose="02040604050505020304" pitchFamily="18" charset="0"/>
                        </a:rPr>
                        <a:t> </a:t>
                      </a:r>
                      <a:r>
                        <a:rPr lang="en-US" b="1" dirty="0" err="1">
                          <a:latin typeface="Century Schoolbook" panose="02040604050505020304" pitchFamily="18" charset="0"/>
                        </a:rPr>
                        <a:t>tạo</a:t>
                      </a:r>
                      <a:endParaRPr lang="ru-RU" b="1" dirty="0">
                        <a:latin typeface="Century Schoolbook" panose="02040604050505020304" pitchFamily="18" charset="0"/>
                      </a:endParaRPr>
                    </a:p>
                  </a:txBody>
                  <a:tcPr/>
                </a:tc>
                <a:tc>
                  <a:txBody>
                    <a:bodyPr/>
                    <a:lstStyle/>
                    <a:p>
                      <a:pPr algn="ctr"/>
                      <a:r>
                        <a:rPr lang="en-US" dirty="0">
                          <a:latin typeface="Century Schoolbook" panose="02040604050505020304" pitchFamily="18" charset="0"/>
                        </a:rPr>
                        <a:t>Pt(H</a:t>
                      </a:r>
                      <a:r>
                        <a:rPr lang="en-US" baseline="-25000" dirty="0">
                          <a:latin typeface="Century Schoolbook" panose="02040604050505020304" pitchFamily="18" charset="0"/>
                        </a:rPr>
                        <a:t>2</a:t>
                      </a:r>
                      <a:r>
                        <a:rPr lang="en-US" dirty="0">
                          <a:latin typeface="Century Schoolbook" panose="02040604050505020304" pitchFamily="18" charset="0"/>
                        </a:rPr>
                        <a:t>)|H</a:t>
                      </a:r>
                      <a:r>
                        <a:rPr lang="en-US" baseline="30000" dirty="0">
                          <a:latin typeface="Century Schoolbook" panose="02040604050505020304" pitchFamily="18" charset="0"/>
                        </a:rPr>
                        <a:t>+</a:t>
                      </a:r>
                      <a:r>
                        <a:rPr lang="en-US" dirty="0">
                          <a:latin typeface="Century Schoolbook" panose="02040604050505020304" pitchFamily="18" charset="0"/>
                        </a:rPr>
                        <a:t>║</a:t>
                      </a:r>
                      <a:endParaRPr lang="ru-RU" dirty="0">
                        <a:latin typeface="Century Schoolbook" panose="02040604050505020304" pitchFamily="18" charset="0"/>
                      </a:endParaRPr>
                    </a:p>
                  </a:txBody>
                  <a:tcPr/>
                </a:tc>
                <a:tc>
                  <a:txBody>
                    <a:bodyPr/>
                    <a:lstStyle/>
                    <a:p>
                      <a:pPr algn="ctr"/>
                      <a:r>
                        <a:rPr lang="en-US" dirty="0">
                          <a:latin typeface="Century Schoolbook" panose="02040604050505020304" pitchFamily="18" charset="0"/>
                        </a:rPr>
                        <a:t>Hg|Hg</a:t>
                      </a:r>
                      <a:r>
                        <a:rPr lang="en-US" baseline="-25000" dirty="0">
                          <a:latin typeface="Century Schoolbook" panose="02040604050505020304" pitchFamily="18" charset="0"/>
                        </a:rPr>
                        <a:t>2</a:t>
                      </a:r>
                      <a:r>
                        <a:rPr lang="en-US" dirty="0">
                          <a:latin typeface="Century Schoolbook" panose="02040604050505020304" pitchFamily="18" charset="0"/>
                        </a:rPr>
                        <a:t>Cl</a:t>
                      </a:r>
                      <a:r>
                        <a:rPr lang="en-US" baseline="-25000" dirty="0">
                          <a:latin typeface="Century Schoolbook" panose="02040604050505020304" pitchFamily="18" charset="0"/>
                        </a:rPr>
                        <a:t>2</a:t>
                      </a:r>
                      <a:r>
                        <a:rPr lang="en-US" dirty="0">
                          <a:latin typeface="Century Schoolbook" panose="02040604050505020304" pitchFamily="18" charset="0"/>
                        </a:rPr>
                        <a:t>,KCl║</a:t>
                      </a:r>
                      <a:endParaRPr lang="ru-RU" dirty="0">
                        <a:latin typeface="Century Schoolbook" panose="02040604050505020304" pitchFamily="18" charset="0"/>
                      </a:endParaRPr>
                    </a:p>
                  </a:txBody>
                  <a:tcPr/>
                </a:tc>
                <a:tc>
                  <a:txBody>
                    <a:bodyPr/>
                    <a:lstStyle/>
                    <a:p>
                      <a:pPr algn="ctr"/>
                      <a:r>
                        <a:rPr lang="en-US" dirty="0" err="1">
                          <a:latin typeface="Century Schoolbook" panose="02040604050505020304" pitchFamily="18" charset="0"/>
                        </a:rPr>
                        <a:t>Ag|AgCl,KCl</a:t>
                      </a:r>
                      <a:r>
                        <a:rPr lang="en-US" dirty="0">
                          <a:latin typeface="Century Schoolbook" panose="02040604050505020304" pitchFamily="18" charset="0"/>
                        </a:rPr>
                        <a:t>║</a:t>
                      </a:r>
                      <a:endParaRPr lang="ru-RU" dirty="0">
                        <a:latin typeface="Century Schoolbook" panose="02040604050505020304" pitchFamily="18" charset="0"/>
                      </a:endParaRPr>
                    </a:p>
                  </a:txBody>
                  <a:tcPr/>
                </a:tc>
              </a:tr>
              <a:tr h="914400">
                <a:tc>
                  <a:txBody>
                    <a:bodyPr/>
                    <a:lstStyle/>
                    <a:p>
                      <a:pPr algn="ctr"/>
                      <a:r>
                        <a:rPr lang="en-US" b="1" dirty="0" err="1">
                          <a:latin typeface="Century Schoolbook" panose="02040604050505020304" pitchFamily="18" charset="0"/>
                        </a:rPr>
                        <a:t>Phản</a:t>
                      </a:r>
                      <a:r>
                        <a:rPr lang="en-US" b="1" dirty="0">
                          <a:latin typeface="Century Schoolbook" panose="02040604050505020304" pitchFamily="18" charset="0"/>
                        </a:rPr>
                        <a:t> </a:t>
                      </a:r>
                      <a:r>
                        <a:rPr lang="en-US" b="1" dirty="0" err="1">
                          <a:latin typeface="Century Schoolbook" panose="02040604050505020304" pitchFamily="18" charset="0"/>
                        </a:rPr>
                        <a:t>ứng</a:t>
                      </a:r>
                      <a:r>
                        <a:rPr lang="en-US" b="1" dirty="0">
                          <a:latin typeface="Century Schoolbook" panose="02040604050505020304" pitchFamily="18" charset="0"/>
                        </a:rPr>
                        <a:t> </a:t>
                      </a:r>
                      <a:r>
                        <a:rPr lang="en-US" b="1" dirty="0" err="1">
                          <a:latin typeface="Century Schoolbook" panose="02040604050505020304" pitchFamily="18" charset="0"/>
                        </a:rPr>
                        <a:t>điện</a:t>
                      </a:r>
                      <a:r>
                        <a:rPr lang="en-US" b="1" dirty="0">
                          <a:latin typeface="Century Schoolbook" panose="02040604050505020304" pitchFamily="18" charset="0"/>
                        </a:rPr>
                        <a:t> </a:t>
                      </a:r>
                      <a:r>
                        <a:rPr lang="en-US" b="1" dirty="0" err="1">
                          <a:latin typeface="Century Schoolbook" panose="02040604050505020304" pitchFamily="18" charset="0"/>
                        </a:rPr>
                        <a:t>cực</a:t>
                      </a:r>
                      <a:endParaRPr lang="en-US" b="1" dirty="0">
                        <a:latin typeface="Century Schoolbook" panose="02040604050505020304" pitchFamily="18" charset="0"/>
                      </a:endParaRPr>
                    </a:p>
                  </a:txBody>
                  <a:tcPr/>
                </a:tc>
                <a:tc>
                  <a:txBody>
                    <a:bodyPr/>
                    <a:lstStyle/>
                    <a:p>
                      <a:pPr algn="ctr"/>
                      <a:r>
                        <a:rPr lang="en-US" b="1" dirty="0">
                          <a:latin typeface="Century Schoolbook" panose="02040604050505020304" pitchFamily="18" charset="0"/>
                        </a:rPr>
                        <a:t> </a:t>
                      </a:r>
                    </a:p>
                    <a:p>
                      <a:pPr algn="ctr"/>
                      <a:r>
                        <a:rPr lang="en-US" b="1" dirty="0">
                          <a:latin typeface="Century Schoolbook" panose="02040604050505020304" pitchFamily="18" charset="0"/>
                        </a:rPr>
                        <a:t>H</a:t>
                      </a:r>
                      <a:r>
                        <a:rPr lang="en-US" b="1" baseline="-25000" dirty="0">
                          <a:latin typeface="Century Schoolbook" panose="02040604050505020304" pitchFamily="18" charset="0"/>
                        </a:rPr>
                        <a:t>2</a:t>
                      </a:r>
                      <a:r>
                        <a:rPr lang="en-US" b="1" dirty="0">
                          <a:latin typeface="Century Schoolbook" panose="02040604050505020304" pitchFamily="18" charset="0"/>
                        </a:rPr>
                        <a:t>+ e</a:t>
                      </a:r>
                      <a:r>
                        <a:rPr lang="en-US" b="1" baseline="30000" dirty="0">
                          <a:latin typeface="Century Schoolbook" panose="02040604050505020304" pitchFamily="18" charset="0"/>
                        </a:rPr>
                        <a:t>-</a:t>
                      </a:r>
                      <a:r>
                        <a:rPr lang="en-US" b="1" dirty="0">
                          <a:latin typeface="Century Schoolbook" panose="02040604050505020304" pitchFamily="18" charset="0"/>
                        </a:rPr>
                        <a:t> ↔ H</a:t>
                      </a:r>
                      <a:r>
                        <a:rPr lang="en-US" b="1" baseline="30000" dirty="0">
                          <a:latin typeface="Century Schoolbook" panose="02040604050505020304" pitchFamily="18" charset="0"/>
                        </a:rPr>
                        <a:t>+</a:t>
                      </a:r>
                    </a:p>
                    <a:p>
                      <a:pPr algn="ctr"/>
                      <a:endParaRPr lang="en-US" b="1" baseline="30000" dirty="0">
                        <a:latin typeface="Century Schoolbook" panose="02040604050505020304" pitchFamily="18" charset="0"/>
                      </a:endParaRPr>
                    </a:p>
                  </a:txBody>
                  <a:tcPr/>
                </a:tc>
                <a:tc>
                  <a:txBody>
                    <a:bodyPr/>
                    <a:lstStyle/>
                    <a:p>
                      <a:pPr algn="ctr"/>
                      <a:endParaRPr lang="en-US" b="1" dirty="0">
                        <a:latin typeface="Century Schoolbook" panose="02040604050505020304" pitchFamily="18" charset="0"/>
                      </a:endParaRPr>
                    </a:p>
                    <a:p>
                      <a:pPr algn="ctr"/>
                      <a:r>
                        <a:rPr lang="en-US" b="1" dirty="0">
                          <a:latin typeface="Century Schoolbook" panose="02040604050505020304" pitchFamily="18" charset="0"/>
                        </a:rPr>
                        <a:t>Hg</a:t>
                      </a:r>
                      <a:r>
                        <a:rPr lang="en-US" b="1" baseline="-25000" dirty="0">
                          <a:latin typeface="Century Schoolbook" panose="02040604050505020304" pitchFamily="18" charset="0"/>
                        </a:rPr>
                        <a:t>2</a:t>
                      </a:r>
                      <a:r>
                        <a:rPr lang="en-US" b="1" dirty="0">
                          <a:latin typeface="Century Schoolbook" panose="02040604050505020304" pitchFamily="18" charset="0"/>
                        </a:rPr>
                        <a:t>Cl</a:t>
                      </a:r>
                      <a:r>
                        <a:rPr lang="en-US" b="1" baseline="-25000" dirty="0">
                          <a:latin typeface="Century Schoolbook" panose="02040604050505020304" pitchFamily="18" charset="0"/>
                        </a:rPr>
                        <a:t>2</a:t>
                      </a:r>
                      <a:r>
                        <a:rPr lang="en-US" b="1" dirty="0">
                          <a:latin typeface="Century Schoolbook" panose="02040604050505020304" pitchFamily="18" charset="0"/>
                        </a:rPr>
                        <a:t> +2e</a:t>
                      </a:r>
                      <a:r>
                        <a:rPr lang="en-US" b="1" baseline="30000" dirty="0">
                          <a:latin typeface="Century Schoolbook" panose="02040604050505020304" pitchFamily="18" charset="0"/>
                        </a:rPr>
                        <a:t>-</a:t>
                      </a:r>
                      <a:r>
                        <a:rPr lang="en-US" b="1" dirty="0">
                          <a:latin typeface="Century Schoolbook" panose="02040604050505020304" pitchFamily="18" charset="0"/>
                        </a:rPr>
                        <a:t> ↔2Hg</a:t>
                      </a:r>
                      <a:r>
                        <a:rPr lang="en-US" b="1" baseline="30000" dirty="0">
                          <a:latin typeface="Century Schoolbook" panose="02040604050505020304" pitchFamily="18" charset="0"/>
                        </a:rPr>
                        <a:t>+</a:t>
                      </a:r>
                      <a:r>
                        <a:rPr lang="en-US" b="1" dirty="0">
                          <a:latin typeface="Century Schoolbook" panose="02040604050505020304" pitchFamily="18" charset="0"/>
                        </a:rPr>
                        <a:t> +2Cl</a:t>
                      </a:r>
                      <a:r>
                        <a:rPr lang="en-US" b="1" baseline="30000" dirty="0">
                          <a:latin typeface="Century Schoolbook" panose="02040604050505020304" pitchFamily="18" charset="0"/>
                        </a:rPr>
                        <a:t>-</a:t>
                      </a:r>
                    </a:p>
                    <a:p>
                      <a:pPr algn="ctr"/>
                      <a:endParaRPr lang="en-US" b="1" baseline="30000" dirty="0">
                        <a:latin typeface="Century Schoolbook" panose="02040604050505020304" pitchFamily="18" charset="0"/>
                      </a:endParaRPr>
                    </a:p>
                  </a:txBody>
                  <a:tcPr/>
                </a:tc>
                <a:tc>
                  <a:txBody>
                    <a:bodyPr/>
                    <a:lstStyle/>
                    <a:p>
                      <a:pPr algn="ctr"/>
                      <a:endParaRPr lang="en-US" b="1" dirty="0">
                        <a:latin typeface="Century Schoolbook" panose="02040604050505020304" pitchFamily="18" charset="0"/>
                      </a:endParaRPr>
                    </a:p>
                    <a:p>
                      <a:pPr algn="ctr"/>
                      <a:r>
                        <a:rPr lang="en-US" b="1" dirty="0">
                          <a:latin typeface="Century Schoolbook" panose="02040604050505020304" pitchFamily="18" charset="0"/>
                        </a:rPr>
                        <a:t>AgCl+ e</a:t>
                      </a:r>
                      <a:r>
                        <a:rPr lang="en-US" b="1" baseline="30000" dirty="0">
                          <a:latin typeface="Century Schoolbook" panose="02040604050505020304" pitchFamily="18" charset="0"/>
                        </a:rPr>
                        <a:t>-</a:t>
                      </a:r>
                      <a:r>
                        <a:rPr lang="en-US" b="1" dirty="0">
                          <a:latin typeface="Century Schoolbook" panose="02040604050505020304" pitchFamily="18" charset="0"/>
                        </a:rPr>
                        <a:t>↔Ag</a:t>
                      </a:r>
                      <a:r>
                        <a:rPr lang="en-US" b="1" baseline="30000" dirty="0">
                          <a:latin typeface="Century Schoolbook" panose="02040604050505020304" pitchFamily="18" charset="0"/>
                        </a:rPr>
                        <a:t>+</a:t>
                      </a:r>
                      <a:r>
                        <a:rPr lang="en-US" b="1" dirty="0">
                          <a:latin typeface="Century Schoolbook" panose="02040604050505020304" pitchFamily="18" charset="0"/>
                        </a:rPr>
                        <a:t> + Cl</a:t>
                      </a:r>
                      <a:r>
                        <a:rPr lang="en-US" b="1" baseline="30000" dirty="0">
                          <a:latin typeface="Century Schoolbook" panose="02040604050505020304" pitchFamily="18" charset="0"/>
                        </a:rPr>
                        <a:t>-</a:t>
                      </a:r>
                    </a:p>
                    <a:p>
                      <a:pPr algn="ctr"/>
                      <a:r>
                        <a:rPr lang="en-US" dirty="0">
                          <a:latin typeface="Century Schoolbook" panose="02040604050505020304" pitchFamily="18" charset="0"/>
                        </a:rPr>
                        <a:t> </a:t>
                      </a:r>
                    </a:p>
                  </a:txBody>
                  <a:tcPr/>
                </a:tc>
              </a:tr>
              <a:tr h="1081659">
                <a:tc>
                  <a:txBody>
                    <a:bodyPr/>
                    <a:lstStyle/>
                    <a:p>
                      <a:pPr algn="ctr"/>
                      <a:endParaRPr lang="en-US" b="1" dirty="0">
                        <a:latin typeface="Century Schoolbook" panose="02040604050505020304" pitchFamily="18" charset="0"/>
                      </a:endParaRPr>
                    </a:p>
                    <a:p>
                      <a:pPr algn="ctr"/>
                      <a:r>
                        <a:rPr lang="en-US" b="1" dirty="0" err="1">
                          <a:latin typeface="Century Schoolbook" panose="02040604050505020304" pitchFamily="18" charset="0"/>
                        </a:rPr>
                        <a:t>Thế</a:t>
                      </a:r>
                      <a:r>
                        <a:rPr lang="en-US" b="1" dirty="0">
                          <a:latin typeface="Century Schoolbook" panose="02040604050505020304" pitchFamily="18" charset="0"/>
                        </a:rPr>
                        <a:t> </a:t>
                      </a:r>
                      <a:r>
                        <a:rPr lang="en-US" b="1" dirty="0" err="1">
                          <a:latin typeface="Century Schoolbook" panose="02040604050505020304" pitchFamily="18" charset="0"/>
                        </a:rPr>
                        <a:t>điện</a:t>
                      </a:r>
                      <a:r>
                        <a:rPr lang="en-US" b="1" dirty="0">
                          <a:latin typeface="Century Schoolbook" panose="02040604050505020304" pitchFamily="18" charset="0"/>
                        </a:rPr>
                        <a:t> </a:t>
                      </a:r>
                      <a:r>
                        <a:rPr lang="en-US" b="1" dirty="0" err="1">
                          <a:latin typeface="Century Schoolbook" panose="02040604050505020304" pitchFamily="18" charset="0"/>
                        </a:rPr>
                        <a:t>cực</a:t>
                      </a:r>
                      <a:endParaRPr lang="ru-RU" b="1" dirty="0">
                        <a:latin typeface="Century Schoolbook" panose="020406040505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baseline="0" dirty="0">
                        <a:latin typeface="Century Schoolbook" panose="020406040505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baseline="0" dirty="0">
                          <a:latin typeface="Century Schoolbook" panose="02040604050505020304" pitchFamily="18" charset="0"/>
                        </a:rPr>
                        <a:t>E= E° + 0,059lg[H</a:t>
                      </a:r>
                      <a:r>
                        <a:rPr lang="en-US" b="1" baseline="30000" dirty="0">
                          <a:latin typeface="Century Schoolbook" panose="02040604050505020304" pitchFamily="18" charset="0"/>
                        </a:rPr>
                        <a:t>+</a:t>
                      </a:r>
                      <a:r>
                        <a:rPr lang="en-US" b="1" baseline="0" dirty="0">
                          <a:latin typeface="Century Schoolbook" panose="02040604050505020304" pitchFamily="18" charset="0"/>
                        </a:rPr>
                        <a:t>]</a:t>
                      </a:r>
                      <a:endParaRPr lang="ru-RU" b="1" baseline="0" dirty="0">
                        <a:latin typeface="Century Schoolbook" panose="02040604050505020304" pitchFamily="18" charset="0"/>
                      </a:endParaRPr>
                    </a:p>
                    <a:p>
                      <a:pPr algn="ctr"/>
                      <a:endParaRPr lang="ru-RU" b="1" baseline="0" dirty="0">
                        <a:latin typeface="Century Schoolbook" panose="02040604050505020304" pitchFamily="18" charset="0"/>
                      </a:endParaRPr>
                    </a:p>
                  </a:txBody>
                  <a:tcPr/>
                </a:tc>
                <a:tc>
                  <a:txBody>
                    <a:bodyPr/>
                    <a:lstStyle/>
                    <a:p>
                      <a:endParaRPr lang="ru-RU"/>
                    </a:p>
                  </a:txBody>
                  <a:tcPr>
                    <a:blipFill>
                      <a:blip r:embed="rId2"/>
                      <a:stretch>
                        <a:fillRect l="-122984" t="-199438" r="-80847" b="-20955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latin typeface="Century Schoolbook" panose="020406040505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Century Schoolbook" panose="02040604050505020304" pitchFamily="18" charset="0"/>
                        </a:rPr>
                        <a:t>E= E°-0,059lg[Cl</a:t>
                      </a:r>
                      <a:r>
                        <a:rPr lang="en-US" b="1" baseline="30000" dirty="0">
                          <a:latin typeface="Century Schoolbook" panose="02040604050505020304" pitchFamily="18" charset="0"/>
                        </a:rPr>
                        <a:t>-</a:t>
                      </a:r>
                      <a:r>
                        <a:rPr lang="en-US" b="1" dirty="0">
                          <a:latin typeface="Century Schoolbook" panose="02040604050505020304" pitchFamily="18" charset="0"/>
                        </a:rPr>
                        <a:t>]</a:t>
                      </a:r>
                      <a:endParaRPr lang="ru-RU" b="1" dirty="0">
                        <a:latin typeface="Century Schoolbook" panose="02040604050505020304" pitchFamily="18" charset="0"/>
                      </a:endParaRPr>
                    </a:p>
                    <a:p>
                      <a:pPr algn="ctr"/>
                      <a:endParaRPr lang="ru-RU" b="1" dirty="0">
                        <a:latin typeface="Century Schoolbook" panose="02040604050505020304" pitchFamily="18" charset="0"/>
                      </a:endParaRPr>
                    </a:p>
                  </a:txBody>
                  <a:tcPr/>
                </a:tc>
              </a:tr>
              <a:tr h="2260909">
                <a:tc>
                  <a:txBody>
                    <a:bodyPr/>
                    <a:lstStyle/>
                    <a:p>
                      <a:pPr algn="ctr"/>
                      <a:r>
                        <a:rPr lang="en-US" b="1" dirty="0" err="1">
                          <a:latin typeface="Century Schoolbook" panose="02040604050505020304" pitchFamily="18" charset="0"/>
                        </a:rPr>
                        <a:t>Ứng</a:t>
                      </a:r>
                      <a:r>
                        <a:rPr lang="en-US" b="1" dirty="0">
                          <a:latin typeface="Century Schoolbook" panose="02040604050505020304" pitchFamily="18" charset="0"/>
                        </a:rPr>
                        <a:t> </a:t>
                      </a:r>
                      <a:r>
                        <a:rPr lang="en-US" b="1" dirty="0" err="1">
                          <a:latin typeface="Century Schoolbook" panose="02040604050505020304" pitchFamily="18" charset="0"/>
                        </a:rPr>
                        <a:t>dụng</a:t>
                      </a:r>
                      <a:endParaRPr lang="ru-RU" b="1" dirty="0">
                        <a:latin typeface="Century Schoolbook" panose="02040604050505020304" pitchFamily="18" charset="0"/>
                      </a:endParaRPr>
                    </a:p>
                  </a:txBody>
                  <a:tcPr/>
                </a:tc>
                <a:tc>
                  <a:txBody>
                    <a:bodyPr/>
                    <a:lstStyle/>
                    <a:p>
                      <a:pPr marL="285750" indent="-285750" algn="ctr">
                        <a:buFontTx/>
                        <a:buChar char="-"/>
                      </a:pPr>
                      <a:r>
                        <a:rPr lang="en-US" dirty="0" err="1">
                          <a:latin typeface="Century Schoolbook" panose="02040604050505020304" pitchFamily="18" charset="0"/>
                        </a:rPr>
                        <a:t>Là</a:t>
                      </a:r>
                      <a:r>
                        <a:rPr lang="en-US" dirty="0">
                          <a:latin typeface="Century Schoolbook" panose="02040604050505020304" pitchFamily="18" charset="0"/>
                        </a:rPr>
                        <a:t> </a:t>
                      </a:r>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t>
                      </a:r>
                      <a:r>
                        <a:rPr lang="en-US" dirty="0" err="1">
                          <a:latin typeface="Century Schoolbook" panose="02040604050505020304" pitchFamily="18" charset="0"/>
                        </a:rPr>
                        <a:t>chuẩn</a:t>
                      </a:r>
                      <a:r>
                        <a:rPr lang="en-US" dirty="0">
                          <a:latin typeface="Century Schoolbook" panose="02040604050505020304" pitchFamily="18" charset="0"/>
                        </a:rPr>
                        <a:t> </a:t>
                      </a:r>
                      <a:r>
                        <a:rPr lang="en-US" dirty="0" err="1">
                          <a:latin typeface="Century Schoolbook" panose="02040604050505020304" pitchFamily="18" charset="0"/>
                        </a:rPr>
                        <a:t>dùng</a:t>
                      </a:r>
                      <a:r>
                        <a:rPr lang="en-US" dirty="0">
                          <a:latin typeface="Century Schoolbook" panose="02040604050505020304" pitchFamily="18" charset="0"/>
                        </a:rPr>
                        <a:t> </a:t>
                      </a:r>
                      <a:r>
                        <a:rPr lang="en-US" dirty="0" err="1">
                          <a:latin typeface="Century Schoolbook" panose="02040604050505020304" pitchFamily="18" charset="0"/>
                        </a:rPr>
                        <a:t>xác</a:t>
                      </a:r>
                      <a:r>
                        <a:rPr lang="en-US" dirty="0">
                          <a:latin typeface="Century Schoolbook" panose="02040604050505020304" pitchFamily="18" charset="0"/>
                        </a:rPr>
                        <a:t> </a:t>
                      </a:r>
                      <a:r>
                        <a:rPr lang="en-US" dirty="0" err="1">
                          <a:latin typeface="Century Schoolbook" panose="02040604050505020304" pitchFamily="18" charset="0"/>
                        </a:rPr>
                        <a:t>định</a:t>
                      </a:r>
                      <a:r>
                        <a:rPr lang="en-US" dirty="0">
                          <a:latin typeface="Century Schoolbook" panose="02040604050505020304" pitchFamily="18" charset="0"/>
                        </a:rPr>
                        <a:t> </a:t>
                      </a:r>
                      <a:r>
                        <a:rPr lang="en-US" dirty="0" err="1">
                          <a:latin typeface="Century Schoolbook" panose="02040604050505020304" pitchFamily="18" charset="0"/>
                        </a:rPr>
                        <a:t>thế</a:t>
                      </a:r>
                      <a:r>
                        <a:rPr lang="en-US" dirty="0">
                          <a:latin typeface="Century Schoolbook" panose="02040604050505020304" pitchFamily="18" charset="0"/>
                        </a:rPr>
                        <a:t> </a:t>
                      </a:r>
                      <a:r>
                        <a:rPr lang="en-US" dirty="0" err="1">
                          <a:latin typeface="Century Schoolbook" panose="02040604050505020304" pitchFamily="18" charset="0"/>
                        </a:rPr>
                        <a:t>của</a:t>
                      </a:r>
                      <a:r>
                        <a:rPr lang="en-US" dirty="0">
                          <a:latin typeface="Century Schoolbook" panose="02040604050505020304" pitchFamily="18" charset="0"/>
                        </a:rPr>
                        <a:t> </a:t>
                      </a:r>
                      <a:r>
                        <a:rPr lang="en-US" dirty="0" err="1">
                          <a:latin typeface="Century Schoolbook" panose="02040604050505020304" pitchFamily="18" charset="0"/>
                        </a:rPr>
                        <a:t>các</a:t>
                      </a:r>
                      <a:r>
                        <a:rPr lang="en-US" dirty="0">
                          <a:latin typeface="Century Schoolbook" panose="02040604050505020304" pitchFamily="18" charset="0"/>
                        </a:rPr>
                        <a:t> </a:t>
                      </a:r>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t>
                      </a:r>
                      <a:r>
                        <a:rPr lang="en-US" dirty="0" err="1">
                          <a:latin typeface="Century Schoolbook" panose="02040604050505020304" pitchFamily="18" charset="0"/>
                        </a:rPr>
                        <a:t>và</a:t>
                      </a:r>
                      <a:r>
                        <a:rPr lang="en-US" dirty="0">
                          <a:latin typeface="Century Schoolbook" panose="02040604050505020304" pitchFamily="18" charset="0"/>
                        </a:rPr>
                        <a:t> </a:t>
                      </a:r>
                      <a:r>
                        <a:rPr lang="en-US" dirty="0" err="1">
                          <a:latin typeface="Century Schoolbook" panose="02040604050505020304" pitchFamily="18" charset="0"/>
                        </a:rPr>
                        <a:t>các</a:t>
                      </a:r>
                      <a:r>
                        <a:rPr lang="en-US" dirty="0">
                          <a:latin typeface="Century Schoolbook" panose="02040604050505020304" pitchFamily="18" charset="0"/>
                        </a:rPr>
                        <a:t> </a:t>
                      </a:r>
                      <a:r>
                        <a:rPr lang="en-US" dirty="0" err="1">
                          <a:latin typeface="Century Schoolbook" panose="02040604050505020304" pitchFamily="18" charset="0"/>
                        </a:rPr>
                        <a:t>cặp</a:t>
                      </a:r>
                      <a:r>
                        <a:rPr lang="en-US" dirty="0">
                          <a:latin typeface="Century Schoolbook" panose="02040604050505020304" pitchFamily="18" charset="0"/>
                        </a:rPr>
                        <a:t> </a:t>
                      </a:r>
                      <a:r>
                        <a:rPr lang="en-US" dirty="0" err="1">
                          <a:latin typeface="Century Schoolbook" panose="02040604050505020304" pitchFamily="18" charset="0"/>
                        </a:rPr>
                        <a:t>oxihóa</a:t>
                      </a:r>
                      <a:r>
                        <a:rPr lang="en-US" dirty="0">
                          <a:latin typeface="Century Schoolbook" panose="02040604050505020304" pitchFamily="18" charset="0"/>
                        </a:rPr>
                        <a:t>- </a:t>
                      </a:r>
                      <a:r>
                        <a:rPr lang="en-US" dirty="0" err="1">
                          <a:latin typeface="Century Schoolbook" panose="02040604050505020304" pitchFamily="18" charset="0"/>
                        </a:rPr>
                        <a:t>khử</a:t>
                      </a:r>
                      <a:r>
                        <a:rPr lang="en-US" dirty="0">
                          <a:latin typeface="Century Schoolbook" panose="02040604050505020304" pitchFamily="18" charset="0"/>
                        </a:rPr>
                        <a:t> </a:t>
                      </a:r>
                      <a:r>
                        <a:rPr lang="en-US" dirty="0" err="1">
                          <a:latin typeface="Century Schoolbook" panose="02040604050505020304" pitchFamily="18" charset="0"/>
                        </a:rPr>
                        <a:t>khác</a:t>
                      </a:r>
                      <a:endParaRPr lang="en-US" dirty="0">
                        <a:latin typeface="Century Schoolbook" panose="02040604050505020304" pitchFamily="18" charset="0"/>
                      </a:endParaRPr>
                    </a:p>
                    <a:p>
                      <a:pPr marL="285750" indent="-285750" algn="ctr">
                        <a:buFontTx/>
                        <a:buChar char="-"/>
                      </a:pPr>
                      <a:r>
                        <a:rPr lang="en-US" dirty="0" err="1">
                          <a:latin typeface="Century Schoolbook" panose="02040604050505020304" pitchFamily="18" charset="0"/>
                        </a:rPr>
                        <a:t>Thế</a:t>
                      </a:r>
                      <a:r>
                        <a:rPr lang="en-US" dirty="0">
                          <a:latin typeface="Century Schoolbook" panose="02040604050505020304" pitchFamily="18" charset="0"/>
                        </a:rPr>
                        <a:t> </a:t>
                      </a:r>
                      <a:r>
                        <a:rPr lang="en-US" dirty="0" err="1">
                          <a:latin typeface="Century Schoolbook" panose="02040604050505020304" pitchFamily="18" charset="0"/>
                        </a:rPr>
                        <a:t>quy</a:t>
                      </a:r>
                      <a:r>
                        <a:rPr lang="en-US" dirty="0">
                          <a:latin typeface="Century Schoolbook" panose="02040604050505020304" pitchFamily="18" charset="0"/>
                        </a:rPr>
                        <a:t> </a:t>
                      </a:r>
                      <a:r>
                        <a:rPr lang="vi-VN" dirty="0">
                          <a:latin typeface="Century Schoolbook" panose="02040604050505020304" pitchFamily="18" charset="0"/>
                        </a:rPr>
                        <a:t>ư</a:t>
                      </a:r>
                      <a:r>
                        <a:rPr lang="en-US" dirty="0" err="1">
                          <a:latin typeface="Century Schoolbook" panose="02040604050505020304" pitchFamily="18" charset="0"/>
                        </a:rPr>
                        <a:t>ớc</a:t>
                      </a:r>
                      <a:endParaRPr lang="en-US" dirty="0">
                        <a:latin typeface="Century Schoolbook" panose="02040604050505020304" pitchFamily="18" charset="0"/>
                      </a:endParaRPr>
                    </a:p>
                    <a:p>
                      <a:pPr marL="0" indent="0" algn="ctr">
                        <a:buFontTx/>
                        <a:buNone/>
                      </a:pPr>
                      <a:r>
                        <a:rPr lang="en-US" dirty="0">
                          <a:latin typeface="Century Schoolbook" panose="02040604050505020304" pitchFamily="18" charset="0"/>
                        </a:rPr>
                        <a:t> </a:t>
                      </a:r>
                      <a:r>
                        <a:rPr lang="en-US" b="1" dirty="0">
                          <a:latin typeface="Century Schoolbook" panose="02040604050505020304" pitchFamily="18" charset="0"/>
                        </a:rPr>
                        <a:t>E°</a:t>
                      </a:r>
                      <a:r>
                        <a:rPr lang="en-US" dirty="0">
                          <a:latin typeface="Century Schoolbook" panose="02040604050505020304" pitchFamily="18" charset="0"/>
                        </a:rPr>
                        <a:t>= 0,000V</a:t>
                      </a:r>
                      <a:endParaRPr lang="ru-RU" dirty="0">
                        <a:latin typeface="Century Schoolbook" panose="02040604050505020304" pitchFamily="18" charset="0"/>
                      </a:endParaRPr>
                    </a:p>
                  </a:txBody>
                  <a:tcPr/>
                </a:tc>
                <a:tc>
                  <a:txBody>
                    <a:bodyPr/>
                    <a:lstStyle/>
                    <a:p>
                      <a:pPr algn="ctr"/>
                      <a:r>
                        <a:rPr lang="en-US" dirty="0">
                          <a:latin typeface="Century Schoolbook" panose="02040604050505020304" pitchFamily="18" charset="0"/>
                        </a:rPr>
                        <a:t>-</a:t>
                      </a:r>
                      <a:r>
                        <a:rPr lang="en-US" dirty="0" err="1">
                          <a:latin typeface="Century Schoolbook" panose="02040604050505020304" pitchFamily="18" charset="0"/>
                        </a:rPr>
                        <a:t>Chế</a:t>
                      </a:r>
                      <a:r>
                        <a:rPr lang="en-US" dirty="0">
                          <a:latin typeface="Century Schoolbook" panose="02040604050505020304" pitchFamily="18" charset="0"/>
                        </a:rPr>
                        <a:t> </a:t>
                      </a:r>
                      <a:r>
                        <a:rPr lang="en-US" dirty="0" err="1">
                          <a:latin typeface="Century Schoolbook" panose="02040604050505020304" pitchFamily="18" charset="0"/>
                        </a:rPr>
                        <a:t>tạo</a:t>
                      </a:r>
                      <a:r>
                        <a:rPr lang="en-US" dirty="0">
                          <a:latin typeface="Century Schoolbook" panose="02040604050505020304" pitchFamily="18" charset="0"/>
                        </a:rPr>
                        <a:t> </a:t>
                      </a:r>
                      <a:r>
                        <a:rPr lang="en-US" dirty="0" err="1">
                          <a:latin typeface="Century Schoolbook" panose="02040604050505020304" pitchFamily="18" charset="0"/>
                        </a:rPr>
                        <a:t>dễ</a:t>
                      </a:r>
                      <a:r>
                        <a:rPr lang="en-US" dirty="0">
                          <a:latin typeface="Century Schoolbook" panose="02040604050505020304" pitchFamily="18" charset="0"/>
                        </a:rPr>
                        <a:t> </a:t>
                      </a:r>
                      <a:r>
                        <a:rPr lang="en-US" dirty="0" err="1">
                          <a:latin typeface="Century Schoolbook" panose="02040604050505020304" pitchFamily="18" charset="0"/>
                        </a:rPr>
                        <a:t>dàng</a:t>
                      </a:r>
                      <a:endParaRPr lang="en-US" dirty="0">
                        <a:latin typeface="Century Schoolbook" panose="02040604050505020304" pitchFamily="18" charset="0"/>
                      </a:endParaRPr>
                    </a:p>
                    <a:p>
                      <a:pPr marL="285750" indent="-285750" algn="ctr">
                        <a:buFontTx/>
                        <a:buChar char="-"/>
                      </a:pPr>
                      <a:r>
                        <a:rPr lang="en-US" dirty="0" err="1">
                          <a:latin typeface="Century Schoolbook" panose="02040604050505020304" pitchFamily="18" charset="0"/>
                        </a:rPr>
                        <a:t>Dễ</a:t>
                      </a:r>
                      <a:r>
                        <a:rPr lang="en-US" dirty="0">
                          <a:latin typeface="Century Schoolbook" panose="02040604050505020304" pitchFamily="18" charset="0"/>
                        </a:rPr>
                        <a:t> </a:t>
                      </a:r>
                      <a:r>
                        <a:rPr lang="en-US" dirty="0" err="1">
                          <a:latin typeface="Century Schoolbook" panose="02040604050505020304" pitchFamily="18" charset="0"/>
                        </a:rPr>
                        <a:t>bị</a:t>
                      </a:r>
                      <a:r>
                        <a:rPr lang="en-US" dirty="0">
                          <a:latin typeface="Century Schoolbook" panose="02040604050505020304" pitchFamily="18" charset="0"/>
                        </a:rPr>
                        <a:t> </a:t>
                      </a:r>
                      <a:r>
                        <a:rPr lang="en-US" dirty="0" err="1">
                          <a:latin typeface="Century Schoolbook" panose="02040604050505020304" pitchFamily="18" charset="0"/>
                        </a:rPr>
                        <a:t>ảnh</a:t>
                      </a:r>
                      <a:r>
                        <a:rPr lang="en-US" dirty="0">
                          <a:latin typeface="Century Schoolbook" panose="02040604050505020304" pitchFamily="18" charset="0"/>
                        </a:rPr>
                        <a:t> h</a:t>
                      </a:r>
                      <a:r>
                        <a:rPr lang="vi-VN" dirty="0">
                          <a:latin typeface="Century Schoolbook" panose="02040604050505020304" pitchFamily="18" charset="0"/>
                        </a:rPr>
                        <a:t>ư</a:t>
                      </a:r>
                      <a:r>
                        <a:rPr lang="en-US" dirty="0" err="1">
                          <a:latin typeface="Century Schoolbook" panose="02040604050505020304" pitchFamily="18" charset="0"/>
                        </a:rPr>
                        <a:t>ởng</a:t>
                      </a:r>
                      <a:r>
                        <a:rPr lang="en-US" dirty="0">
                          <a:latin typeface="Century Schoolbook" panose="02040604050505020304" pitchFamily="18" charset="0"/>
                        </a:rPr>
                        <a:t> </a:t>
                      </a:r>
                      <a:r>
                        <a:rPr lang="en-US" dirty="0" err="1">
                          <a:latin typeface="Century Schoolbook" panose="02040604050505020304" pitchFamily="18" charset="0"/>
                        </a:rPr>
                        <a:t>bởi</a:t>
                      </a:r>
                      <a:r>
                        <a:rPr lang="en-US" dirty="0">
                          <a:latin typeface="Century Schoolbook" panose="02040604050505020304" pitchFamily="18" charset="0"/>
                        </a:rPr>
                        <a:t> </a:t>
                      </a:r>
                      <a:r>
                        <a:rPr lang="en-US" dirty="0" err="1">
                          <a:latin typeface="Century Schoolbook" panose="02040604050505020304" pitchFamily="18" charset="0"/>
                        </a:rPr>
                        <a:t>nhiệt</a:t>
                      </a:r>
                      <a:r>
                        <a:rPr lang="en-US" dirty="0">
                          <a:latin typeface="Century Schoolbook" panose="02040604050505020304" pitchFamily="18" charset="0"/>
                        </a:rPr>
                        <a:t> </a:t>
                      </a:r>
                      <a:r>
                        <a:rPr lang="en-US" dirty="0" err="1">
                          <a:latin typeface="Century Schoolbook" panose="02040604050505020304" pitchFamily="18" charset="0"/>
                        </a:rPr>
                        <a:t>độ</a:t>
                      </a:r>
                      <a:endParaRPr lang="en-US" dirty="0">
                        <a:latin typeface="Century Schoolbook" panose="02040604050505020304" pitchFamily="18" charset="0"/>
                      </a:endParaRPr>
                    </a:p>
                    <a:p>
                      <a:pPr marL="285750" indent="-285750" algn="ctr">
                        <a:buFontTx/>
                        <a:buChar char="-"/>
                      </a:pPr>
                      <a:r>
                        <a:rPr lang="en-US" b="1" dirty="0">
                          <a:latin typeface="Century Schoolbook" panose="02040604050505020304" pitchFamily="18" charset="0"/>
                        </a:rPr>
                        <a:t>E°</a:t>
                      </a:r>
                      <a:r>
                        <a:rPr lang="en-US" dirty="0">
                          <a:latin typeface="Century Schoolbook" panose="02040604050505020304" pitchFamily="18" charset="0"/>
                        </a:rPr>
                        <a:t>= 0,244V (vs SHE)</a:t>
                      </a:r>
                      <a:endParaRPr lang="ru-RU" dirty="0">
                        <a:latin typeface="Century Schoolbook" panose="02040604050505020304" pitchFamily="18" charset="0"/>
                      </a:endParaRPr>
                    </a:p>
                  </a:txBody>
                  <a:tcPr/>
                </a:tc>
                <a:tc>
                  <a:txBody>
                    <a:bodyPr/>
                    <a:lstStyle/>
                    <a:p>
                      <a:pPr algn="ctr"/>
                      <a:r>
                        <a:rPr lang="en-US" dirty="0">
                          <a:latin typeface="Century Schoolbook" panose="02040604050505020304" pitchFamily="18" charset="0"/>
                        </a:rPr>
                        <a:t>-</a:t>
                      </a:r>
                      <a:r>
                        <a:rPr lang="en-US" b="1" dirty="0">
                          <a:latin typeface="Century Schoolbook" panose="02040604050505020304" pitchFamily="18" charset="0"/>
                        </a:rPr>
                        <a:t>E°</a:t>
                      </a:r>
                      <a:r>
                        <a:rPr lang="en-US" dirty="0">
                          <a:latin typeface="Century Schoolbook" panose="02040604050505020304" pitchFamily="18" charset="0"/>
                        </a:rPr>
                        <a:t>= 0,197V </a:t>
                      </a:r>
                      <a:r>
                        <a:rPr lang="en-US" dirty="0" err="1">
                          <a:latin typeface="Century Schoolbook" panose="02040604050505020304" pitchFamily="18" charset="0"/>
                        </a:rPr>
                        <a:t>nhiệt</a:t>
                      </a:r>
                      <a:r>
                        <a:rPr lang="en-US" dirty="0">
                          <a:latin typeface="Century Schoolbook" panose="02040604050505020304" pitchFamily="18" charset="0"/>
                        </a:rPr>
                        <a:t> </a:t>
                      </a:r>
                      <a:r>
                        <a:rPr lang="en-US" dirty="0" err="1">
                          <a:latin typeface="Century Schoolbook" panose="02040604050505020304" pitchFamily="18" charset="0"/>
                        </a:rPr>
                        <a:t>độ</a:t>
                      </a:r>
                      <a:r>
                        <a:rPr lang="en-US" dirty="0">
                          <a:latin typeface="Century Schoolbook" panose="02040604050505020304" pitchFamily="18" charset="0"/>
                        </a:rPr>
                        <a:t> 25C,trong dung </a:t>
                      </a:r>
                      <a:r>
                        <a:rPr lang="en-US" dirty="0" err="1">
                          <a:latin typeface="Century Schoolbook" panose="02040604050505020304" pitchFamily="18" charset="0"/>
                        </a:rPr>
                        <a:t>dịch</a:t>
                      </a:r>
                      <a:r>
                        <a:rPr lang="en-US" dirty="0">
                          <a:latin typeface="Century Schoolbook" panose="02040604050505020304" pitchFamily="18" charset="0"/>
                        </a:rPr>
                        <a:t> </a:t>
                      </a:r>
                      <a:r>
                        <a:rPr lang="en-US" dirty="0" err="1">
                          <a:latin typeface="Century Schoolbook" panose="02040604050505020304" pitchFamily="18" charset="0"/>
                        </a:rPr>
                        <a:t>KCl</a:t>
                      </a:r>
                      <a:r>
                        <a:rPr lang="en-US" dirty="0">
                          <a:latin typeface="Century Schoolbook" panose="02040604050505020304" pitchFamily="18" charset="0"/>
                        </a:rPr>
                        <a:t> </a:t>
                      </a:r>
                      <a:r>
                        <a:rPr lang="en-US" dirty="0" err="1">
                          <a:latin typeface="Century Schoolbook" panose="02040604050505020304" pitchFamily="18" charset="0"/>
                        </a:rPr>
                        <a:t>bão</a:t>
                      </a:r>
                      <a:r>
                        <a:rPr lang="en-US" dirty="0">
                          <a:latin typeface="Century Schoolbook" panose="02040604050505020304" pitchFamily="18" charset="0"/>
                        </a:rPr>
                        <a:t> </a:t>
                      </a:r>
                      <a:r>
                        <a:rPr lang="en-US" dirty="0" err="1">
                          <a:latin typeface="Century Schoolbook" panose="02040604050505020304" pitchFamily="18" charset="0"/>
                        </a:rPr>
                        <a:t>hòa</a:t>
                      </a:r>
                      <a:endParaRPr lang="en-US" dirty="0">
                        <a:latin typeface="Century Schoolbook" panose="02040604050505020304" pitchFamily="18" charset="0"/>
                      </a:endParaRPr>
                    </a:p>
                    <a:p>
                      <a:pPr algn="ctr"/>
                      <a:r>
                        <a:rPr lang="en-US" dirty="0">
                          <a:latin typeface="Century Schoolbook" panose="02040604050505020304" pitchFamily="18" charset="0"/>
                        </a:rPr>
                        <a:t>-</a:t>
                      </a:r>
                      <a:r>
                        <a:rPr lang="en-US" b="1" dirty="0">
                          <a:latin typeface="Century Schoolbook" panose="02040604050505020304" pitchFamily="18" charset="0"/>
                        </a:rPr>
                        <a:t>E°</a:t>
                      </a:r>
                      <a:r>
                        <a:rPr lang="en-US" dirty="0">
                          <a:latin typeface="Century Schoolbook" panose="02040604050505020304" pitchFamily="18" charset="0"/>
                        </a:rPr>
                        <a:t>= 0,222V </a:t>
                      </a:r>
                      <a:r>
                        <a:rPr lang="en-US" dirty="0" err="1">
                          <a:latin typeface="Century Schoolbook" panose="02040604050505020304" pitchFamily="18" charset="0"/>
                        </a:rPr>
                        <a:t>khi</a:t>
                      </a:r>
                      <a:r>
                        <a:rPr lang="en-US" dirty="0">
                          <a:latin typeface="Century Schoolbook" panose="02040604050505020304" pitchFamily="18" charset="0"/>
                        </a:rPr>
                        <a:t> </a:t>
                      </a:r>
                      <a:r>
                        <a:rPr lang="en-US" dirty="0" err="1">
                          <a:latin typeface="Century Schoolbook" panose="02040604050505020304" pitchFamily="18" charset="0"/>
                        </a:rPr>
                        <a:t>không</a:t>
                      </a:r>
                      <a:r>
                        <a:rPr lang="en-US" dirty="0">
                          <a:latin typeface="Century Schoolbook" panose="02040604050505020304" pitchFamily="18" charset="0"/>
                        </a:rPr>
                        <a:t> </a:t>
                      </a:r>
                      <a:r>
                        <a:rPr lang="en-US" dirty="0" err="1">
                          <a:latin typeface="Century Schoolbook" panose="02040604050505020304" pitchFamily="18" charset="0"/>
                        </a:rPr>
                        <a:t>có</a:t>
                      </a:r>
                      <a:r>
                        <a:rPr lang="en-US" dirty="0">
                          <a:latin typeface="Century Schoolbook" panose="02040604050505020304" pitchFamily="18" charset="0"/>
                        </a:rPr>
                        <a:t> </a:t>
                      </a:r>
                      <a:r>
                        <a:rPr lang="en-US" dirty="0" err="1">
                          <a:latin typeface="Century Schoolbook" panose="02040604050505020304" pitchFamily="18" charset="0"/>
                        </a:rPr>
                        <a:t>KCl</a:t>
                      </a:r>
                      <a:endParaRPr lang="ru-RU" dirty="0">
                        <a:latin typeface="Century Schoolbook" panose="02040604050505020304"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9403E7A-58BE-40B5-B530-8C6E7A32E535}" type="slidenum">
              <a:rPr lang="en-US" altLang="ru-RU">
                <a:solidFill>
                  <a:srgbClr val="FFFFFF"/>
                </a:solidFill>
              </a:rPr>
              <a:pPr/>
              <a:t>143</a:t>
            </a:fld>
            <a:endParaRPr lang="en-US" altLang="ru-RU">
              <a:solidFill>
                <a:srgbClr val="FFFFFF"/>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l="11414" t="20586" r="18802" b="9381"/>
          <a:stretch>
            <a:fillRect/>
          </a:stretch>
        </p:blipFill>
        <p:spPr bwMode="auto">
          <a:xfrm>
            <a:off x="1042988" y="2636838"/>
            <a:ext cx="63817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23813" y="404813"/>
            <a:ext cx="8869362"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400">
                <a:latin typeface="Georgia Pro Cond Light" pitchFamily="18" charset="0"/>
              </a:rPr>
              <a:t>1) điện cực có thế bằng -0,461 V trong hệ đo với điện cực so sánh là SCE </a:t>
            </a:r>
          </a:p>
          <a:p>
            <a:pPr eaLnBrk="1" hangingPunct="1"/>
            <a:r>
              <a:rPr lang="en-US" altLang="ru-RU" sz="2400">
                <a:latin typeface="Georgia Pro Cond Light" pitchFamily="18" charset="0"/>
              </a:rPr>
              <a:t>Hỏi thế của điện cực đó bằng bao nhiêu nếu dùng điện cực so sánh là SHE, Ag/AgCl?</a:t>
            </a:r>
          </a:p>
          <a:p>
            <a:pPr eaLnBrk="1" hangingPunct="1"/>
            <a:r>
              <a:rPr lang="en-US" altLang="ru-RU" sz="2400">
                <a:latin typeface="Georgia Pro Cond Light" pitchFamily="18" charset="0"/>
              </a:rPr>
              <a:t>2) Điện cực có thế bằng 0,033V trong hệ đo dùng điện cực so sánh là điện cực Ag/AgCl. Hỏi thế của điện cực đó bằng bao nhiêu nếu dùng điện cực so sánh là SHE, SCE?</a:t>
            </a:r>
          </a:p>
          <a:p>
            <a:pPr eaLnBrk="1" hangingPunct="1"/>
            <a:endParaRPr lang="en-US" altLang="ru-RU"/>
          </a:p>
          <a:p>
            <a:pPr eaLnBrk="1" hangingPunct="1"/>
            <a:endParaRPr lang="en-US" altLang="ru-RU"/>
          </a:p>
          <a:p>
            <a:pPr eaLnBrk="1" hangingPunct="1"/>
            <a:endParaRPr lang="ru-RU" alt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072DB28-94AE-494E-BA07-14B5C80C2B8A}" type="slidenum">
              <a:rPr lang="en-US" altLang="ru-RU">
                <a:solidFill>
                  <a:srgbClr val="FFFFFF"/>
                </a:solidFill>
                <a:latin typeface="Century Schoolbook" panose="02040604050505020304" pitchFamily="18" charset="0"/>
              </a:rPr>
              <a:pPr/>
              <a:t>144</a:t>
            </a:fld>
            <a:endParaRPr lang="en-US" altLang="ru-RU">
              <a:solidFill>
                <a:srgbClr val="FFFFFF"/>
              </a:solidFill>
              <a:latin typeface="Century Schoolbook" panose="02040604050505020304" pitchFamily="18" charset="0"/>
            </a:endParaRPr>
          </a:p>
        </p:txBody>
      </p:sp>
      <p:sp>
        <p:nvSpPr>
          <p:cNvPr id="3" name="TextBox 2"/>
          <p:cNvSpPr txBox="1"/>
          <p:nvPr/>
        </p:nvSpPr>
        <p:spPr>
          <a:xfrm>
            <a:off x="900113" y="260350"/>
            <a:ext cx="7534275" cy="400050"/>
          </a:xfrm>
          <a:prstGeom prst="rect">
            <a:avLst/>
          </a:prstGeom>
          <a:solidFill>
            <a:schemeClr val="accent1">
              <a:lumMod val="60000"/>
              <a:lumOff val="4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latin typeface="Century Schoolbook" panose="02040604050505020304" pitchFamily="18" charset="0"/>
              </a:rPr>
              <a:t>Các loại điện cực chỉ thị kim loại (Metallic Indicator Electrode)</a:t>
            </a:r>
            <a:endParaRPr lang="ru-RU" sz="2000">
              <a:latin typeface="Century Schoolbook" panose="02040604050505020304" pitchFamily="18" charset="0"/>
            </a:endParaRPr>
          </a:p>
        </p:txBody>
      </p:sp>
      <p:graphicFrame>
        <p:nvGraphicFramePr>
          <p:cNvPr id="4" name="Table 4"/>
          <p:cNvGraphicFramePr>
            <a:graphicFrameLocks noGrp="1"/>
          </p:cNvGraphicFramePr>
          <p:nvPr/>
        </p:nvGraphicFramePr>
        <p:xfrm>
          <a:off x="-108520" y="1340768"/>
          <a:ext cx="9252519" cy="5612668"/>
        </p:xfrm>
        <a:graphic>
          <a:graphicData uri="http://schemas.openxmlformats.org/drawingml/2006/table">
            <a:tbl>
              <a:tblPr firstRow="1" bandRow="1">
                <a:tableStyleId>{5C22544A-7EE6-4342-B048-85BDC9FD1C3A}</a:tableStyleId>
              </a:tblPr>
              <a:tblGrid>
                <a:gridCol w="1080120"/>
                <a:gridCol w="2232248"/>
                <a:gridCol w="2232248"/>
                <a:gridCol w="1778128"/>
                <a:gridCol w="1929775"/>
              </a:tblGrid>
              <a:tr h="1206134">
                <a:tc>
                  <a:txBody>
                    <a:bodyPr/>
                    <a:lstStyle/>
                    <a:p>
                      <a:pPr algn="ctr"/>
                      <a:endParaRPr lang="ru-RU" dirty="0">
                        <a:latin typeface="Century Schoolbook" panose="02040604050505020304" pitchFamily="18" charset="0"/>
                      </a:endParaRPr>
                    </a:p>
                  </a:txBody>
                  <a:tcPr/>
                </a:tc>
                <a:tc>
                  <a:txBody>
                    <a:bodyPr/>
                    <a:lstStyle/>
                    <a:p>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KL </a:t>
                      </a:r>
                      <a:r>
                        <a:rPr lang="en-US" dirty="0" err="1">
                          <a:latin typeface="Century Schoolbook" panose="02040604050505020304" pitchFamily="18" charset="0"/>
                        </a:rPr>
                        <a:t>loại</a:t>
                      </a:r>
                      <a:r>
                        <a:rPr lang="en-US" dirty="0">
                          <a:latin typeface="Century Schoolbook" panose="02040604050505020304" pitchFamily="18" charset="0"/>
                        </a:rPr>
                        <a:t> 1 (</a:t>
                      </a:r>
                      <a:r>
                        <a:rPr lang="en-US" dirty="0" err="1">
                          <a:latin typeface="Century Schoolbook" panose="02040604050505020304" pitchFamily="18" charset="0"/>
                        </a:rPr>
                        <a:t>Chỉ</a:t>
                      </a:r>
                      <a:r>
                        <a:rPr lang="en-US" dirty="0">
                          <a:latin typeface="Century Schoolbook" panose="02040604050505020304" pitchFamily="18" charset="0"/>
                        </a:rPr>
                        <a:t> </a:t>
                      </a:r>
                      <a:r>
                        <a:rPr lang="en-US" dirty="0" err="1">
                          <a:latin typeface="Century Schoolbook" panose="02040604050505020304" pitchFamily="18" charset="0"/>
                        </a:rPr>
                        <a:t>thị</a:t>
                      </a:r>
                      <a:r>
                        <a:rPr lang="en-US" dirty="0">
                          <a:latin typeface="Century Schoolbook" panose="02040604050505020304" pitchFamily="18" charset="0"/>
                        </a:rPr>
                        <a:t> Cation)</a:t>
                      </a:r>
                      <a:endParaRPr lang="ru-RU" dirty="0">
                        <a:latin typeface="Century Schoolbook" panose="020406040505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KL </a:t>
                      </a:r>
                      <a:r>
                        <a:rPr lang="en-US" dirty="0" err="1">
                          <a:latin typeface="Century Schoolbook" panose="02040604050505020304" pitchFamily="18" charset="0"/>
                        </a:rPr>
                        <a:t>loại</a:t>
                      </a:r>
                      <a:r>
                        <a:rPr lang="en-US" dirty="0">
                          <a:latin typeface="Century Schoolbook" panose="02040604050505020304" pitchFamily="18" charset="0"/>
                        </a:rPr>
                        <a:t> 2 (</a:t>
                      </a:r>
                      <a:r>
                        <a:rPr lang="en-US" dirty="0" err="1">
                          <a:latin typeface="Century Schoolbook" panose="02040604050505020304" pitchFamily="18" charset="0"/>
                        </a:rPr>
                        <a:t>Chỉ</a:t>
                      </a:r>
                      <a:r>
                        <a:rPr lang="en-US" dirty="0">
                          <a:latin typeface="Century Schoolbook" panose="02040604050505020304" pitchFamily="18" charset="0"/>
                        </a:rPr>
                        <a:t> </a:t>
                      </a:r>
                      <a:r>
                        <a:rPr lang="en-US" dirty="0" err="1">
                          <a:latin typeface="Century Schoolbook" panose="02040604050505020304" pitchFamily="18" charset="0"/>
                        </a:rPr>
                        <a:t>thị</a:t>
                      </a:r>
                      <a:r>
                        <a:rPr lang="en-US" dirty="0">
                          <a:latin typeface="Century Schoolbook" panose="02040604050505020304" pitchFamily="18" charset="0"/>
                        </a:rPr>
                        <a:t> Anion)</a:t>
                      </a:r>
                      <a:endParaRPr lang="ru-RU" dirty="0">
                        <a:latin typeface="Century Schoolbook" panose="02040604050505020304" pitchFamily="18" charset="0"/>
                      </a:endParaRPr>
                    </a:p>
                    <a:p>
                      <a:endParaRPr lang="ru-RU" dirty="0">
                        <a:latin typeface="Century Schoolbook" panose="02040604050505020304" pitchFamily="18" charset="0"/>
                      </a:endParaRPr>
                    </a:p>
                  </a:txBody>
                  <a:tcPr/>
                </a:tc>
                <a:tc>
                  <a:txBody>
                    <a:bodyPr/>
                    <a:lstStyle/>
                    <a:p>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Ag </a:t>
                      </a:r>
                      <a:endParaRPr lang="ru-RU" dirty="0">
                        <a:latin typeface="Century Schoolbook" panose="02040604050505020304" pitchFamily="18" charset="0"/>
                      </a:endParaRPr>
                    </a:p>
                  </a:txBody>
                  <a:tcPr/>
                </a:tc>
                <a:tc>
                  <a:txBody>
                    <a:bodyPr/>
                    <a:lstStyle/>
                    <a:p>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t>
                      </a:r>
                      <a:r>
                        <a:rPr lang="en-US" dirty="0" err="1">
                          <a:latin typeface="Century Schoolbook" panose="02040604050505020304" pitchFamily="18" charset="0"/>
                        </a:rPr>
                        <a:t>chỉ</a:t>
                      </a:r>
                      <a:r>
                        <a:rPr lang="en-US" dirty="0">
                          <a:latin typeface="Century Schoolbook" panose="02040604050505020304" pitchFamily="18" charset="0"/>
                        </a:rPr>
                        <a:t> </a:t>
                      </a:r>
                      <a:r>
                        <a:rPr lang="en-US" dirty="0" err="1">
                          <a:latin typeface="Century Schoolbook" panose="02040604050505020304" pitchFamily="18" charset="0"/>
                        </a:rPr>
                        <a:t>thị</a:t>
                      </a:r>
                      <a:r>
                        <a:rPr lang="en-US" dirty="0">
                          <a:latin typeface="Century Schoolbook" panose="02040604050505020304" pitchFamily="18" charset="0"/>
                        </a:rPr>
                        <a:t> </a:t>
                      </a:r>
                      <a:r>
                        <a:rPr lang="en-US" dirty="0" err="1">
                          <a:latin typeface="Century Schoolbook" panose="02040604050505020304" pitchFamily="18" charset="0"/>
                        </a:rPr>
                        <a:t>cho</a:t>
                      </a:r>
                      <a:r>
                        <a:rPr lang="en-US" dirty="0">
                          <a:latin typeface="Century Schoolbook" panose="02040604050505020304" pitchFamily="18" charset="0"/>
                        </a:rPr>
                        <a:t> </a:t>
                      </a:r>
                      <a:r>
                        <a:rPr lang="en-US" dirty="0" err="1">
                          <a:latin typeface="Century Schoolbook" panose="02040604050505020304" pitchFamily="18" charset="0"/>
                        </a:rPr>
                        <a:t>hệ</a:t>
                      </a:r>
                      <a:r>
                        <a:rPr lang="en-US" dirty="0">
                          <a:latin typeface="Century Schoolbook" panose="02040604050505020304" pitchFamily="18" charset="0"/>
                        </a:rPr>
                        <a:t> OXH-K</a:t>
                      </a:r>
                      <a:endParaRPr lang="ru-RU" dirty="0">
                        <a:latin typeface="Century Schoolbook" panose="02040604050505020304" pitchFamily="18" charset="0"/>
                      </a:endParaRPr>
                    </a:p>
                  </a:txBody>
                  <a:tcPr/>
                </a:tc>
              </a:tr>
              <a:tr h="1463040">
                <a:tc>
                  <a:txBody>
                    <a:bodyPr/>
                    <a:lstStyle/>
                    <a:p>
                      <a:pPr algn="ctr"/>
                      <a:r>
                        <a:rPr lang="en-US" spc="-150" dirty="0" err="1">
                          <a:latin typeface="Century Schoolbook" panose="02040604050505020304" pitchFamily="18" charset="0"/>
                        </a:rPr>
                        <a:t>Nguyên</a:t>
                      </a:r>
                      <a:r>
                        <a:rPr lang="en-US" spc="-150" dirty="0">
                          <a:latin typeface="Century Schoolbook" panose="02040604050505020304" pitchFamily="18" charset="0"/>
                        </a:rPr>
                        <a:t> </a:t>
                      </a:r>
                      <a:r>
                        <a:rPr lang="en-US" spc="-150" dirty="0" err="1">
                          <a:latin typeface="Century Schoolbook" panose="02040604050505020304" pitchFamily="18" charset="0"/>
                        </a:rPr>
                        <a:t>tắc</a:t>
                      </a:r>
                      <a:endParaRPr lang="ru-RU" spc="-150" dirty="0">
                        <a:latin typeface="Century Schoolbook" panose="02040604050505020304" pitchFamily="18" charset="0"/>
                      </a:endParaRPr>
                    </a:p>
                  </a:txBody>
                  <a:tcPr/>
                </a:tc>
                <a:tc>
                  <a:txBody>
                    <a:bodyPr/>
                    <a:lstStyle/>
                    <a:p>
                      <a:r>
                        <a:rPr lang="en-US" dirty="0">
                          <a:latin typeface="Century Schoolbook" panose="02040604050505020304" pitchFamily="18" charset="0"/>
                        </a:rPr>
                        <a:t>Kim </a:t>
                      </a:r>
                      <a:r>
                        <a:rPr lang="en-US" dirty="0" err="1">
                          <a:latin typeface="Century Schoolbook" panose="02040604050505020304" pitchFamily="18" charset="0"/>
                        </a:rPr>
                        <a:t>loại</a:t>
                      </a:r>
                      <a:r>
                        <a:rPr lang="en-US" dirty="0">
                          <a:latin typeface="Century Schoolbook" panose="02040604050505020304" pitchFamily="18" charset="0"/>
                        </a:rPr>
                        <a:t> </a:t>
                      </a:r>
                      <a:r>
                        <a:rPr lang="en-US" dirty="0" err="1">
                          <a:latin typeface="Century Schoolbook" panose="02040604050505020304" pitchFamily="18" charset="0"/>
                        </a:rPr>
                        <a:t>nhúng</a:t>
                      </a:r>
                      <a:r>
                        <a:rPr lang="en-US" dirty="0">
                          <a:latin typeface="Century Schoolbook" panose="02040604050505020304" pitchFamily="18" charset="0"/>
                        </a:rPr>
                        <a:t> </a:t>
                      </a:r>
                      <a:r>
                        <a:rPr lang="en-US" dirty="0" err="1">
                          <a:latin typeface="Century Schoolbook" panose="02040604050505020304" pitchFamily="18" charset="0"/>
                        </a:rPr>
                        <a:t>trong</a:t>
                      </a:r>
                      <a:r>
                        <a:rPr lang="en-US" dirty="0">
                          <a:latin typeface="Century Schoolbook" panose="02040604050505020304" pitchFamily="18" charset="0"/>
                        </a:rPr>
                        <a:t> dung </a:t>
                      </a:r>
                      <a:r>
                        <a:rPr lang="en-US" dirty="0" err="1">
                          <a:latin typeface="Century Schoolbook" panose="02040604050505020304" pitchFamily="18" charset="0"/>
                        </a:rPr>
                        <a:t>dịch</a:t>
                      </a:r>
                      <a:r>
                        <a:rPr lang="en-US" dirty="0">
                          <a:latin typeface="Century Schoolbook" panose="02040604050505020304" pitchFamily="18" charset="0"/>
                        </a:rPr>
                        <a:t> </a:t>
                      </a:r>
                      <a:r>
                        <a:rPr lang="en-US" dirty="0" err="1">
                          <a:latin typeface="Century Schoolbook" panose="02040604050505020304" pitchFamily="18" charset="0"/>
                        </a:rPr>
                        <a:t>muối</a:t>
                      </a:r>
                      <a:r>
                        <a:rPr lang="en-US" dirty="0">
                          <a:latin typeface="Century Schoolbook" panose="02040604050505020304" pitchFamily="18" charset="0"/>
                        </a:rPr>
                        <a:t> </a:t>
                      </a:r>
                      <a:r>
                        <a:rPr lang="en-US" dirty="0" err="1">
                          <a:latin typeface="Century Schoolbook" panose="02040604050505020304" pitchFamily="18" charset="0"/>
                        </a:rPr>
                        <a:t>của</a:t>
                      </a:r>
                      <a:r>
                        <a:rPr lang="en-US" dirty="0">
                          <a:latin typeface="Century Schoolbook" panose="02040604050505020304" pitchFamily="18" charset="0"/>
                        </a:rPr>
                        <a:t> </a:t>
                      </a:r>
                      <a:r>
                        <a:rPr lang="en-US" dirty="0" err="1">
                          <a:latin typeface="Century Schoolbook" panose="02040604050505020304" pitchFamily="18" charset="0"/>
                        </a:rPr>
                        <a:t>nó</a:t>
                      </a:r>
                      <a:r>
                        <a:rPr lang="en-US" dirty="0">
                          <a:latin typeface="Century Schoolbook" panose="02040604050505020304" pitchFamily="18" charset="0"/>
                        </a:rPr>
                        <a:t> M/</a:t>
                      </a:r>
                      <a:r>
                        <a:rPr lang="en-US" dirty="0" err="1">
                          <a:latin typeface="Century Schoolbook" panose="02040604050505020304" pitchFamily="18" charset="0"/>
                        </a:rPr>
                        <a:t>M</a:t>
                      </a:r>
                      <a:r>
                        <a:rPr lang="en-US" baseline="30000" dirty="0" err="1">
                          <a:latin typeface="Century Schoolbook" panose="02040604050505020304" pitchFamily="18" charset="0"/>
                        </a:rPr>
                        <a:t>+n</a:t>
                      </a:r>
                      <a:endParaRPr lang="ru-RU" baseline="30000" dirty="0">
                        <a:latin typeface="Century Schoolbook" panose="02040604050505020304" pitchFamily="18" charset="0"/>
                      </a:endParaRPr>
                    </a:p>
                  </a:txBody>
                  <a:tcPr/>
                </a:tc>
                <a:tc>
                  <a:txBody>
                    <a:bodyPr/>
                    <a:lstStyle/>
                    <a:p>
                      <a:r>
                        <a:rPr lang="en-US" dirty="0" err="1">
                          <a:latin typeface="Century Schoolbook" panose="02040604050505020304" pitchFamily="18" charset="0"/>
                        </a:rPr>
                        <a:t>Xác</a:t>
                      </a:r>
                      <a:r>
                        <a:rPr lang="en-US" dirty="0">
                          <a:latin typeface="Century Schoolbook" panose="02040604050505020304" pitchFamily="18" charset="0"/>
                        </a:rPr>
                        <a:t> </a:t>
                      </a:r>
                      <a:r>
                        <a:rPr lang="en-US" dirty="0" err="1">
                          <a:latin typeface="Century Schoolbook" panose="02040604050505020304" pitchFamily="18" charset="0"/>
                        </a:rPr>
                        <a:t>định</a:t>
                      </a:r>
                      <a:r>
                        <a:rPr lang="en-US" dirty="0">
                          <a:latin typeface="Century Schoolbook" panose="02040604050505020304" pitchFamily="18" charset="0"/>
                        </a:rPr>
                        <a:t> anion </a:t>
                      </a:r>
                      <a:r>
                        <a:rPr lang="en-US" dirty="0" err="1">
                          <a:latin typeface="Century Schoolbook" panose="02040604050505020304" pitchFamily="18" charset="0"/>
                        </a:rPr>
                        <a:t>tạo</a:t>
                      </a:r>
                      <a:r>
                        <a:rPr lang="en-US" dirty="0">
                          <a:latin typeface="Century Schoolbook" panose="02040604050505020304" pitchFamily="18" charset="0"/>
                        </a:rPr>
                        <a:t> </a:t>
                      </a:r>
                      <a:r>
                        <a:rPr lang="en-US" dirty="0" err="1">
                          <a:latin typeface="Century Schoolbook" panose="02040604050505020304" pitchFamily="18" charset="0"/>
                        </a:rPr>
                        <a:t>hợp</a:t>
                      </a:r>
                      <a:r>
                        <a:rPr lang="en-US" dirty="0">
                          <a:latin typeface="Century Schoolbook" panose="02040604050505020304" pitchFamily="18" charset="0"/>
                        </a:rPr>
                        <a:t> </a:t>
                      </a:r>
                      <a:r>
                        <a:rPr lang="en-US" dirty="0" err="1">
                          <a:latin typeface="Century Schoolbook" panose="02040604050505020304" pitchFamily="18" charset="0"/>
                        </a:rPr>
                        <a:t>chất</a:t>
                      </a:r>
                      <a:r>
                        <a:rPr lang="en-US" dirty="0">
                          <a:latin typeface="Century Schoolbook" panose="02040604050505020304" pitchFamily="18" charset="0"/>
                        </a:rPr>
                        <a:t> </a:t>
                      </a:r>
                      <a:r>
                        <a:rPr lang="en-US" dirty="0" err="1">
                          <a:latin typeface="Century Schoolbook" panose="02040604050505020304" pitchFamily="18" charset="0"/>
                        </a:rPr>
                        <a:t>ít</a:t>
                      </a:r>
                      <a:r>
                        <a:rPr lang="en-US" dirty="0">
                          <a:latin typeface="Century Schoolbook" panose="02040604050505020304" pitchFamily="18" charset="0"/>
                        </a:rPr>
                        <a:t> tan/ </a:t>
                      </a:r>
                      <a:r>
                        <a:rPr lang="en-US" dirty="0" err="1">
                          <a:latin typeface="Century Schoolbook" panose="02040604050505020304" pitchFamily="18" charset="0"/>
                        </a:rPr>
                        <a:t>phức</a:t>
                      </a:r>
                      <a:r>
                        <a:rPr lang="en-US" dirty="0">
                          <a:latin typeface="Century Schoolbook" panose="02040604050505020304" pitchFamily="18" charset="0"/>
                        </a:rPr>
                        <a:t> </a:t>
                      </a:r>
                      <a:r>
                        <a:rPr lang="en-US" dirty="0" err="1">
                          <a:latin typeface="Century Schoolbook" panose="02040604050505020304" pitchFamily="18" charset="0"/>
                        </a:rPr>
                        <a:t>bền</a:t>
                      </a:r>
                      <a:r>
                        <a:rPr lang="en-US" dirty="0">
                          <a:latin typeface="Century Schoolbook" panose="02040604050505020304" pitchFamily="18" charset="0"/>
                        </a:rPr>
                        <a:t> </a:t>
                      </a:r>
                      <a:r>
                        <a:rPr lang="en-US" dirty="0" err="1">
                          <a:latin typeface="Century Schoolbook" panose="02040604050505020304" pitchFamily="18" charset="0"/>
                        </a:rPr>
                        <a:t>với</a:t>
                      </a:r>
                      <a:r>
                        <a:rPr lang="en-US" dirty="0">
                          <a:latin typeface="Century Schoolbook" panose="02040604050505020304" pitchFamily="18" charset="0"/>
                        </a:rPr>
                        <a:t> </a:t>
                      </a:r>
                      <a:r>
                        <a:rPr lang="en-US" dirty="0" err="1">
                          <a:latin typeface="Century Schoolbook" panose="02040604050505020304" pitchFamily="18" charset="0"/>
                        </a:rPr>
                        <a:t>kim</a:t>
                      </a:r>
                      <a:r>
                        <a:rPr lang="en-US" dirty="0">
                          <a:latin typeface="Century Schoolbook" panose="02040604050505020304" pitchFamily="18" charset="0"/>
                        </a:rPr>
                        <a:t> </a:t>
                      </a:r>
                      <a:r>
                        <a:rPr lang="en-US" dirty="0" err="1">
                          <a:latin typeface="Century Schoolbook" panose="02040604050505020304" pitchFamily="18" charset="0"/>
                        </a:rPr>
                        <a:t>loại</a:t>
                      </a:r>
                      <a:endParaRPr lang="ru-RU" dirty="0">
                        <a:latin typeface="Century Schoolbook" panose="02040604050505020304" pitchFamily="18" charset="0"/>
                      </a:endParaRPr>
                    </a:p>
                  </a:txBody>
                  <a:tcPr/>
                </a:tc>
                <a:tc>
                  <a:txBody>
                    <a:bodyPr/>
                    <a:lstStyle/>
                    <a:p>
                      <a:endParaRPr lang="ru-RU">
                        <a:latin typeface="Century Schoolbook" panose="02040604050505020304" pitchFamily="18" charset="0"/>
                      </a:endParaRPr>
                    </a:p>
                  </a:txBody>
                  <a:tcPr/>
                </a:tc>
                <a:tc>
                  <a:txBody>
                    <a:bodyPr/>
                    <a:lstStyle/>
                    <a:p>
                      <a:r>
                        <a:rPr lang="en-US" dirty="0">
                          <a:latin typeface="Century Schoolbook" panose="02040604050505020304" pitchFamily="18" charset="0"/>
                        </a:rPr>
                        <a:t>Kim </a:t>
                      </a:r>
                      <a:r>
                        <a:rPr lang="en-US" dirty="0" err="1">
                          <a:latin typeface="Century Schoolbook" panose="02040604050505020304" pitchFamily="18" charset="0"/>
                        </a:rPr>
                        <a:t>loại</a:t>
                      </a:r>
                      <a:r>
                        <a:rPr lang="en-US" dirty="0">
                          <a:latin typeface="Century Schoolbook" panose="02040604050505020304" pitchFamily="18" charset="0"/>
                        </a:rPr>
                        <a:t> tr</a:t>
                      </a:r>
                      <a:r>
                        <a:rPr lang="vi-VN" dirty="0">
                          <a:latin typeface="Century Schoolbook" panose="02040604050505020304" pitchFamily="18" charset="0"/>
                        </a:rPr>
                        <a:t>ơ</a:t>
                      </a:r>
                      <a:r>
                        <a:rPr lang="en-US" dirty="0">
                          <a:latin typeface="Century Schoolbook" panose="02040604050505020304" pitchFamily="18" charset="0"/>
                        </a:rPr>
                        <a:t>: Au, Pt, P, </a:t>
                      </a:r>
                      <a:r>
                        <a:rPr lang="en-US" dirty="0" err="1">
                          <a:latin typeface="Century Schoolbook" panose="02040604050505020304" pitchFamily="18" charset="0"/>
                        </a:rPr>
                        <a:t>dùng</a:t>
                      </a:r>
                      <a:r>
                        <a:rPr lang="en-US" dirty="0">
                          <a:latin typeface="Century Schoolbook" panose="02040604050505020304" pitchFamily="18" charset="0"/>
                        </a:rPr>
                        <a:t> </a:t>
                      </a:r>
                      <a:r>
                        <a:rPr lang="en-US" dirty="0" err="1">
                          <a:latin typeface="Century Schoolbook" panose="02040604050505020304" pitchFamily="18" charset="0"/>
                        </a:rPr>
                        <a:t>để</a:t>
                      </a:r>
                      <a:r>
                        <a:rPr lang="en-US" dirty="0">
                          <a:latin typeface="Century Schoolbook" panose="02040604050505020304" pitchFamily="18" charset="0"/>
                        </a:rPr>
                        <a:t> </a:t>
                      </a:r>
                      <a:r>
                        <a:rPr lang="en-US" dirty="0" err="1">
                          <a:latin typeface="Century Schoolbook" panose="02040604050505020304" pitchFamily="18" charset="0"/>
                        </a:rPr>
                        <a:t>vận</a:t>
                      </a:r>
                      <a:r>
                        <a:rPr lang="en-US" dirty="0">
                          <a:latin typeface="Century Schoolbook" panose="02040604050505020304" pitchFamily="18" charset="0"/>
                        </a:rPr>
                        <a:t> </a:t>
                      </a:r>
                      <a:r>
                        <a:rPr lang="en-US" dirty="0" err="1">
                          <a:latin typeface="Century Schoolbook" panose="02040604050505020304" pitchFamily="18" charset="0"/>
                        </a:rPr>
                        <a:t>chuyển</a:t>
                      </a:r>
                      <a:r>
                        <a:rPr lang="en-US" dirty="0">
                          <a:latin typeface="Century Schoolbook" panose="02040604050505020304" pitchFamily="18" charset="0"/>
                        </a:rPr>
                        <a:t> e </a:t>
                      </a:r>
                      <a:r>
                        <a:rPr lang="en-US" dirty="0" err="1">
                          <a:latin typeface="Century Schoolbook" panose="02040604050505020304" pitchFamily="18" charset="0"/>
                        </a:rPr>
                        <a:t>từ</a:t>
                      </a:r>
                      <a:r>
                        <a:rPr lang="en-US" dirty="0">
                          <a:latin typeface="Century Schoolbook" panose="02040604050505020304" pitchFamily="18" charset="0"/>
                        </a:rPr>
                        <a:t> </a:t>
                      </a:r>
                      <a:r>
                        <a:rPr lang="en-US" dirty="0" err="1">
                          <a:latin typeface="Century Schoolbook" panose="02040604050505020304" pitchFamily="18" charset="0"/>
                        </a:rPr>
                        <a:t>chất</a:t>
                      </a:r>
                      <a:r>
                        <a:rPr lang="en-US" dirty="0">
                          <a:latin typeface="Century Schoolbook" panose="02040604050505020304" pitchFamily="18" charset="0"/>
                        </a:rPr>
                        <a:t> </a:t>
                      </a:r>
                      <a:r>
                        <a:rPr lang="en-US" dirty="0" err="1">
                          <a:latin typeface="Century Schoolbook" panose="02040604050505020304" pitchFamily="18" charset="0"/>
                        </a:rPr>
                        <a:t>Khử</a:t>
                      </a:r>
                      <a:r>
                        <a:rPr lang="en-US" dirty="0">
                          <a:latin typeface="Century Schoolbook" panose="02040604050505020304" pitchFamily="18" charset="0"/>
                        </a:rPr>
                        <a:t>→ OXH</a:t>
                      </a:r>
                      <a:endParaRPr lang="ru-RU" dirty="0">
                        <a:latin typeface="Century Schoolbook" panose="02040604050505020304" pitchFamily="18" charset="0"/>
                      </a:endParaRPr>
                    </a:p>
                  </a:txBody>
                  <a:tcPr/>
                </a:tc>
              </a:tr>
              <a:tr h="1206134">
                <a:tc>
                  <a:txBody>
                    <a:bodyPr/>
                    <a:lstStyle/>
                    <a:p>
                      <a:pPr algn="ctr"/>
                      <a:r>
                        <a:rPr lang="en-US" spc="-150" dirty="0" err="1">
                          <a:latin typeface="Century Schoolbook" panose="02040604050505020304" pitchFamily="18" charset="0"/>
                        </a:rPr>
                        <a:t>Phản</a:t>
                      </a:r>
                      <a:r>
                        <a:rPr lang="en-US" spc="-150" dirty="0">
                          <a:latin typeface="Century Schoolbook" panose="02040604050505020304" pitchFamily="18" charset="0"/>
                        </a:rPr>
                        <a:t> </a:t>
                      </a:r>
                      <a:r>
                        <a:rPr lang="en-US" spc="-150" dirty="0" err="1">
                          <a:latin typeface="Century Schoolbook" panose="02040604050505020304" pitchFamily="18" charset="0"/>
                        </a:rPr>
                        <a:t>ứng</a:t>
                      </a:r>
                      <a:r>
                        <a:rPr lang="en-US" spc="-150" dirty="0">
                          <a:latin typeface="Century Schoolbook" panose="02040604050505020304" pitchFamily="18" charset="0"/>
                        </a:rPr>
                        <a:t> </a:t>
                      </a:r>
                      <a:r>
                        <a:rPr lang="en-US" spc="-150" dirty="0" err="1">
                          <a:latin typeface="Century Schoolbook" panose="02040604050505020304" pitchFamily="18" charset="0"/>
                        </a:rPr>
                        <a:t>điện</a:t>
                      </a:r>
                      <a:r>
                        <a:rPr lang="en-US" spc="-150" dirty="0">
                          <a:latin typeface="Century Schoolbook" panose="02040604050505020304" pitchFamily="18" charset="0"/>
                        </a:rPr>
                        <a:t> </a:t>
                      </a:r>
                      <a:r>
                        <a:rPr lang="en-US" spc="-150" dirty="0" err="1">
                          <a:latin typeface="Century Schoolbook" panose="02040604050505020304" pitchFamily="18" charset="0"/>
                        </a:rPr>
                        <a:t>cực</a:t>
                      </a:r>
                      <a:endParaRPr lang="en-US" spc="-150" dirty="0">
                        <a:latin typeface="Century Schoolbook" panose="02040604050505020304" pitchFamily="18" charset="0"/>
                      </a:endParaRPr>
                    </a:p>
                    <a:p>
                      <a:pPr algn="ctr"/>
                      <a:r>
                        <a:rPr lang="en-US" spc="-150" dirty="0" err="1">
                          <a:latin typeface="Century Schoolbook" panose="02040604050505020304" pitchFamily="18" charset="0"/>
                        </a:rPr>
                        <a:t>Thế</a:t>
                      </a:r>
                      <a:r>
                        <a:rPr lang="en-US" spc="-150" dirty="0">
                          <a:latin typeface="Century Schoolbook" panose="02040604050505020304" pitchFamily="18" charset="0"/>
                        </a:rPr>
                        <a:t> </a:t>
                      </a:r>
                      <a:r>
                        <a:rPr lang="en-US" spc="-150" dirty="0" err="1">
                          <a:latin typeface="Century Schoolbook" panose="02040604050505020304" pitchFamily="18" charset="0"/>
                        </a:rPr>
                        <a:t>điện</a:t>
                      </a:r>
                      <a:r>
                        <a:rPr lang="en-US" spc="-150" dirty="0">
                          <a:latin typeface="Century Schoolbook" panose="02040604050505020304" pitchFamily="18" charset="0"/>
                        </a:rPr>
                        <a:t> </a:t>
                      </a:r>
                      <a:r>
                        <a:rPr lang="en-US" spc="-150" dirty="0" err="1">
                          <a:latin typeface="Century Schoolbook" panose="02040604050505020304" pitchFamily="18" charset="0"/>
                        </a:rPr>
                        <a:t>cực</a:t>
                      </a:r>
                      <a:endParaRPr lang="ru-RU" spc="-150" dirty="0">
                        <a:latin typeface="Century Schoolbook" panose="02040604050505020304" pitchFamily="18" charset="0"/>
                      </a:endParaRPr>
                    </a:p>
                  </a:txBody>
                  <a:tcPr/>
                </a:tc>
                <a:tc>
                  <a:txBody>
                    <a:bodyPr/>
                    <a:lstStyle/>
                    <a:p>
                      <a:endParaRPr lang="ru-RU"/>
                    </a:p>
                  </a:txBody>
                  <a:tcPr>
                    <a:blipFill>
                      <a:blip r:embed="rId2"/>
                      <a:stretch>
                        <a:fillRect l="-48634" t="-222613" r="-267760" b="-151256"/>
                      </a:stretch>
                    </a:blipFill>
                  </a:tcPr>
                </a:tc>
                <a:tc>
                  <a:txBody>
                    <a:bodyPr/>
                    <a:lstStyle/>
                    <a:p>
                      <a:endParaRPr lang="ru-RU"/>
                    </a:p>
                  </a:txBody>
                  <a:tcPr>
                    <a:blipFill>
                      <a:blip r:embed="rId2"/>
                      <a:stretch>
                        <a:fillRect l="-148229" t="-222613" r="-167030" b="-151256"/>
                      </a:stretch>
                    </a:blipFill>
                  </a:tcPr>
                </a:tc>
                <a:tc>
                  <a:txBody>
                    <a:bodyPr/>
                    <a:lstStyle/>
                    <a:p>
                      <a:endParaRPr lang="ru-RU" spc="-150" dirty="0">
                        <a:latin typeface="Times New Roman" panose="02020603050405020304" pitchFamily="18" charset="0"/>
                        <a:cs typeface="Times New Roman" panose="02020603050405020304" pitchFamily="18" charset="0"/>
                      </a:endParaRPr>
                    </a:p>
                  </a:txBody>
                  <a:tcPr/>
                </a:tc>
                <a:tc>
                  <a:txBody>
                    <a:bodyPr/>
                    <a:lstStyle/>
                    <a:p>
                      <a:endParaRPr lang="ru-RU" spc="-150" dirty="0">
                        <a:latin typeface="Times New Roman" panose="02020603050405020304" pitchFamily="18" charset="0"/>
                        <a:cs typeface="Times New Roman" panose="02020603050405020304" pitchFamily="18" charset="0"/>
                      </a:endParaRPr>
                    </a:p>
                  </a:txBody>
                  <a:tcPr/>
                </a:tc>
              </a:tr>
              <a:tr h="1737360">
                <a:tc>
                  <a:txBody>
                    <a:bodyPr/>
                    <a:lstStyle/>
                    <a:p>
                      <a:pPr algn="ctr"/>
                      <a:r>
                        <a:rPr lang="en-US" dirty="0" err="1">
                          <a:latin typeface="Century Schoolbook" panose="02040604050505020304" pitchFamily="18" charset="0"/>
                        </a:rPr>
                        <a:t>Ví</a:t>
                      </a:r>
                      <a:r>
                        <a:rPr lang="en-US" dirty="0">
                          <a:latin typeface="Century Schoolbook" panose="02040604050505020304" pitchFamily="18" charset="0"/>
                        </a:rPr>
                        <a:t> </a:t>
                      </a:r>
                      <a:r>
                        <a:rPr lang="en-US" dirty="0" err="1">
                          <a:latin typeface="Century Schoolbook" panose="02040604050505020304" pitchFamily="18" charset="0"/>
                        </a:rPr>
                        <a:t>dụ</a:t>
                      </a:r>
                      <a:endParaRPr lang="ru-RU" dirty="0">
                        <a:latin typeface="Century Schoolbook" panose="02040604050505020304" pitchFamily="18" charset="0"/>
                      </a:endParaRPr>
                    </a:p>
                  </a:txBody>
                  <a:tcPr/>
                </a:tc>
                <a:tc>
                  <a:txBody>
                    <a:bodyPr/>
                    <a:lstStyle/>
                    <a:p>
                      <a:r>
                        <a:rPr lang="en-US" dirty="0" err="1">
                          <a:latin typeface="Century Schoolbook" panose="02040604050505020304" pitchFamily="18" charset="0"/>
                        </a:rPr>
                        <a:t>Định</a:t>
                      </a:r>
                      <a:r>
                        <a:rPr lang="en-US" dirty="0">
                          <a:latin typeface="Century Schoolbook" panose="02040604050505020304" pitchFamily="18" charset="0"/>
                        </a:rPr>
                        <a:t> l</a:t>
                      </a:r>
                      <a:r>
                        <a:rPr lang="vi-VN" dirty="0">
                          <a:latin typeface="Century Schoolbook" panose="02040604050505020304" pitchFamily="18" charset="0"/>
                        </a:rPr>
                        <a:t>ư</a:t>
                      </a:r>
                      <a:r>
                        <a:rPr lang="en-US" dirty="0" err="1">
                          <a:latin typeface="Century Schoolbook" panose="02040604050505020304" pitchFamily="18" charset="0"/>
                        </a:rPr>
                        <a:t>ợng</a:t>
                      </a:r>
                      <a:r>
                        <a:rPr lang="en-US" dirty="0">
                          <a:latin typeface="Century Schoolbook" panose="02040604050505020304" pitchFamily="18" charset="0"/>
                        </a:rPr>
                        <a:t> Cation </a:t>
                      </a:r>
                      <a:r>
                        <a:rPr lang="en-US" dirty="0" err="1">
                          <a:latin typeface="Century Schoolbook" panose="02040604050505020304" pitchFamily="18" charset="0"/>
                        </a:rPr>
                        <a:t>kim</a:t>
                      </a:r>
                      <a:r>
                        <a:rPr lang="en-US" dirty="0">
                          <a:latin typeface="Century Schoolbook" panose="02040604050505020304" pitchFamily="18" charset="0"/>
                        </a:rPr>
                        <a:t> </a:t>
                      </a:r>
                      <a:r>
                        <a:rPr lang="en-US" dirty="0" err="1">
                          <a:latin typeface="Century Schoolbook" panose="02040604050505020304" pitchFamily="18" charset="0"/>
                        </a:rPr>
                        <a:t>loại</a:t>
                      </a:r>
                      <a:r>
                        <a:rPr lang="en-US" dirty="0">
                          <a:latin typeface="Century Schoolbook" panose="02040604050505020304" pitchFamily="18" charset="0"/>
                        </a:rPr>
                        <a:t> </a:t>
                      </a:r>
                      <a:r>
                        <a:rPr lang="en-US" dirty="0" err="1">
                          <a:latin typeface="Century Schoolbook" panose="02040604050505020304" pitchFamily="18" charset="0"/>
                        </a:rPr>
                        <a:t>trong</a:t>
                      </a:r>
                      <a:r>
                        <a:rPr lang="en-US" dirty="0">
                          <a:latin typeface="Century Schoolbook" panose="02040604050505020304" pitchFamily="18" charset="0"/>
                        </a:rPr>
                        <a:t> dung </a:t>
                      </a:r>
                      <a:r>
                        <a:rPr lang="en-US" dirty="0" err="1">
                          <a:latin typeface="Century Schoolbook" panose="02040604050505020304" pitchFamily="18" charset="0"/>
                        </a:rPr>
                        <a:t>dịch</a:t>
                      </a:r>
                      <a:r>
                        <a:rPr lang="en-US" dirty="0">
                          <a:latin typeface="Century Schoolbook" panose="02040604050505020304" pitchFamily="18" charset="0"/>
                        </a:rPr>
                        <a:t>: </a:t>
                      </a:r>
                      <a:r>
                        <a:rPr lang="en-US" sz="1400" dirty="0">
                          <a:latin typeface="Century Schoolbook" panose="02040604050505020304" pitchFamily="18" charset="0"/>
                        </a:rPr>
                        <a:t>Cu/CuSO</a:t>
                      </a:r>
                      <a:r>
                        <a:rPr lang="en-US" sz="1400" baseline="-25000" dirty="0">
                          <a:latin typeface="Century Schoolbook" panose="02040604050505020304" pitchFamily="18" charset="0"/>
                        </a:rPr>
                        <a:t>4</a:t>
                      </a:r>
                      <a:r>
                        <a:rPr lang="en-US" sz="1400" dirty="0">
                          <a:latin typeface="Century Schoolbook" panose="02040604050505020304" pitchFamily="18" charset="0"/>
                        </a:rPr>
                        <a:t>, Zn/ZnSO</a:t>
                      </a:r>
                      <a:r>
                        <a:rPr lang="en-US" sz="1400" baseline="-25000" dirty="0">
                          <a:latin typeface="Century Schoolbook" panose="02040604050505020304" pitchFamily="18" charset="0"/>
                        </a:rPr>
                        <a:t>4</a:t>
                      </a:r>
                      <a:r>
                        <a:rPr lang="en-US" sz="1400" dirty="0">
                          <a:latin typeface="Century Schoolbook" panose="02040604050505020304" pitchFamily="18" charset="0"/>
                        </a:rPr>
                        <a:t>, Cd/Cd(NO</a:t>
                      </a:r>
                      <a:r>
                        <a:rPr lang="en-US" sz="1400" baseline="-25000" dirty="0">
                          <a:latin typeface="Century Schoolbook" panose="02040604050505020304" pitchFamily="18" charset="0"/>
                        </a:rPr>
                        <a:t>3</a:t>
                      </a:r>
                      <a:r>
                        <a:rPr lang="en-US" sz="1400" dirty="0">
                          <a:latin typeface="Century Schoolbook" panose="02040604050505020304" pitchFamily="18" charset="0"/>
                        </a:rPr>
                        <a:t>)</a:t>
                      </a:r>
                      <a:r>
                        <a:rPr lang="en-US" sz="1400" baseline="-25000" dirty="0">
                          <a:latin typeface="Century Schoolbook" panose="02040604050505020304" pitchFamily="18" charset="0"/>
                        </a:rPr>
                        <a:t>2</a:t>
                      </a:r>
                      <a:r>
                        <a:rPr lang="en-US" sz="1400" dirty="0">
                          <a:latin typeface="Century Schoolbook" panose="02040604050505020304" pitchFamily="18" charset="0"/>
                        </a:rPr>
                        <a:t>, Pb/Pb(CH</a:t>
                      </a:r>
                      <a:r>
                        <a:rPr lang="en-US" sz="1400" baseline="-25000" dirty="0">
                          <a:latin typeface="Century Schoolbook" panose="02040604050505020304" pitchFamily="18" charset="0"/>
                        </a:rPr>
                        <a:t>3</a:t>
                      </a:r>
                      <a:r>
                        <a:rPr lang="en-US" sz="1400" dirty="0">
                          <a:latin typeface="Century Schoolbook" panose="02040604050505020304" pitchFamily="18" charset="0"/>
                        </a:rPr>
                        <a:t>CCO)</a:t>
                      </a:r>
                      <a:r>
                        <a:rPr lang="en-US" sz="1400" baseline="-25000" dirty="0">
                          <a:latin typeface="Century Schoolbook" panose="02040604050505020304" pitchFamily="18" charset="0"/>
                        </a:rPr>
                        <a:t>2</a:t>
                      </a:r>
                      <a:endParaRPr lang="ru-RU" baseline="-25000" dirty="0">
                        <a:latin typeface="Century Schoolbook" panose="02040604050505020304" pitchFamily="18" charset="0"/>
                      </a:endParaRPr>
                    </a:p>
                  </a:txBody>
                  <a:tcPr/>
                </a:tc>
                <a:tc>
                  <a:txBody>
                    <a:bodyPr/>
                    <a:lstStyle/>
                    <a:p>
                      <a:r>
                        <a:rPr lang="en-US" dirty="0" err="1">
                          <a:latin typeface="Century Schoolbook" panose="02040604050505020304" pitchFamily="18" charset="0"/>
                        </a:rPr>
                        <a:t>Điện</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Hg </a:t>
                      </a:r>
                      <a:r>
                        <a:rPr lang="en-US" dirty="0" err="1">
                          <a:latin typeface="Century Schoolbook" panose="02040604050505020304" pitchFamily="18" charset="0"/>
                        </a:rPr>
                        <a:t>dùng</a:t>
                      </a:r>
                      <a:r>
                        <a:rPr lang="en-US" dirty="0">
                          <a:latin typeface="Century Schoolbook" panose="02040604050505020304" pitchFamily="18" charset="0"/>
                        </a:rPr>
                        <a:t> </a:t>
                      </a:r>
                      <a:r>
                        <a:rPr lang="en-US" dirty="0" err="1">
                          <a:latin typeface="Century Schoolbook" panose="02040604050505020304" pitchFamily="18" charset="0"/>
                        </a:rPr>
                        <a:t>xđ</a:t>
                      </a:r>
                      <a:r>
                        <a:rPr lang="en-US" dirty="0">
                          <a:latin typeface="Century Schoolbook" panose="02040604050505020304" pitchFamily="18" charset="0"/>
                        </a:rPr>
                        <a:t> EDTA (Y</a:t>
                      </a:r>
                      <a:r>
                        <a:rPr lang="en-US" baseline="30000" dirty="0">
                          <a:latin typeface="Century Schoolbook" panose="02040604050505020304" pitchFamily="18" charset="0"/>
                        </a:rPr>
                        <a:t>-4</a:t>
                      </a:r>
                      <a:r>
                        <a:rPr lang="en-US" dirty="0">
                          <a:latin typeface="Century Schoolbook" panose="02040604050505020304" pitchFamily="18" charset="0"/>
                        </a:rPr>
                        <a:t>)</a:t>
                      </a:r>
                    </a:p>
                    <a:p>
                      <a:r>
                        <a:rPr lang="en-US" dirty="0">
                          <a:latin typeface="Century Schoolbook" panose="02040604050505020304" pitchFamily="18" charset="0"/>
                        </a:rPr>
                        <a:t>HgY</a:t>
                      </a:r>
                      <a:r>
                        <a:rPr lang="en-US" baseline="30000" dirty="0">
                          <a:latin typeface="Century Schoolbook" panose="02040604050505020304" pitchFamily="18" charset="0"/>
                        </a:rPr>
                        <a:t>-2</a:t>
                      </a:r>
                      <a:r>
                        <a:rPr lang="en-US" dirty="0">
                          <a:latin typeface="Century Schoolbook" panose="02040604050505020304" pitchFamily="18" charset="0"/>
                        </a:rPr>
                        <a:t> +2e</a:t>
                      </a:r>
                      <a:r>
                        <a:rPr lang="en-US" spc="0" dirty="0">
                          <a:latin typeface="Times New Roman" panose="02020603050405020304" pitchFamily="18" charset="0"/>
                          <a:cs typeface="Times New Roman" panose="02020603050405020304" pitchFamily="18" charset="0"/>
                        </a:rPr>
                        <a:t>↔Y</a:t>
                      </a:r>
                      <a:r>
                        <a:rPr lang="en-US" spc="0" baseline="30000" dirty="0">
                          <a:latin typeface="Times New Roman" panose="02020603050405020304" pitchFamily="18" charset="0"/>
                          <a:cs typeface="Times New Roman" panose="02020603050405020304" pitchFamily="18" charset="0"/>
                        </a:rPr>
                        <a:t>-4</a:t>
                      </a:r>
                      <a:r>
                        <a:rPr lang="en-US" spc="0" dirty="0">
                          <a:latin typeface="Times New Roman" panose="02020603050405020304" pitchFamily="18" charset="0"/>
                          <a:cs typeface="Times New Roman" panose="02020603050405020304" pitchFamily="18" charset="0"/>
                        </a:rPr>
                        <a:t> +Hg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Schoolbook" panose="02040604050505020304" pitchFamily="18" charset="0"/>
                        </a:rPr>
                        <a:t> </a:t>
                      </a:r>
                      <a:r>
                        <a:rPr lang="en-US" b="1" dirty="0">
                          <a:latin typeface="Century Schoolbook" panose="02040604050505020304" pitchFamily="18" charset="0"/>
                        </a:rPr>
                        <a:t>E°</a:t>
                      </a:r>
                      <a:r>
                        <a:rPr lang="en-US" dirty="0">
                          <a:latin typeface="Century Schoolbook" panose="02040604050505020304" pitchFamily="18" charset="0"/>
                        </a:rPr>
                        <a:t>= 0,21V</a:t>
                      </a:r>
                      <a:endParaRPr lang="ru-RU" dirty="0">
                        <a:latin typeface="Century Schoolbook" panose="02040604050505020304" pitchFamily="18" charset="0"/>
                      </a:endParaRPr>
                    </a:p>
                  </a:txBody>
                  <a:tcPr/>
                </a:tc>
                <a:tc>
                  <a:txBody>
                    <a:bodyPr/>
                    <a:lstStyle/>
                    <a:p>
                      <a:r>
                        <a:rPr lang="en-US" dirty="0" err="1">
                          <a:latin typeface="Century Schoolbook" panose="02040604050505020304" pitchFamily="18" charset="0"/>
                        </a:rPr>
                        <a:t>Xđ</a:t>
                      </a:r>
                      <a:r>
                        <a:rPr lang="en-US" dirty="0">
                          <a:latin typeface="Century Schoolbook" panose="02040604050505020304" pitchFamily="18" charset="0"/>
                        </a:rPr>
                        <a:t> Ag</a:t>
                      </a:r>
                      <a:r>
                        <a:rPr lang="en-US" baseline="30000" dirty="0">
                          <a:latin typeface="Century Schoolbook" panose="02040604050505020304" pitchFamily="18" charset="0"/>
                        </a:rPr>
                        <a:t>+</a:t>
                      </a:r>
                      <a:r>
                        <a:rPr lang="en-US" dirty="0">
                          <a:latin typeface="Century Schoolbook" panose="02040604050505020304" pitchFamily="18" charset="0"/>
                        </a:rPr>
                        <a:t>, </a:t>
                      </a:r>
                      <a:r>
                        <a:rPr lang="en-US" dirty="0" err="1">
                          <a:latin typeface="Century Schoolbook" panose="02040604050505020304" pitchFamily="18" charset="0"/>
                        </a:rPr>
                        <a:t>Halogenua</a:t>
                      </a:r>
                      <a:endParaRPr lang="ru-RU" dirty="0">
                        <a:latin typeface="Century Schoolbook" panose="02040604050505020304" pitchFamily="18" charset="0"/>
                      </a:endParaRPr>
                    </a:p>
                  </a:txBody>
                  <a:tcPr/>
                </a:tc>
                <a:tc>
                  <a:txBody>
                    <a:bodyPr/>
                    <a:lstStyle/>
                    <a:p>
                      <a:r>
                        <a:rPr lang="en-US" dirty="0" err="1">
                          <a:latin typeface="Century Schoolbook" panose="02040604050505020304" pitchFamily="18" charset="0"/>
                        </a:rPr>
                        <a:t>Dùng</a:t>
                      </a:r>
                      <a:r>
                        <a:rPr lang="en-US" dirty="0">
                          <a:latin typeface="Century Schoolbook" panose="02040604050505020304" pitchFamily="18" charset="0"/>
                        </a:rPr>
                        <a:t> </a:t>
                      </a:r>
                      <a:r>
                        <a:rPr lang="en-US" dirty="0" err="1">
                          <a:latin typeface="Century Schoolbook" panose="02040604050505020304" pitchFamily="18" charset="0"/>
                        </a:rPr>
                        <a:t>trong</a:t>
                      </a:r>
                      <a:r>
                        <a:rPr lang="en-US" dirty="0">
                          <a:latin typeface="Century Schoolbook" panose="02040604050505020304" pitchFamily="18" charset="0"/>
                        </a:rPr>
                        <a:t> </a:t>
                      </a:r>
                      <a:r>
                        <a:rPr lang="en-US" dirty="0" err="1">
                          <a:latin typeface="Century Schoolbook" panose="02040604050505020304" pitchFamily="18" charset="0"/>
                        </a:rPr>
                        <a:t>chuẩn</a:t>
                      </a:r>
                      <a:r>
                        <a:rPr lang="en-US" dirty="0">
                          <a:latin typeface="Century Schoolbook" panose="02040604050505020304" pitchFamily="18" charset="0"/>
                        </a:rPr>
                        <a:t> </a:t>
                      </a:r>
                      <a:r>
                        <a:rPr lang="en-US" dirty="0" err="1">
                          <a:latin typeface="Century Schoolbook" panose="02040604050505020304" pitchFamily="18" charset="0"/>
                        </a:rPr>
                        <a:t>độ</a:t>
                      </a:r>
                      <a:r>
                        <a:rPr lang="en-US" dirty="0">
                          <a:latin typeface="Century Schoolbook" panose="02040604050505020304" pitchFamily="18" charset="0"/>
                        </a:rPr>
                        <a:t> OXH-K, </a:t>
                      </a:r>
                      <a:r>
                        <a:rPr lang="en-US" dirty="0" err="1">
                          <a:latin typeface="Century Schoolbook" panose="02040604050505020304" pitchFamily="18" charset="0"/>
                        </a:rPr>
                        <a:t>chuẩn</a:t>
                      </a:r>
                      <a:r>
                        <a:rPr lang="en-US" dirty="0">
                          <a:latin typeface="Century Schoolbook" panose="02040604050505020304" pitchFamily="18" charset="0"/>
                        </a:rPr>
                        <a:t> </a:t>
                      </a:r>
                      <a:r>
                        <a:rPr lang="en-US" dirty="0" err="1">
                          <a:latin typeface="Century Schoolbook" panose="02040604050505020304" pitchFamily="18" charset="0"/>
                        </a:rPr>
                        <a:t>độ</a:t>
                      </a:r>
                      <a:r>
                        <a:rPr lang="en-US" dirty="0">
                          <a:latin typeface="Century Schoolbook" panose="02040604050505020304" pitchFamily="18" charset="0"/>
                        </a:rPr>
                        <a:t> </a:t>
                      </a:r>
                      <a:r>
                        <a:rPr lang="en-US" dirty="0" err="1">
                          <a:latin typeface="Century Schoolbook" panose="02040604050505020304" pitchFamily="18" charset="0"/>
                        </a:rPr>
                        <a:t>Ampe</a:t>
                      </a:r>
                      <a:r>
                        <a:rPr lang="en-US" dirty="0">
                          <a:latin typeface="Century Schoolbook" panose="02040604050505020304" pitchFamily="18" charset="0"/>
                        </a:rPr>
                        <a:t>, </a:t>
                      </a:r>
                      <a:r>
                        <a:rPr lang="en-US" dirty="0" err="1">
                          <a:latin typeface="Century Schoolbook" panose="02040604050505020304" pitchFamily="18" charset="0"/>
                        </a:rPr>
                        <a:t>cực</a:t>
                      </a:r>
                      <a:r>
                        <a:rPr lang="en-US" dirty="0">
                          <a:latin typeface="Century Schoolbook" panose="02040604050505020304" pitchFamily="18" charset="0"/>
                        </a:rPr>
                        <a:t> </a:t>
                      </a:r>
                      <a:r>
                        <a:rPr lang="en-US" dirty="0" err="1">
                          <a:latin typeface="Century Schoolbook" panose="02040604050505020304" pitchFamily="18" charset="0"/>
                        </a:rPr>
                        <a:t>phổ</a:t>
                      </a:r>
                      <a:r>
                        <a:rPr lang="en-US" dirty="0">
                          <a:latin typeface="Century Schoolbook" panose="02040604050505020304" pitchFamily="18" charset="0"/>
                        </a:rPr>
                        <a:t>. </a:t>
                      </a:r>
                    </a:p>
                    <a:p>
                      <a:r>
                        <a:rPr lang="en-US" dirty="0" err="1">
                          <a:latin typeface="Century Schoolbook" panose="02040604050505020304" pitchFamily="18" charset="0"/>
                        </a:rPr>
                        <a:t>Phổ</a:t>
                      </a:r>
                      <a:r>
                        <a:rPr lang="en-US" dirty="0">
                          <a:latin typeface="Century Schoolbook" panose="02040604050505020304" pitchFamily="18" charset="0"/>
                        </a:rPr>
                        <a:t> </a:t>
                      </a:r>
                      <a:r>
                        <a:rPr lang="en-US" dirty="0" err="1">
                          <a:latin typeface="Century Schoolbook" panose="02040604050505020304" pitchFamily="18" charset="0"/>
                        </a:rPr>
                        <a:t>biến</a:t>
                      </a:r>
                      <a:r>
                        <a:rPr lang="en-US" dirty="0">
                          <a:latin typeface="Century Schoolbook" panose="02040604050505020304" pitchFamily="18" charset="0"/>
                        </a:rPr>
                        <a:t> </a:t>
                      </a:r>
                      <a:r>
                        <a:rPr lang="en-US" dirty="0" err="1">
                          <a:latin typeface="Century Schoolbook" panose="02040604050505020304" pitchFamily="18" charset="0"/>
                        </a:rPr>
                        <a:t>nhất</a:t>
                      </a:r>
                      <a:r>
                        <a:rPr lang="en-US" dirty="0">
                          <a:latin typeface="Century Schoolbook" panose="02040604050505020304" pitchFamily="18" charset="0"/>
                        </a:rPr>
                        <a:t> </a:t>
                      </a:r>
                      <a:r>
                        <a:rPr lang="en-US" dirty="0" err="1">
                          <a:latin typeface="Century Schoolbook" panose="02040604050505020304" pitchFamily="18" charset="0"/>
                        </a:rPr>
                        <a:t>là</a:t>
                      </a:r>
                      <a:r>
                        <a:rPr lang="en-US" dirty="0">
                          <a:latin typeface="Century Schoolbook" panose="02040604050505020304" pitchFamily="18" charset="0"/>
                        </a:rPr>
                        <a:t> Pt</a:t>
                      </a:r>
                      <a:endParaRPr lang="ru-RU" dirty="0">
                        <a:latin typeface="Century Schoolbook" panose="02040604050505020304"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C74FE74-CF94-4C1C-BB65-45D86EA915D4}" type="slidenum">
              <a:rPr lang="en-US" altLang="ru-RU">
                <a:solidFill>
                  <a:srgbClr val="FFFFFF"/>
                </a:solidFill>
              </a:rPr>
              <a:pPr/>
              <a:t>145</a:t>
            </a:fld>
            <a:endParaRPr lang="en-US" altLang="ru-RU">
              <a:solidFill>
                <a:srgbClr val="FFFFFF"/>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t="2303" r="59924"/>
          <a:stretch>
            <a:fillRect/>
          </a:stretch>
        </p:blipFill>
        <p:spPr bwMode="auto">
          <a:xfrm>
            <a:off x="-28575" y="1171575"/>
            <a:ext cx="3663950"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900113" y="260350"/>
            <a:ext cx="7251700" cy="400050"/>
          </a:xfrm>
          <a:prstGeom prst="rect">
            <a:avLst/>
          </a:prstGeom>
          <a:solidFill>
            <a:schemeClr val="accent1">
              <a:lumMod val="60000"/>
              <a:lumOff val="4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t>Các loại điện cực chỉ thị kim loại (Metallic Indicator Electrode)</a:t>
            </a:r>
            <a:endParaRPr lang="ru-RU" sz="2000"/>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l="40588" t="2303" r="39725"/>
          <a:stretch>
            <a:fillRect/>
          </a:stretch>
        </p:blipFill>
        <p:spPr bwMode="auto">
          <a:xfrm>
            <a:off x="3671888" y="1173163"/>
            <a:ext cx="180022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l="60275" t="2303" r="20036"/>
          <a:stretch>
            <a:fillRect/>
          </a:stretch>
        </p:blipFill>
        <p:spPr bwMode="auto">
          <a:xfrm>
            <a:off x="5508625" y="1171575"/>
            <a:ext cx="180022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l="80750" t="1395" b="2"/>
          <a:stretch>
            <a:fillRect/>
          </a:stretch>
        </p:blipFill>
        <p:spPr bwMode="auto">
          <a:xfrm>
            <a:off x="7343775" y="1147763"/>
            <a:ext cx="1760538"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FDCAD25-EFBA-4FE2-B9B9-C9C29CE5B68F}" type="slidenum">
              <a:rPr lang="en-US" altLang="ru-RU">
                <a:solidFill>
                  <a:srgbClr val="FFFFFF"/>
                </a:solidFill>
              </a:rPr>
              <a:pPr/>
              <a:t>146</a:t>
            </a:fld>
            <a:endParaRPr lang="en-US" altLang="ru-RU">
              <a:solidFill>
                <a:srgbClr val="FFFFFF"/>
              </a:solidFill>
            </a:endParaRPr>
          </a:p>
        </p:txBody>
      </p:sp>
      <p:pic>
        <p:nvPicPr>
          <p:cNvPr id="1658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 y="1196975"/>
            <a:ext cx="9144000"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1439863" y="169863"/>
            <a:ext cx="6310312" cy="400050"/>
          </a:xfrm>
          <a:prstGeom prst="rect">
            <a:avLst/>
          </a:prstGeom>
          <a:solidFill>
            <a:schemeClr val="accent1">
              <a:lumMod val="60000"/>
              <a:lumOff val="4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t>Điện cực màng chọn lọc ion (Ion-Selective Electrode) </a:t>
            </a:r>
            <a:endParaRPr lang="ru-RU" sz="2000"/>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6E93968-6D80-497C-A442-7C5122B4A0A0}" type="slidenum">
              <a:rPr lang="en-US" altLang="ru-RU">
                <a:solidFill>
                  <a:srgbClr val="FFFFFF"/>
                </a:solidFill>
              </a:rPr>
              <a:pPr/>
              <a:t>147</a:t>
            </a:fld>
            <a:endParaRPr lang="en-US" altLang="ru-RU">
              <a:solidFill>
                <a:srgbClr val="FFFFFF"/>
              </a:solidFill>
            </a:endParaRPr>
          </a:p>
        </p:txBody>
      </p:sp>
      <p:pic>
        <p:nvPicPr>
          <p:cNvPr id="1669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263" y="0"/>
            <a:ext cx="8739187" cy="671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rot="16200000">
            <a:off x="-3163094" y="3212307"/>
            <a:ext cx="6824663" cy="400050"/>
          </a:xfrm>
          <a:prstGeom prst="rect">
            <a:avLst/>
          </a:prstGeom>
          <a:solidFill>
            <a:schemeClr val="accent1">
              <a:lumMod val="60000"/>
              <a:lumOff val="40000"/>
            </a:schemeClr>
          </a:solidFill>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000"/>
              <a:t>Điện cực màng chọn lọc ion (Ion-Selective Electrode) </a:t>
            </a:r>
            <a:endParaRPr lang="ru-RU" sz="200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EE9C9B6-71EA-4F42-AA69-9FDBEB917673}" type="slidenum">
              <a:rPr lang="en-US" altLang="ru-RU">
                <a:solidFill>
                  <a:srgbClr val="FFFFFF"/>
                </a:solidFill>
              </a:rPr>
              <a:pPr/>
              <a:t>148</a:t>
            </a:fld>
            <a:endParaRPr lang="en-US" altLang="ru-RU">
              <a:solidFill>
                <a:srgbClr val="FFFFFF"/>
              </a:solidFill>
            </a:endParaRPr>
          </a:p>
        </p:txBody>
      </p:sp>
      <p:sp>
        <p:nvSpPr>
          <p:cNvPr id="3" name="TextBox 2"/>
          <p:cNvSpPr txBox="1"/>
          <p:nvPr/>
        </p:nvSpPr>
        <p:spPr>
          <a:xfrm>
            <a:off x="684213" y="260350"/>
            <a:ext cx="5481637" cy="2246313"/>
          </a:xfrm>
          <a:prstGeom prst="rect">
            <a:avLst/>
          </a:prstGeom>
          <a:no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sz="2800" b="1"/>
              <a:t>Đề tài tiểu luận thi GK (31/5/21)</a:t>
            </a:r>
          </a:p>
          <a:p>
            <a:r>
              <a:rPr lang="en-US" sz="2800"/>
              <a:t>-Cấu tạo điện cực màng chọn lọc ion</a:t>
            </a:r>
          </a:p>
          <a:p>
            <a:pPr>
              <a:buFontTx/>
              <a:buChar char="-"/>
            </a:pPr>
            <a:r>
              <a:rPr lang="en-US" sz="2800"/>
              <a:t> Nguyên lý hoạt động </a:t>
            </a:r>
          </a:p>
          <a:p>
            <a:pPr>
              <a:buFontTx/>
              <a:buChar char="-"/>
            </a:pPr>
            <a:r>
              <a:rPr lang="en-US" sz="2800"/>
              <a:t>Ứng dụng của điện cực </a:t>
            </a:r>
          </a:p>
          <a:p>
            <a:pPr>
              <a:buFontTx/>
              <a:buChar char="-"/>
            </a:pPr>
            <a:endParaRPr lang="en-US" sz="2800"/>
          </a:p>
        </p:txBody>
      </p:sp>
      <p:sp>
        <p:nvSpPr>
          <p:cNvPr id="167940" name="TextBox 4"/>
          <p:cNvSpPr txBox="1">
            <a:spLocks noChangeArrowheads="1"/>
          </p:cNvSpPr>
          <p:nvPr/>
        </p:nvSpPr>
        <p:spPr bwMode="auto">
          <a:xfrm>
            <a:off x="250825" y="2124075"/>
            <a:ext cx="3097213"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buFontTx/>
              <a:buAutoNum type="arabicParenR"/>
            </a:pPr>
            <a:r>
              <a:rPr lang="en-US" sz="3200"/>
              <a:t>Ca</a:t>
            </a:r>
            <a:r>
              <a:rPr lang="en-US" sz="3200" baseline="30000"/>
              <a:t>2+</a:t>
            </a:r>
            <a:r>
              <a:rPr lang="en-US" sz="3200"/>
              <a:t>(N4)</a:t>
            </a:r>
            <a:endParaRPr lang="en-US" sz="3200" baseline="30000"/>
          </a:p>
          <a:p>
            <a:pPr>
              <a:buFontTx/>
              <a:buAutoNum type="arabicParenR"/>
            </a:pPr>
            <a:r>
              <a:rPr lang="en-US" sz="3200"/>
              <a:t>K</a:t>
            </a:r>
            <a:r>
              <a:rPr lang="en-US" sz="3200" baseline="30000"/>
              <a:t>+ </a:t>
            </a:r>
            <a:r>
              <a:rPr lang="en-US" sz="3200"/>
              <a:t>(N13)</a:t>
            </a:r>
          </a:p>
          <a:p>
            <a:pPr>
              <a:buFontTx/>
              <a:buAutoNum type="arabicParenR"/>
            </a:pPr>
            <a:r>
              <a:rPr lang="en-US" sz="3200"/>
              <a:t>Cl</a:t>
            </a:r>
            <a:r>
              <a:rPr lang="en-US" sz="3200" baseline="30000"/>
              <a:t>- </a:t>
            </a:r>
            <a:r>
              <a:rPr lang="en-US" sz="3200"/>
              <a:t>(N3)</a:t>
            </a:r>
          </a:p>
          <a:p>
            <a:pPr>
              <a:buFontTx/>
              <a:buAutoNum type="arabicParenR"/>
            </a:pPr>
            <a:r>
              <a:rPr lang="en-US" sz="3200"/>
              <a:t>S</a:t>
            </a:r>
            <a:r>
              <a:rPr lang="en-US" sz="3200" baseline="30000"/>
              <a:t>2- </a:t>
            </a:r>
            <a:r>
              <a:rPr lang="en-US" sz="3200"/>
              <a:t>(N11)</a:t>
            </a:r>
          </a:p>
          <a:p>
            <a:pPr>
              <a:buFontTx/>
              <a:buAutoNum type="arabicParenR"/>
            </a:pPr>
            <a:r>
              <a:rPr lang="en-US" sz="3200"/>
              <a:t>CO</a:t>
            </a:r>
            <a:r>
              <a:rPr lang="en-US" sz="3200" baseline="-25000"/>
              <a:t>2 </a:t>
            </a:r>
            <a:r>
              <a:rPr lang="en-US" sz="3200"/>
              <a:t>(N7)</a:t>
            </a:r>
          </a:p>
          <a:p>
            <a:pPr>
              <a:buFontTx/>
              <a:buAutoNum type="arabicParenR"/>
            </a:pPr>
            <a:r>
              <a:rPr lang="en-US" sz="3200"/>
              <a:t>SO</a:t>
            </a:r>
            <a:r>
              <a:rPr lang="en-US" sz="3200" baseline="-25000"/>
              <a:t>2</a:t>
            </a:r>
            <a:r>
              <a:rPr lang="en-US" sz="3200"/>
              <a:t>(N1)</a:t>
            </a:r>
          </a:p>
          <a:p>
            <a:pPr>
              <a:buFontTx/>
              <a:buAutoNum type="arabicParenR"/>
            </a:pPr>
            <a:r>
              <a:rPr lang="en-US" sz="3200"/>
              <a:t>HF(N2)</a:t>
            </a:r>
          </a:p>
          <a:p>
            <a:pPr>
              <a:buFontTx/>
              <a:buAutoNum type="arabicParenR"/>
            </a:pPr>
            <a:r>
              <a:rPr lang="en-US" sz="3200"/>
              <a:t>Urea (N6)</a:t>
            </a:r>
          </a:p>
          <a:p>
            <a:pPr>
              <a:buFontTx/>
              <a:buAutoNum type="arabicParenR"/>
            </a:pPr>
            <a:endParaRPr lang="en-US" sz="3200"/>
          </a:p>
        </p:txBody>
      </p:sp>
      <p:sp>
        <p:nvSpPr>
          <p:cNvPr id="167941" name="TextBox 6"/>
          <p:cNvSpPr txBox="1">
            <a:spLocks noChangeArrowheads="1"/>
          </p:cNvSpPr>
          <p:nvPr/>
        </p:nvSpPr>
        <p:spPr bwMode="auto">
          <a:xfrm>
            <a:off x="3348038" y="2132013"/>
            <a:ext cx="5894387" cy="252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sz="2800"/>
              <a:t>9) Cystein (N9)</a:t>
            </a:r>
          </a:p>
          <a:p>
            <a:r>
              <a:rPr lang="en-US" sz="2800"/>
              <a:t>10) CN</a:t>
            </a:r>
            <a:r>
              <a:rPr lang="en-US" sz="2800" baseline="30000"/>
              <a:t>- </a:t>
            </a:r>
            <a:r>
              <a:rPr lang="en-US" sz="2800"/>
              <a:t>(N8)</a:t>
            </a:r>
          </a:p>
          <a:p>
            <a:r>
              <a:rPr lang="en-US" sz="2800"/>
              <a:t>11) SCN</a:t>
            </a:r>
            <a:r>
              <a:rPr lang="en-US" sz="2800" baseline="30000"/>
              <a:t>- </a:t>
            </a:r>
            <a:r>
              <a:rPr lang="en-US" sz="2800"/>
              <a:t>(N10)</a:t>
            </a:r>
          </a:p>
          <a:p>
            <a:r>
              <a:rPr lang="en-US" sz="2800"/>
              <a:t>12) điện cực màng thủy tinh (nhóm 12)</a:t>
            </a:r>
          </a:p>
          <a:p>
            <a:r>
              <a:rPr lang="en-US" sz="2800"/>
              <a:t>13)Na</a:t>
            </a:r>
            <a:r>
              <a:rPr lang="en-US" sz="2800" baseline="30000"/>
              <a:t>+ </a:t>
            </a:r>
            <a:r>
              <a:rPr lang="en-US" sz="2800"/>
              <a:t>(N5)</a:t>
            </a:r>
          </a:p>
          <a:p>
            <a:endParaRPr lang="en-US"/>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3E9F9C0-A681-4C9D-8EF8-2330F21D8D22}" type="slidenum">
              <a:rPr lang="en-US" altLang="ru-RU">
                <a:solidFill>
                  <a:srgbClr val="FFFFFF"/>
                </a:solidFill>
              </a:rPr>
              <a:pPr/>
              <a:t>149</a:t>
            </a:fld>
            <a:endParaRPr lang="en-US" altLang="ru-RU">
              <a:solidFill>
                <a:srgbClr val="FFFFFF"/>
              </a:solidFill>
            </a:endParaRPr>
          </a:p>
        </p:txBody>
      </p:sp>
      <p:pic>
        <p:nvPicPr>
          <p:cNvPr id="168963" name="Picture 3"/>
          <p:cNvPicPr>
            <a:picLocks noChangeAspect="1" noChangeArrowheads="1"/>
          </p:cNvPicPr>
          <p:nvPr/>
        </p:nvPicPr>
        <p:blipFill>
          <a:blip r:embed="rId2">
            <a:extLst>
              <a:ext uri="{28A0092B-C50C-407E-A947-70E740481C1C}">
                <a14:useLocalDpi xmlns:a14="http://schemas.microsoft.com/office/drawing/2010/main" val="0"/>
              </a:ext>
            </a:extLst>
          </a:blip>
          <a:srcRect l="27162" t="10782" r="37401" b="3777"/>
          <a:stretch>
            <a:fillRect/>
          </a:stretch>
        </p:blipFill>
        <p:spPr bwMode="auto">
          <a:xfrm>
            <a:off x="395288" y="-33338"/>
            <a:ext cx="7319962"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8F12E15-17BD-4EC3-84ED-C40C21079A0D}" type="slidenum">
              <a:rPr lang="en-US" altLang="ru-RU">
                <a:solidFill>
                  <a:srgbClr val="FFFFFF"/>
                </a:solidFill>
              </a:rPr>
              <a:pPr/>
              <a:t>150</a:t>
            </a:fld>
            <a:endParaRPr lang="en-US" altLang="ru-RU">
              <a:solidFill>
                <a:srgbClr val="FFFFFF"/>
              </a:solidFill>
            </a:endParaRPr>
          </a:p>
        </p:txBody>
      </p:sp>
      <p:pic>
        <p:nvPicPr>
          <p:cNvPr id="169987" name="Picture 2"/>
          <p:cNvPicPr>
            <a:picLocks noChangeAspect="1" noChangeArrowheads="1"/>
          </p:cNvPicPr>
          <p:nvPr/>
        </p:nvPicPr>
        <p:blipFill>
          <a:blip r:embed="rId2">
            <a:extLst>
              <a:ext uri="{28A0092B-C50C-407E-A947-70E740481C1C}">
                <a14:useLocalDpi xmlns:a14="http://schemas.microsoft.com/office/drawing/2010/main" val="0"/>
              </a:ext>
            </a:extLst>
          </a:blip>
          <a:srcRect l="15350" t="10782" r="30313" b="6580"/>
          <a:stretch>
            <a:fillRect/>
          </a:stretch>
        </p:blipFill>
        <p:spPr bwMode="auto">
          <a:xfrm>
            <a:off x="250825" y="-6350"/>
            <a:ext cx="8408988"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9F50AB1-9663-4564-A7CA-3A8B9ED68B63}" type="slidenum">
              <a:rPr lang="en-US" altLang="ru-RU">
                <a:solidFill>
                  <a:srgbClr val="FFFFFF"/>
                </a:solidFill>
              </a:rPr>
              <a:pPr/>
              <a:t>151</a:t>
            </a:fld>
            <a:endParaRPr lang="en-US" altLang="ru-RU">
              <a:solidFill>
                <a:srgbClr val="FFFFFF"/>
              </a:solidFill>
            </a:endParaRPr>
          </a:p>
        </p:txBody>
      </p:sp>
      <p:pic>
        <p:nvPicPr>
          <p:cNvPr id="171011" name="Picture 2"/>
          <p:cNvPicPr>
            <a:picLocks noChangeAspect="1" noChangeArrowheads="1"/>
          </p:cNvPicPr>
          <p:nvPr/>
        </p:nvPicPr>
        <p:blipFill>
          <a:blip r:embed="rId2">
            <a:extLst>
              <a:ext uri="{28A0092B-C50C-407E-A947-70E740481C1C}">
                <a14:useLocalDpi xmlns:a14="http://schemas.microsoft.com/office/drawing/2010/main" val="0"/>
              </a:ext>
            </a:extLst>
          </a:blip>
          <a:srcRect l="14500" t="26074" r="7095" b="33482"/>
          <a:stretch>
            <a:fillRect/>
          </a:stretch>
        </p:blipFill>
        <p:spPr bwMode="auto">
          <a:xfrm>
            <a:off x="0" y="33338"/>
            <a:ext cx="91868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12" name="Picture 3"/>
          <p:cNvPicPr>
            <a:picLocks noChangeAspect="1" noChangeArrowheads="1"/>
          </p:cNvPicPr>
          <p:nvPr/>
        </p:nvPicPr>
        <p:blipFill>
          <a:blip r:embed="rId3">
            <a:extLst>
              <a:ext uri="{28A0092B-C50C-407E-A947-70E740481C1C}">
                <a14:useLocalDpi xmlns:a14="http://schemas.microsoft.com/office/drawing/2010/main" val="0"/>
              </a:ext>
            </a:extLst>
          </a:blip>
          <a:srcRect l="13776" t="33192" r="11414" b="9381"/>
          <a:stretch>
            <a:fillRect/>
          </a:stretch>
        </p:blipFill>
        <p:spPr bwMode="auto">
          <a:xfrm>
            <a:off x="250825" y="2697163"/>
            <a:ext cx="8716963"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B4A4E68-871E-43D0-8136-6D8A3421CF6F}" type="slidenum">
              <a:rPr lang="en-US" altLang="ru-RU">
                <a:solidFill>
                  <a:srgbClr val="FFFFFF"/>
                </a:solidFill>
                <a:latin typeface="Century Schoolbook" panose="02040604050505020304" pitchFamily="18" charset="0"/>
              </a:rPr>
              <a:pPr/>
              <a:t>152</a:t>
            </a:fld>
            <a:endParaRPr lang="en-US" altLang="ru-RU">
              <a:solidFill>
                <a:srgbClr val="FFFFFF"/>
              </a:solidFill>
              <a:latin typeface="Century Schoolbook" panose="02040604050505020304" pitchFamily="18" charset="0"/>
            </a:endParaRPr>
          </a:p>
        </p:txBody>
      </p:sp>
      <p:pic>
        <p:nvPicPr>
          <p:cNvPr id="172035" name="Picture 2"/>
          <p:cNvPicPr>
            <a:picLocks noChangeAspect="1" noChangeArrowheads="1"/>
          </p:cNvPicPr>
          <p:nvPr/>
        </p:nvPicPr>
        <p:blipFill>
          <a:blip r:embed="rId2">
            <a:extLst>
              <a:ext uri="{28A0092B-C50C-407E-A947-70E740481C1C}">
                <a14:useLocalDpi xmlns:a14="http://schemas.microsoft.com/office/drawing/2010/main" val="0"/>
              </a:ext>
            </a:extLst>
          </a:blip>
          <a:srcRect l="15594" t="18376" r="64458" b="3438"/>
          <a:stretch>
            <a:fillRect/>
          </a:stretch>
        </p:blipFill>
        <p:spPr bwMode="auto">
          <a:xfrm>
            <a:off x="47625" y="261938"/>
            <a:ext cx="2978150" cy="656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036" name="Picture 3"/>
          <p:cNvPicPr>
            <a:picLocks noChangeAspect="1" noChangeArrowheads="1"/>
          </p:cNvPicPr>
          <p:nvPr/>
        </p:nvPicPr>
        <p:blipFill>
          <a:blip r:embed="rId2">
            <a:extLst>
              <a:ext uri="{28A0092B-C50C-407E-A947-70E740481C1C}">
                <a14:useLocalDpi xmlns:a14="http://schemas.microsoft.com/office/drawing/2010/main" val="0"/>
              </a:ext>
            </a:extLst>
          </a:blip>
          <a:srcRect l="38123" t="17342" r="19914" b="60287"/>
          <a:stretch>
            <a:fillRect/>
          </a:stretch>
        </p:blipFill>
        <p:spPr bwMode="auto">
          <a:xfrm>
            <a:off x="3132138" y="825500"/>
            <a:ext cx="5832475"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3013075" y="115888"/>
            <a:ext cx="5767388" cy="369887"/>
          </a:xfrm>
          <a:prstGeom prst="rect">
            <a:avLst/>
          </a:prstGeom>
          <a:solidFill>
            <a:schemeClr val="accent1">
              <a:lumMod val="20000"/>
              <a:lumOff val="80000"/>
            </a:schemeClr>
          </a:solidFill>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b="1">
                <a:latin typeface="Century Schoolbook" panose="02040604050505020304" pitchFamily="18" charset="0"/>
              </a:rPr>
              <a:t>Thế tiếp xúc lỏng/  Thế khuếch tán  (Junction Potential)</a:t>
            </a:r>
            <a:endParaRPr lang="ru-RU" b="1">
              <a:latin typeface="Century Schoolbook" panose="02040604050505020304" pitchFamily="18" charset="0"/>
            </a:endParaRPr>
          </a:p>
        </p:txBody>
      </p:sp>
      <p:pic>
        <p:nvPicPr>
          <p:cNvPr id="172038" name="Picture 5"/>
          <p:cNvPicPr>
            <a:picLocks noChangeAspect="1" noChangeArrowheads="1"/>
          </p:cNvPicPr>
          <p:nvPr/>
        </p:nvPicPr>
        <p:blipFill>
          <a:blip r:embed="rId3">
            <a:extLst>
              <a:ext uri="{28A0092B-C50C-407E-A947-70E740481C1C}">
                <a14:useLocalDpi xmlns:a14="http://schemas.microsoft.com/office/drawing/2010/main" val="0"/>
              </a:ext>
            </a:extLst>
          </a:blip>
          <a:srcRect l="20074" t="16383" r="35039" b="35992"/>
          <a:stretch>
            <a:fillRect/>
          </a:stretch>
        </p:blipFill>
        <p:spPr bwMode="auto">
          <a:xfrm>
            <a:off x="3025775" y="2498725"/>
            <a:ext cx="6070600"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9"/>
          <p:cNvSpPr txBox="1">
            <a:spLocks noChangeArrowheads="1"/>
          </p:cNvSpPr>
          <p:nvPr/>
        </p:nvSpPr>
        <p:spPr bwMode="auto">
          <a:xfrm>
            <a:off x="1231900" y="571500"/>
            <a:ext cx="5643563" cy="19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30000"/>
              </a:spcBef>
            </a:pPr>
            <a:r>
              <a:rPr lang="en-US" altLang="zh-CN" sz="2400" b="1">
                <a:latin typeface="Arial" panose="020B0604020202020204" pitchFamily="34" charset="0"/>
                <a:cs typeface="Arial" panose="020B0604020202020204" pitchFamily="34" charset="0"/>
              </a:rPr>
              <a:t>Có hai cách thực hiện:</a:t>
            </a:r>
          </a:p>
          <a:p>
            <a:pPr algn="just" eaLnBrk="1" hangingPunct="1">
              <a:lnSpc>
                <a:spcPct val="150000"/>
              </a:lnSpc>
              <a:spcBef>
                <a:spcPct val="30000"/>
              </a:spcBef>
              <a:buFontTx/>
              <a:buChar char="-"/>
            </a:pPr>
            <a:r>
              <a:rPr lang="en-US" altLang="zh-CN" sz="2400">
                <a:latin typeface="Arial" panose="020B0604020202020204" pitchFamily="34" charset="0"/>
                <a:cs typeface="Arial" panose="020B0604020202020204" pitchFamily="34" charset="0"/>
              </a:rPr>
              <a:t>Phương pháp điện thế kế trực tiếp</a:t>
            </a:r>
          </a:p>
          <a:p>
            <a:pPr algn="just" eaLnBrk="1" hangingPunct="1">
              <a:lnSpc>
                <a:spcPct val="150000"/>
              </a:lnSpc>
              <a:spcBef>
                <a:spcPct val="30000"/>
              </a:spcBef>
              <a:buFontTx/>
              <a:buChar char="-"/>
            </a:pPr>
            <a:r>
              <a:rPr lang="en-US" altLang="zh-CN" sz="2400">
                <a:latin typeface="Arial" panose="020B0604020202020204" pitchFamily="34" charset="0"/>
                <a:cs typeface="Arial" panose="020B0604020202020204" pitchFamily="34" charset="0"/>
              </a:rPr>
              <a:t>Phương pháp điện thế kế gián tiếp</a:t>
            </a:r>
          </a:p>
        </p:txBody>
      </p:sp>
      <p:pic>
        <p:nvPicPr>
          <p:cNvPr id="17305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3068638"/>
            <a:ext cx="5583238"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Rot="1" noChangeAspect="1" noMove="1" noResize="1" noEditPoints="1" noAdjustHandles="1" noChangeArrowheads="1" noChangeShapeType="1" noTextEdit="1"/>
          </p:cNvSpPr>
          <p:nvPr/>
        </p:nvSpPr>
        <p:spPr>
          <a:xfrm>
            <a:off x="4048108" y="4998931"/>
            <a:ext cx="4895850" cy="642099"/>
          </a:xfrm>
          <a:prstGeom prst="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173061" name="TextBox 1"/>
          <p:cNvSpPr txBox="1">
            <a:spLocks noChangeArrowheads="1"/>
          </p:cNvSpPr>
          <p:nvPr/>
        </p:nvSpPr>
        <p:spPr bwMode="auto">
          <a:xfrm>
            <a:off x="1287463" y="5003800"/>
            <a:ext cx="2276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Tuy nhiên: </a:t>
            </a:r>
          </a:p>
        </p:txBody>
      </p:sp>
      <p:sp>
        <p:nvSpPr>
          <p:cNvPr id="17306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C98DADA-3901-4534-BA85-E59FF07432DD}" type="slidenum">
              <a:rPr lang="en-US" altLang="ru-RU">
                <a:solidFill>
                  <a:srgbClr val="FFFFFF"/>
                </a:solidFill>
                <a:latin typeface="Arial" panose="020B0604020202020204" pitchFamily="34" charset="0"/>
                <a:cs typeface="Arial" panose="020B0604020202020204" pitchFamily="34" charset="0"/>
              </a:rPr>
              <a:pPr/>
              <a:t>153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1076325" y="285750"/>
            <a:ext cx="7527925" cy="1000125"/>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400" b="1">
                <a:solidFill>
                  <a:srgbClr val="072B39"/>
                </a:solidFill>
              </a:rPr>
              <a:t>3.2. </a:t>
            </a:r>
            <a:r>
              <a:rPr lang="vi-VN" sz="2400" b="1">
                <a:solidFill>
                  <a:srgbClr val="072B39"/>
                </a:solidFill>
                <a:latin typeface="Arial" panose="020B0604020202020204" pitchFamily="34" charset="0"/>
              </a:rPr>
              <a:t>Các loại điện cực sử dụng trong phương pháp điện thế kế</a:t>
            </a:r>
            <a:endParaRPr lang="zh-CN" altLang="en-US" sz="2400" b="1">
              <a:solidFill>
                <a:srgbClr val="FF0000"/>
              </a:solidFill>
            </a:endParaRPr>
          </a:p>
        </p:txBody>
      </p:sp>
      <p:grpSp>
        <p:nvGrpSpPr>
          <p:cNvPr id="174083" name="Group 4"/>
          <p:cNvGrpSpPr>
            <a:grpSpLocks/>
          </p:cNvGrpSpPr>
          <p:nvPr/>
        </p:nvGrpSpPr>
        <p:grpSpPr bwMode="auto">
          <a:xfrm>
            <a:off x="1692275" y="1844675"/>
            <a:ext cx="6553200" cy="4467225"/>
            <a:chOff x="1371600" y="1524000"/>
            <a:chExt cx="6553200" cy="4467225"/>
          </a:xfrm>
        </p:grpSpPr>
        <p:sp>
          <p:nvSpPr>
            <p:cNvPr id="174086" name="AutoShape 4"/>
            <p:cNvSpPr>
              <a:spLocks noChangeArrowheads="1"/>
            </p:cNvSpPr>
            <p:nvPr/>
          </p:nvSpPr>
          <p:spPr bwMode="gray">
            <a:xfrm>
              <a:off x="5638800" y="3324225"/>
              <a:ext cx="2286000" cy="2667000"/>
            </a:xfrm>
            <a:prstGeom prst="roundRect">
              <a:avLst>
                <a:gd name="adj" fmla="val 16667"/>
              </a:avLst>
            </a:prstGeom>
            <a:gradFill rotWithShape="1">
              <a:gsLst>
                <a:gs pos="0">
                  <a:srgbClr val="FFFFFF"/>
                </a:gs>
                <a:gs pos="100000">
                  <a:srgbClr val="9EF2CC"/>
                </a:gs>
              </a:gsLst>
              <a:lin ang="2700000" scaled="1"/>
            </a:gradFill>
            <a:ln w="38100">
              <a:solidFill>
                <a:srgbClr val="969696"/>
              </a:solidFill>
              <a:round/>
              <a:headEnd/>
              <a:tailEnd/>
            </a:ln>
            <a:effectLst>
              <a:outerShdw dist="91581" dir="3378596" algn="ctr" rotWithShape="0">
                <a:srgbClr val="B2B2B2">
                  <a:alpha val="50000"/>
                </a:srgbClr>
              </a:outerShdw>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74087" name="Text Box 5"/>
            <p:cNvSpPr txBox="1">
              <a:spLocks noChangeArrowheads="1"/>
            </p:cNvSpPr>
            <p:nvPr/>
          </p:nvSpPr>
          <p:spPr bwMode="gray">
            <a:xfrm>
              <a:off x="5791200" y="3962400"/>
              <a:ext cx="2057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Arial" panose="020B0604020202020204" pitchFamily="34" charset="0"/>
                  <a:cs typeface="Arial" panose="020B0604020202020204" pitchFamily="34" charset="0"/>
                </a:rPr>
                <a:t>Điện cực </a:t>
              </a:r>
            </a:p>
            <a:p>
              <a:pPr algn="ctr" eaLnBrk="1" hangingPunct="1"/>
              <a:r>
                <a:rPr lang="en-US" altLang="en-US" sz="2400">
                  <a:latin typeface="Arial" panose="020B0604020202020204" pitchFamily="34" charset="0"/>
                  <a:cs typeface="Arial" panose="020B0604020202020204" pitchFamily="34" charset="0"/>
                </a:rPr>
                <a:t>chỉ thị</a:t>
              </a:r>
            </a:p>
          </p:txBody>
        </p:sp>
        <p:sp>
          <p:nvSpPr>
            <p:cNvPr id="174088" name="AutoShape 6"/>
            <p:cNvSpPr>
              <a:spLocks noChangeArrowheads="1"/>
            </p:cNvSpPr>
            <p:nvPr/>
          </p:nvSpPr>
          <p:spPr bwMode="gray">
            <a:xfrm>
              <a:off x="1371600" y="3324225"/>
              <a:ext cx="2286000" cy="2667000"/>
            </a:xfrm>
            <a:prstGeom prst="roundRect">
              <a:avLst>
                <a:gd name="adj" fmla="val 16667"/>
              </a:avLst>
            </a:prstGeom>
            <a:gradFill rotWithShape="1">
              <a:gsLst>
                <a:gs pos="0">
                  <a:srgbClr val="FFFFFF"/>
                </a:gs>
                <a:gs pos="100000">
                  <a:srgbClr val="C9E4FF"/>
                </a:gs>
              </a:gsLst>
              <a:lin ang="2700000" scaled="1"/>
            </a:gradFill>
            <a:ln w="38100">
              <a:solidFill>
                <a:srgbClr val="969696"/>
              </a:solidFill>
              <a:round/>
              <a:headEnd/>
              <a:tailEnd/>
            </a:ln>
            <a:effectLst>
              <a:outerShdw dist="91581" dir="3378596" algn="ctr" rotWithShape="0">
                <a:srgbClr val="B2B2B2">
                  <a:alpha val="50000"/>
                </a:srgbClr>
              </a:outerShdw>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74089" name="Text Box 7"/>
            <p:cNvSpPr txBox="1">
              <a:spLocks noChangeArrowheads="1"/>
            </p:cNvSpPr>
            <p:nvPr/>
          </p:nvSpPr>
          <p:spPr bwMode="gray">
            <a:xfrm>
              <a:off x="1466851" y="3962400"/>
              <a:ext cx="20383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solidFill>
                    <a:srgbClr val="000000"/>
                  </a:solidFill>
                  <a:latin typeface="Arial" panose="020B0604020202020204" pitchFamily="34" charset="0"/>
                  <a:cs typeface="Arial" panose="020B0604020202020204" pitchFamily="34" charset="0"/>
                </a:rPr>
                <a:t>Điện cực </a:t>
              </a:r>
            </a:p>
            <a:p>
              <a:pPr algn="ctr" eaLnBrk="1" hangingPunct="1"/>
              <a:r>
                <a:rPr lang="en-US" altLang="en-US" sz="2400">
                  <a:solidFill>
                    <a:srgbClr val="000000"/>
                  </a:solidFill>
                  <a:latin typeface="Arial" panose="020B0604020202020204" pitchFamily="34" charset="0"/>
                  <a:cs typeface="Arial" panose="020B0604020202020204" pitchFamily="34" charset="0"/>
                </a:rPr>
                <a:t>so sánh</a:t>
              </a:r>
            </a:p>
          </p:txBody>
        </p:sp>
        <p:sp>
          <p:nvSpPr>
            <p:cNvPr id="174090" name="Freeform 9"/>
            <p:cNvSpPr>
              <a:spLocks/>
            </p:cNvSpPr>
            <p:nvPr/>
          </p:nvSpPr>
          <p:spPr bwMode="gray">
            <a:xfrm>
              <a:off x="3451225" y="3227388"/>
              <a:ext cx="903288" cy="1241425"/>
            </a:xfrm>
            <a:custGeom>
              <a:avLst/>
              <a:gdLst>
                <a:gd name="T0" fmla="*/ 2147483646 w 580"/>
                <a:gd name="T1" fmla="*/ 0 h 798"/>
                <a:gd name="T2" fmla="*/ 2147483646 w 580"/>
                <a:gd name="T3" fmla="*/ 2147483646 h 798"/>
                <a:gd name="T4" fmla="*/ 2147483646 w 580"/>
                <a:gd name="T5" fmla="*/ 2147483646 h 798"/>
                <a:gd name="T6" fmla="*/ 2147483646 w 580"/>
                <a:gd name="T7" fmla="*/ 2147483646 h 798"/>
                <a:gd name="T8" fmla="*/ 2147483646 w 580"/>
                <a:gd name="T9" fmla="*/ 2147483646 h 798"/>
                <a:gd name="T10" fmla="*/ 2147483646 w 580"/>
                <a:gd name="T11" fmla="*/ 2147483646 h 798"/>
                <a:gd name="T12" fmla="*/ 2147483646 w 580"/>
                <a:gd name="T13" fmla="*/ 2147483646 h 798"/>
                <a:gd name="T14" fmla="*/ 2147483646 w 580"/>
                <a:gd name="T15" fmla="*/ 2147483646 h 798"/>
                <a:gd name="T16" fmla="*/ 2147483646 w 580"/>
                <a:gd name="T17" fmla="*/ 2147483646 h 798"/>
                <a:gd name="T18" fmla="*/ 2147483646 w 580"/>
                <a:gd name="T19" fmla="*/ 2147483646 h 798"/>
                <a:gd name="T20" fmla="*/ 2147483646 w 580"/>
                <a:gd name="T21" fmla="*/ 2147483646 h 798"/>
                <a:gd name="T22" fmla="*/ 2147483646 w 580"/>
                <a:gd name="T23" fmla="*/ 2147483646 h 798"/>
                <a:gd name="T24" fmla="*/ 0 w 580"/>
                <a:gd name="T25" fmla="*/ 2147483646 h 798"/>
                <a:gd name="T26" fmla="*/ 2147483646 w 580"/>
                <a:gd name="T27" fmla="*/ 2147483646 h 798"/>
                <a:gd name="T28" fmla="*/ 2147483646 w 580"/>
                <a:gd name="T29" fmla="*/ 2147483646 h 798"/>
                <a:gd name="T30" fmla="*/ 2147483646 w 580"/>
                <a:gd name="T31" fmla="*/ 2147483646 h 798"/>
                <a:gd name="T32" fmla="*/ 2147483646 w 580"/>
                <a:gd name="T33" fmla="*/ 2147483646 h 798"/>
                <a:gd name="T34" fmla="*/ 2147483646 w 580"/>
                <a:gd name="T35" fmla="*/ 2147483646 h 798"/>
                <a:gd name="T36" fmla="*/ 2147483646 w 580"/>
                <a:gd name="T37" fmla="*/ 2147483646 h 798"/>
                <a:gd name="T38" fmla="*/ 2147483646 w 580"/>
                <a:gd name="T39" fmla="*/ 2147483646 h 798"/>
                <a:gd name="T40" fmla="*/ 2147483646 w 580"/>
                <a:gd name="T41" fmla="*/ 2147483646 h 798"/>
                <a:gd name="T42" fmla="*/ 2147483646 w 580"/>
                <a:gd name="T43" fmla="*/ 2147483646 h 798"/>
                <a:gd name="T44" fmla="*/ 2147483646 w 580"/>
                <a:gd name="T45" fmla="*/ 2147483646 h 798"/>
                <a:gd name="T46" fmla="*/ 2147483646 w 580"/>
                <a:gd name="T47" fmla="*/ 2147483646 h 798"/>
                <a:gd name="T48" fmla="*/ 2147483646 w 580"/>
                <a:gd name="T49" fmla="*/ 2147483646 h 798"/>
                <a:gd name="T50" fmla="*/ 2147483646 w 580"/>
                <a:gd name="T51" fmla="*/ 2147483646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0099CC"/>
                </a:gs>
                <a:gs pos="100000">
                  <a:srgbClr val="AEDFE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091" name="Freeform 11"/>
            <p:cNvSpPr>
              <a:spLocks/>
            </p:cNvSpPr>
            <p:nvPr/>
          </p:nvSpPr>
          <p:spPr bwMode="gray">
            <a:xfrm flipH="1">
              <a:off x="4951413" y="3227388"/>
              <a:ext cx="903287" cy="1241425"/>
            </a:xfrm>
            <a:custGeom>
              <a:avLst/>
              <a:gdLst>
                <a:gd name="T0" fmla="*/ 2147483646 w 580"/>
                <a:gd name="T1" fmla="*/ 0 h 798"/>
                <a:gd name="T2" fmla="*/ 2147483646 w 580"/>
                <a:gd name="T3" fmla="*/ 2147483646 h 798"/>
                <a:gd name="T4" fmla="*/ 2147483646 w 580"/>
                <a:gd name="T5" fmla="*/ 2147483646 h 798"/>
                <a:gd name="T6" fmla="*/ 2147483646 w 580"/>
                <a:gd name="T7" fmla="*/ 2147483646 h 798"/>
                <a:gd name="T8" fmla="*/ 2147483646 w 580"/>
                <a:gd name="T9" fmla="*/ 2147483646 h 798"/>
                <a:gd name="T10" fmla="*/ 2147483646 w 580"/>
                <a:gd name="T11" fmla="*/ 2147483646 h 798"/>
                <a:gd name="T12" fmla="*/ 2147483646 w 580"/>
                <a:gd name="T13" fmla="*/ 2147483646 h 798"/>
                <a:gd name="T14" fmla="*/ 2147483646 w 580"/>
                <a:gd name="T15" fmla="*/ 2147483646 h 798"/>
                <a:gd name="T16" fmla="*/ 2147483646 w 580"/>
                <a:gd name="T17" fmla="*/ 2147483646 h 798"/>
                <a:gd name="T18" fmla="*/ 2147483646 w 580"/>
                <a:gd name="T19" fmla="*/ 2147483646 h 798"/>
                <a:gd name="T20" fmla="*/ 2147483646 w 580"/>
                <a:gd name="T21" fmla="*/ 2147483646 h 798"/>
                <a:gd name="T22" fmla="*/ 2147483646 w 580"/>
                <a:gd name="T23" fmla="*/ 2147483646 h 798"/>
                <a:gd name="T24" fmla="*/ 0 w 580"/>
                <a:gd name="T25" fmla="*/ 2147483646 h 798"/>
                <a:gd name="T26" fmla="*/ 2147483646 w 580"/>
                <a:gd name="T27" fmla="*/ 2147483646 h 798"/>
                <a:gd name="T28" fmla="*/ 2147483646 w 580"/>
                <a:gd name="T29" fmla="*/ 2147483646 h 798"/>
                <a:gd name="T30" fmla="*/ 2147483646 w 580"/>
                <a:gd name="T31" fmla="*/ 2147483646 h 798"/>
                <a:gd name="T32" fmla="*/ 2147483646 w 580"/>
                <a:gd name="T33" fmla="*/ 2147483646 h 798"/>
                <a:gd name="T34" fmla="*/ 2147483646 w 580"/>
                <a:gd name="T35" fmla="*/ 2147483646 h 798"/>
                <a:gd name="T36" fmla="*/ 2147483646 w 580"/>
                <a:gd name="T37" fmla="*/ 2147483646 h 798"/>
                <a:gd name="T38" fmla="*/ 2147483646 w 580"/>
                <a:gd name="T39" fmla="*/ 2147483646 h 798"/>
                <a:gd name="T40" fmla="*/ 2147483646 w 580"/>
                <a:gd name="T41" fmla="*/ 2147483646 h 798"/>
                <a:gd name="T42" fmla="*/ 2147483646 w 580"/>
                <a:gd name="T43" fmla="*/ 2147483646 h 798"/>
                <a:gd name="T44" fmla="*/ 2147483646 w 580"/>
                <a:gd name="T45" fmla="*/ 2147483646 h 798"/>
                <a:gd name="T46" fmla="*/ 2147483646 w 580"/>
                <a:gd name="T47" fmla="*/ 2147483646 h 798"/>
                <a:gd name="T48" fmla="*/ 2147483646 w 580"/>
                <a:gd name="T49" fmla="*/ 2147483646 h 798"/>
                <a:gd name="T50" fmla="*/ 2147483646 w 580"/>
                <a:gd name="T51" fmla="*/ 2147483646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9966"/>
                </a:gs>
                <a:gs pos="100000">
                  <a:srgbClr val="FFDFCE"/>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74092" name="Group 12"/>
            <p:cNvGrpSpPr>
              <a:grpSpLocks/>
            </p:cNvGrpSpPr>
            <p:nvPr/>
          </p:nvGrpSpPr>
          <p:grpSpPr bwMode="auto">
            <a:xfrm>
              <a:off x="1981200" y="1524000"/>
              <a:ext cx="4953000" cy="1601788"/>
              <a:chOff x="1997" y="1314"/>
              <a:chExt cx="1889" cy="1009"/>
            </a:xfrm>
          </p:grpSpPr>
          <p:grpSp>
            <p:nvGrpSpPr>
              <p:cNvPr id="174094" name="Group 13"/>
              <p:cNvGrpSpPr>
                <a:grpSpLocks/>
              </p:cNvGrpSpPr>
              <p:nvPr/>
            </p:nvGrpSpPr>
            <p:grpSpPr bwMode="auto">
              <a:xfrm>
                <a:off x="1997" y="1404"/>
                <a:ext cx="1889" cy="919"/>
                <a:chOff x="1973" y="1027"/>
                <a:chExt cx="1926" cy="937"/>
              </a:xfrm>
            </p:grpSpPr>
            <p:sp>
              <p:nvSpPr>
                <p:cNvPr id="174099" name="Oval 14"/>
                <p:cNvSpPr>
                  <a:spLocks noChangeArrowheads="1"/>
                </p:cNvSpPr>
                <p:nvPr/>
              </p:nvSpPr>
              <p:spPr bwMode="gray">
                <a:xfrm>
                  <a:off x="1994" y="1057"/>
                  <a:ext cx="1905" cy="907"/>
                </a:xfrm>
                <a:prstGeom prst="ellipse">
                  <a:avLst/>
                </a:prstGeom>
                <a:gradFill rotWithShape="1">
                  <a:gsLst>
                    <a:gs pos="0">
                      <a:srgbClr val="204882"/>
                    </a:gs>
                    <a:gs pos="100000">
                      <a:srgbClr val="3371CD"/>
                    </a:gs>
                  </a:gsLst>
                  <a:lin ang="2700000" scaled="1"/>
                </a:gradFill>
                <a:ln>
                  <a:noFill/>
                </a:ln>
                <a:effectLst>
                  <a:outerShdw dist="35921" dir="2700000" algn="ctr" rotWithShape="0">
                    <a:srgbClr val="000000"/>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74100" name="Oval 15"/>
                <p:cNvSpPr>
                  <a:spLocks noChangeArrowheads="1"/>
                </p:cNvSpPr>
                <p:nvPr/>
              </p:nvSpPr>
              <p:spPr bwMode="gray">
                <a:xfrm>
                  <a:off x="1973" y="1027"/>
                  <a:ext cx="1905" cy="907"/>
                </a:xfrm>
                <a:prstGeom prst="ellipse">
                  <a:avLst/>
                </a:prstGeom>
                <a:gradFill rotWithShape="1">
                  <a:gsLst>
                    <a:gs pos="0">
                      <a:srgbClr val="A5C0E9"/>
                    </a:gs>
                    <a:gs pos="100000">
                      <a:srgbClr val="3371CD"/>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grpSp>
          <p:sp>
            <p:nvSpPr>
              <p:cNvPr id="174095" name="Oval 16"/>
              <p:cNvSpPr>
                <a:spLocks noChangeArrowheads="1"/>
              </p:cNvSpPr>
              <p:nvPr/>
            </p:nvSpPr>
            <p:spPr bwMode="gray">
              <a:xfrm>
                <a:off x="2086" y="1314"/>
                <a:ext cx="1691" cy="845"/>
              </a:xfrm>
              <a:prstGeom prst="ellipse">
                <a:avLst/>
              </a:prstGeom>
              <a:gradFill rotWithShape="1">
                <a:gsLst>
                  <a:gs pos="0">
                    <a:srgbClr val="6A583B"/>
                  </a:gs>
                  <a:gs pos="100000">
                    <a:srgbClr val="E6BF80"/>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74096" name="Oval 17"/>
              <p:cNvSpPr>
                <a:spLocks noChangeArrowheads="1"/>
              </p:cNvSpPr>
              <p:nvPr/>
            </p:nvSpPr>
            <p:spPr bwMode="gray">
              <a:xfrm>
                <a:off x="2108" y="1319"/>
                <a:ext cx="1650" cy="824"/>
              </a:xfrm>
              <a:prstGeom prst="ellipse">
                <a:avLst/>
              </a:prstGeom>
              <a:gradFill rotWithShape="1">
                <a:gsLst>
                  <a:gs pos="0">
                    <a:srgbClr val="E6BF80">
                      <a:alpha val="0"/>
                    </a:srgbClr>
                  </a:gs>
                  <a:gs pos="100000">
                    <a:srgbClr val="F6E9D3"/>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74097" name="Oval 18"/>
              <p:cNvSpPr>
                <a:spLocks noChangeArrowheads="1"/>
              </p:cNvSpPr>
              <p:nvPr/>
            </p:nvSpPr>
            <p:spPr bwMode="gray">
              <a:xfrm>
                <a:off x="2125" y="1327"/>
                <a:ext cx="1570" cy="770"/>
              </a:xfrm>
              <a:prstGeom prst="ellipse">
                <a:avLst/>
              </a:prstGeom>
              <a:gradFill rotWithShape="1">
                <a:gsLst>
                  <a:gs pos="0">
                    <a:srgbClr val="B69765"/>
                  </a:gs>
                  <a:gs pos="100000">
                    <a:srgbClr val="E6BF80">
                      <a:alpha val="48000"/>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74098" name="Oval 19"/>
              <p:cNvSpPr>
                <a:spLocks noChangeArrowheads="1"/>
              </p:cNvSpPr>
              <p:nvPr/>
            </p:nvSpPr>
            <p:spPr bwMode="gray">
              <a:xfrm>
                <a:off x="2208" y="1344"/>
                <a:ext cx="1382" cy="624"/>
              </a:xfrm>
              <a:prstGeom prst="ellipse">
                <a:avLst/>
              </a:prstGeom>
              <a:gradFill rotWithShape="1">
                <a:gsLst>
                  <a:gs pos="0">
                    <a:srgbClr val="FFFFFF"/>
                  </a:gs>
                  <a:gs pos="100000">
                    <a:srgbClr val="E6BF80">
                      <a:alpha val="37999"/>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grpSp>
        <p:sp>
          <p:nvSpPr>
            <p:cNvPr id="174093" name="Text Box 20"/>
            <p:cNvSpPr txBox="1">
              <a:spLocks noChangeArrowheads="1"/>
            </p:cNvSpPr>
            <p:nvPr/>
          </p:nvSpPr>
          <p:spPr bwMode="gray">
            <a:xfrm>
              <a:off x="2676586" y="1752600"/>
              <a:ext cx="37721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a:latin typeface="Arial" panose="020B0604020202020204" pitchFamily="34" charset="0"/>
                  <a:cs typeface="Arial" panose="020B0604020202020204" pitchFamily="34" charset="0"/>
                </a:rPr>
                <a:t>Điện cực sử dụng trong </a:t>
              </a:r>
            </a:p>
            <a:p>
              <a:pPr algn="ctr" eaLnBrk="1" hangingPunct="1"/>
              <a:r>
                <a:rPr lang="en-US" altLang="en-US" sz="2400" b="1">
                  <a:latin typeface="Arial" panose="020B0604020202020204" pitchFamily="34" charset="0"/>
                  <a:cs typeface="Arial" panose="020B0604020202020204" pitchFamily="34" charset="0"/>
                </a:rPr>
                <a:t>phương pháp điện thế</a:t>
              </a:r>
            </a:p>
          </p:txBody>
        </p:sp>
      </p:grpSp>
      <p:sp>
        <p:nvSpPr>
          <p:cNvPr id="17408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F670164-8BE6-40F0-BB6E-83855A76A9A7}" type="slidenum">
              <a:rPr lang="en-US" altLang="ru-RU">
                <a:solidFill>
                  <a:srgbClr val="FFFFFF"/>
                </a:solidFill>
                <a:latin typeface="Arial" panose="020B0604020202020204" pitchFamily="34" charset="0"/>
                <a:cs typeface="Arial" panose="020B0604020202020204" pitchFamily="34" charset="0"/>
              </a:rPr>
              <a:pPr/>
              <a:t>154</a:t>
            </a:fld>
            <a:endParaRPr lang="en-US" altLang="ru-RU">
              <a:solidFill>
                <a:srgbClr val="FFFFFF"/>
              </a:solidFill>
              <a:latin typeface="Arial" panose="020B0604020202020204" pitchFamily="34" charset="0"/>
              <a:cs typeface="Arial" panose="020B0604020202020204" pitchFamily="34" charset="0"/>
            </a:endParaRPr>
          </a:p>
        </p:txBody>
      </p:sp>
      <p:sp>
        <p:nvSpPr>
          <p:cNvPr id="174085" name="Прямоугольник 19"/>
          <p:cNvSpPr>
            <a:spLocks noChangeArrowheads="1"/>
          </p:cNvSpPr>
          <p:nvPr/>
        </p:nvSpPr>
        <p:spPr bwMode="auto">
          <a:xfrm>
            <a:off x="2268538" y="1268413"/>
            <a:ext cx="3376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b="1">
                <a:solidFill>
                  <a:srgbClr val="FF0000"/>
                </a:solidFill>
                <a:latin typeface="Arial" panose="020B0604020202020204" pitchFamily="34" charset="0"/>
                <a:cs typeface="Arial" panose="020B0604020202020204" pitchFamily="34" charset="0"/>
              </a:rPr>
              <a:t>(tham khảo </a:t>
            </a:r>
            <a:r>
              <a:rPr lang="en-US" altLang="zh-CN" b="1">
                <a:solidFill>
                  <a:srgbClr val="FF0000"/>
                </a:solidFill>
                <a:latin typeface="Arial" panose="020B0604020202020204" pitchFamily="34" charset="0"/>
                <a:cs typeface="Arial" panose="020B0604020202020204" pitchFamily="34" charset="0"/>
              </a:rPr>
              <a:t>trang 23-66 sách)</a:t>
            </a:r>
            <a:endParaRPr lang="ru-RU" altLang="ru-RU">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6"/>
          <p:cNvGrpSpPr>
            <a:grpSpLocks/>
          </p:cNvGrpSpPr>
          <p:nvPr/>
        </p:nvGrpSpPr>
        <p:grpSpPr bwMode="auto">
          <a:xfrm>
            <a:off x="1525588" y="2225675"/>
            <a:ext cx="2170112" cy="4083050"/>
            <a:chOff x="720" y="1266"/>
            <a:chExt cx="1367" cy="2572"/>
          </a:xfrm>
        </p:grpSpPr>
        <p:sp>
          <p:nvSpPr>
            <p:cNvPr id="6" name="AutoShape 47"/>
            <p:cNvSpPr>
              <a:spLocks noChangeArrowheads="1"/>
            </p:cNvSpPr>
            <p:nvPr/>
          </p:nvSpPr>
          <p:spPr bwMode="gray">
            <a:xfrm>
              <a:off x="720" y="1490"/>
              <a:ext cx="1363" cy="1800"/>
            </a:xfrm>
            <a:prstGeom prst="roundRect">
              <a:avLst>
                <a:gd name="adj" fmla="val 17509"/>
              </a:avLst>
            </a:prstGeom>
            <a:gradFill rotWithShape="1">
              <a:gsLst>
                <a:gs pos="0">
                  <a:srgbClr val="4E91D4"/>
                </a:gs>
                <a:gs pos="100000">
                  <a:srgbClr val="3477A4"/>
                </a:gs>
              </a:gsLst>
              <a:lin ang="27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7" name="AutoShape 48"/>
            <p:cNvSpPr>
              <a:spLocks noChangeArrowheads="1"/>
            </p:cNvSpPr>
            <p:nvPr/>
          </p:nvSpPr>
          <p:spPr bwMode="gray">
            <a:xfrm>
              <a:off x="741" y="1495"/>
              <a:ext cx="1322" cy="1766"/>
            </a:xfrm>
            <a:prstGeom prst="roundRect">
              <a:avLst>
                <a:gd name="adj" fmla="val 16667"/>
              </a:avLst>
            </a:prstGeom>
            <a:solidFill>
              <a:srgbClr val="3CA1E6"/>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9" name="AutoShape 49"/>
            <p:cNvSpPr>
              <a:spLocks noChangeArrowheads="1"/>
            </p:cNvSpPr>
            <p:nvPr/>
          </p:nvSpPr>
          <p:spPr bwMode="gray">
            <a:xfrm>
              <a:off x="752" y="2795"/>
              <a:ext cx="1304" cy="447"/>
            </a:xfrm>
            <a:prstGeom prst="roundRect">
              <a:avLst>
                <a:gd name="adj" fmla="val 50000"/>
              </a:avLst>
            </a:prstGeom>
            <a:gradFill rotWithShape="1">
              <a:gsLst>
                <a:gs pos="0">
                  <a:srgbClr val="3CA1E6">
                    <a:alpha val="0"/>
                  </a:srgbClr>
                </a:gs>
                <a:gs pos="100000">
                  <a:srgbClr val="3CA1E6">
                    <a:gamma/>
                    <a:tint val="51373"/>
                    <a:invGamma/>
                  </a:srgbClr>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0" name="AutoShape 50"/>
            <p:cNvSpPr>
              <a:spLocks noChangeArrowheads="1"/>
            </p:cNvSpPr>
            <p:nvPr/>
          </p:nvSpPr>
          <p:spPr bwMode="gray">
            <a:xfrm>
              <a:off x="752" y="1509"/>
              <a:ext cx="1304" cy="446"/>
            </a:xfrm>
            <a:prstGeom prst="roundRect">
              <a:avLst>
                <a:gd name="adj" fmla="val 50000"/>
              </a:avLst>
            </a:prstGeom>
            <a:gradFill rotWithShape="1">
              <a:gsLst>
                <a:gs pos="0">
                  <a:srgbClr val="3CA1E6">
                    <a:gamma/>
                    <a:tint val="33333"/>
                    <a:invGamma/>
                  </a:srgbClr>
                </a:gs>
                <a:gs pos="100000">
                  <a:srgbClr val="3CA1E6">
                    <a:alpha val="0"/>
                  </a:srgbClr>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1" name="AutoShape 51"/>
            <p:cNvSpPr>
              <a:spLocks noChangeArrowheads="1"/>
            </p:cNvSpPr>
            <p:nvPr/>
          </p:nvSpPr>
          <p:spPr bwMode="gray">
            <a:xfrm>
              <a:off x="724" y="3290"/>
              <a:ext cx="1363" cy="548"/>
            </a:xfrm>
            <a:prstGeom prst="roundRect">
              <a:avLst>
                <a:gd name="adj" fmla="val 40389"/>
              </a:avLst>
            </a:prstGeom>
            <a:gradFill rotWithShape="1">
              <a:gsLst>
                <a:gs pos="0">
                  <a:srgbClr val="729EB4"/>
                </a:gs>
                <a:gs pos="100000">
                  <a:schemeClr val="bg1"/>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2" name="AutoShape 52"/>
            <p:cNvSpPr>
              <a:spLocks noChangeArrowheads="1"/>
            </p:cNvSpPr>
            <p:nvPr/>
          </p:nvSpPr>
          <p:spPr bwMode="gray">
            <a:xfrm>
              <a:off x="752" y="3305"/>
              <a:ext cx="1304" cy="487"/>
            </a:xfrm>
            <a:prstGeom prst="roundRect">
              <a:avLst>
                <a:gd name="adj" fmla="val 50000"/>
              </a:avLst>
            </a:prstGeom>
            <a:gradFill rotWithShape="1">
              <a:gsLst>
                <a:gs pos="0">
                  <a:srgbClr val="7DAFD4"/>
                </a:gs>
                <a:gs pos="100000">
                  <a:schemeClr val="bg1"/>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grpSp>
          <p:nvGrpSpPr>
            <p:cNvPr id="175144" name="Group 53"/>
            <p:cNvGrpSpPr>
              <a:grpSpLocks/>
            </p:cNvGrpSpPr>
            <p:nvPr/>
          </p:nvGrpSpPr>
          <p:grpSpPr bwMode="auto">
            <a:xfrm>
              <a:off x="1189" y="1266"/>
              <a:ext cx="405" cy="463"/>
              <a:chOff x="1289" y="534"/>
              <a:chExt cx="668" cy="763"/>
            </a:xfrm>
          </p:grpSpPr>
          <p:sp>
            <p:nvSpPr>
              <p:cNvPr id="16" name="Oval 54"/>
              <p:cNvSpPr>
                <a:spLocks noChangeArrowheads="1"/>
              </p:cNvSpPr>
              <p:nvPr/>
            </p:nvSpPr>
            <p:spPr bwMode="gray">
              <a:xfrm>
                <a:off x="1289" y="534"/>
                <a:ext cx="668" cy="763"/>
              </a:xfrm>
              <a:prstGeom prst="ellipse">
                <a:avLst/>
              </a:prstGeom>
              <a:solidFill>
                <a:srgbClr val="333333"/>
              </a:solidFill>
              <a:ln>
                <a:noFill/>
              </a:ln>
              <a:effec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7" name="Oval 55"/>
              <p:cNvSpPr>
                <a:spLocks noChangeArrowheads="1"/>
              </p:cNvSpPr>
              <p:nvPr/>
            </p:nvSpPr>
            <p:spPr bwMode="gray">
              <a:xfrm>
                <a:off x="1296" y="587"/>
                <a:ext cx="648" cy="648"/>
              </a:xfrm>
              <a:prstGeom prst="ellipse">
                <a:avLst/>
              </a:prstGeom>
              <a:gradFill rotWithShape="1">
                <a:gsLst>
                  <a:gs pos="0">
                    <a:srgbClr val="D6E1E2">
                      <a:gamma/>
                      <a:shade val="46275"/>
                      <a:invGamma/>
                    </a:srgbClr>
                  </a:gs>
                  <a:gs pos="100000">
                    <a:srgbClr val="D6E1E2"/>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8" name="Oval 56"/>
              <p:cNvSpPr>
                <a:spLocks noChangeArrowheads="1"/>
              </p:cNvSpPr>
              <p:nvPr/>
            </p:nvSpPr>
            <p:spPr bwMode="gray">
              <a:xfrm>
                <a:off x="1304" y="592"/>
                <a:ext cx="632" cy="630"/>
              </a:xfrm>
              <a:prstGeom prst="ellipse">
                <a:avLst/>
              </a:prstGeom>
              <a:gradFill rotWithShape="1">
                <a:gsLst>
                  <a:gs pos="0">
                    <a:srgbClr val="D6E1E2">
                      <a:alpha val="0"/>
                    </a:srgbClr>
                  </a:gs>
                  <a:gs pos="100000">
                    <a:srgbClr val="D6E1E2">
                      <a:gamma/>
                      <a:tint val="34902"/>
                      <a:invGamma/>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9" name="Oval 57"/>
              <p:cNvSpPr>
                <a:spLocks noChangeArrowheads="1"/>
              </p:cNvSpPr>
              <p:nvPr/>
            </p:nvSpPr>
            <p:spPr bwMode="gray">
              <a:xfrm>
                <a:off x="1310" y="597"/>
                <a:ext cx="600" cy="590"/>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0" name="Oval 58"/>
              <p:cNvSpPr>
                <a:spLocks noChangeArrowheads="1"/>
              </p:cNvSpPr>
              <p:nvPr/>
            </p:nvSpPr>
            <p:spPr bwMode="gray">
              <a:xfrm>
                <a:off x="1347" y="613"/>
                <a:ext cx="533" cy="480"/>
              </a:xfrm>
              <a:prstGeom prst="ellipse">
                <a:avLst/>
              </a:prstGeom>
              <a:gradFill rotWithShape="1">
                <a:gsLst>
                  <a:gs pos="0">
                    <a:srgbClr val="D6E1E2">
                      <a:gamma/>
                      <a:tint val="0"/>
                      <a:invGamma/>
                    </a:srgbClr>
                  </a:gs>
                  <a:gs pos="100000">
                    <a:srgbClr val="D6E1E2">
                      <a:alpha val="3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pSp>
        <p:sp>
          <p:nvSpPr>
            <p:cNvPr id="14" name="Text Box 59"/>
            <p:cNvSpPr txBox="1">
              <a:spLocks noChangeArrowheads="1"/>
            </p:cNvSpPr>
            <p:nvPr/>
          </p:nvSpPr>
          <p:spPr bwMode="gray">
            <a:xfrm>
              <a:off x="1272" y="1323"/>
              <a:ext cx="229" cy="330"/>
            </a:xfrm>
            <a:prstGeom prst="rect">
              <a:avLst/>
            </a:prstGeom>
            <a:noFill/>
            <a:ln>
              <a:noFill/>
            </a:ln>
            <a:effectLst/>
          </p:spPr>
          <p:txBody>
            <a:bodyPr wrap="none">
              <a:spAutoFit/>
            </a:bodyPr>
            <a:lstStyle/>
            <a:p>
              <a:pPr algn="ctr" eaLnBrk="1" fontAlgn="auto" hangingPunct="1">
                <a:spcBef>
                  <a:spcPts val="0"/>
                </a:spcBef>
                <a:spcAft>
                  <a:spcPts val="0"/>
                </a:spcAft>
                <a:defRPr/>
              </a:pPr>
              <a:r>
                <a:rPr 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p>
          </p:txBody>
        </p:sp>
        <p:sp>
          <p:nvSpPr>
            <p:cNvPr id="15" name="Text Box 60"/>
            <p:cNvSpPr txBox="1">
              <a:spLocks noChangeArrowheads="1"/>
            </p:cNvSpPr>
            <p:nvPr/>
          </p:nvSpPr>
          <p:spPr bwMode="gray">
            <a:xfrm>
              <a:off x="768" y="1776"/>
              <a:ext cx="1296" cy="872"/>
            </a:xfrm>
            <a:prstGeom prst="rect">
              <a:avLst/>
            </a:prstGeom>
            <a:noFill/>
            <a:ln>
              <a:noFill/>
            </a:ln>
            <a:effec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800" smtClean="0">
                  <a:effectLst>
                    <a:outerShdw blurRad="38100" dist="38100" dir="2700000" algn="tl">
                      <a:srgbClr val="C0C0C0"/>
                    </a:outerShdw>
                  </a:effectLst>
                </a:rPr>
                <a:t>Điện cực tiêu chuẩn hydro</a:t>
              </a:r>
            </a:p>
          </p:txBody>
        </p:sp>
      </p:grpSp>
      <p:grpSp>
        <p:nvGrpSpPr>
          <p:cNvPr id="5" name="Group 61"/>
          <p:cNvGrpSpPr>
            <a:grpSpLocks/>
          </p:cNvGrpSpPr>
          <p:nvPr/>
        </p:nvGrpSpPr>
        <p:grpSpPr bwMode="auto">
          <a:xfrm>
            <a:off x="3983038" y="2227263"/>
            <a:ext cx="2166937" cy="4081462"/>
            <a:chOff x="2208" y="1267"/>
            <a:chExt cx="1365" cy="2571"/>
          </a:xfrm>
        </p:grpSpPr>
        <p:sp>
          <p:nvSpPr>
            <p:cNvPr id="22" name="AutoShape 62"/>
            <p:cNvSpPr>
              <a:spLocks noChangeArrowheads="1"/>
            </p:cNvSpPr>
            <p:nvPr/>
          </p:nvSpPr>
          <p:spPr bwMode="gray">
            <a:xfrm>
              <a:off x="2208" y="1490"/>
              <a:ext cx="1363" cy="1800"/>
            </a:xfrm>
            <a:prstGeom prst="roundRect">
              <a:avLst>
                <a:gd name="adj" fmla="val 17509"/>
              </a:avLst>
            </a:prstGeom>
            <a:gradFill rotWithShape="1">
              <a:gsLst>
                <a:gs pos="0">
                  <a:srgbClr val="34B034"/>
                </a:gs>
                <a:gs pos="100000">
                  <a:srgbClr val="3F8B4A"/>
                </a:gs>
              </a:gsLst>
              <a:lin ang="27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3" name="AutoShape 63"/>
            <p:cNvSpPr>
              <a:spLocks noChangeArrowheads="1"/>
            </p:cNvSpPr>
            <p:nvPr/>
          </p:nvSpPr>
          <p:spPr bwMode="gray">
            <a:xfrm>
              <a:off x="2229" y="1495"/>
              <a:ext cx="1322" cy="1766"/>
            </a:xfrm>
            <a:prstGeom prst="roundRect">
              <a:avLst>
                <a:gd name="adj" fmla="val 16667"/>
              </a:avLst>
            </a:prstGeom>
            <a:solidFill>
              <a:srgbClr val="73E77E"/>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4" name="AutoShape 64"/>
            <p:cNvSpPr>
              <a:spLocks noChangeArrowheads="1"/>
            </p:cNvSpPr>
            <p:nvPr/>
          </p:nvSpPr>
          <p:spPr bwMode="gray">
            <a:xfrm>
              <a:off x="2240" y="2795"/>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5" name="AutoShape 65"/>
            <p:cNvSpPr>
              <a:spLocks noChangeArrowheads="1"/>
            </p:cNvSpPr>
            <p:nvPr/>
          </p:nvSpPr>
          <p:spPr bwMode="gray">
            <a:xfrm>
              <a:off x="2240" y="1509"/>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6" name="Oval 66"/>
            <p:cNvSpPr>
              <a:spLocks noChangeArrowheads="1"/>
            </p:cNvSpPr>
            <p:nvPr/>
          </p:nvSpPr>
          <p:spPr bwMode="gray">
            <a:xfrm>
              <a:off x="2677" y="1267"/>
              <a:ext cx="405" cy="463"/>
            </a:xfrm>
            <a:prstGeom prst="ellipse">
              <a:avLst/>
            </a:prstGeom>
            <a:solidFill>
              <a:srgbClr val="333333"/>
            </a:solidFill>
            <a:ln>
              <a:noFill/>
            </a:ln>
            <a:effec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7" name="Oval 67"/>
            <p:cNvSpPr>
              <a:spLocks noChangeArrowheads="1"/>
            </p:cNvSpPr>
            <p:nvPr/>
          </p:nvSpPr>
          <p:spPr bwMode="gray">
            <a:xfrm>
              <a:off x="2681" y="1299"/>
              <a:ext cx="392" cy="392"/>
            </a:xfrm>
            <a:prstGeom prst="ellipse">
              <a:avLst/>
            </a:prstGeom>
            <a:gradFill rotWithShape="1">
              <a:gsLst>
                <a:gs pos="0">
                  <a:srgbClr val="D6E1E2">
                    <a:gamma/>
                    <a:shade val="46275"/>
                    <a:invGamma/>
                  </a:srgbClr>
                </a:gs>
                <a:gs pos="100000">
                  <a:srgbClr val="D6E1E2"/>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8" name="Oval 68"/>
            <p:cNvSpPr>
              <a:spLocks noChangeArrowheads="1"/>
            </p:cNvSpPr>
            <p:nvPr/>
          </p:nvSpPr>
          <p:spPr bwMode="gray">
            <a:xfrm>
              <a:off x="2686" y="1301"/>
              <a:ext cx="383" cy="383"/>
            </a:xfrm>
            <a:prstGeom prst="ellipse">
              <a:avLst/>
            </a:prstGeom>
            <a:gradFill rotWithShape="1">
              <a:gsLst>
                <a:gs pos="0">
                  <a:srgbClr val="D6E1E2">
                    <a:alpha val="0"/>
                  </a:srgbClr>
                </a:gs>
                <a:gs pos="100000">
                  <a:srgbClr val="D6E1E2">
                    <a:gamma/>
                    <a:tint val="34902"/>
                    <a:invGamma/>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29" name="Oval 69"/>
            <p:cNvSpPr>
              <a:spLocks noChangeArrowheads="1"/>
            </p:cNvSpPr>
            <p:nvPr/>
          </p:nvSpPr>
          <p:spPr bwMode="gray">
            <a:xfrm>
              <a:off x="2690" y="1305"/>
              <a:ext cx="364" cy="357"/>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30" name="Oval 70"/>
            <p:cNvSpPr>
              <a:spLocks noChangeArrowheads="1"/>
            </p:cNvSpPr>
            <p:nvPr/>
          </p:nvSpPr>
          <p:spPr bwMode="gray">
            <a:xfrm>
              <a:off x="2712" y="1315"/>
              <a:ext cx="323" cy="290"/>
            </a:xfrm>
            <a:prstGeom prst="ellipse">
              <a:avLst/>
            </a:prstGeom>
            <a:gradFill rotWithShape="1">
              <a:gsLst>
                <a:gs pos="0">
                  <a:srgbClr val="D6E1E2">
                    <a:gamma/>
                    <a:tint val="0"/>
                    <a:invGamma/>
                  </a:srgbClr>
                </a:gs>
                <a:gs pos="100000">
                  <a:srgbClr val="D6E1E2">
                    <a:alpha val="3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31" name="Text Box 71"/>
            <p:cNvSpPr txBox="1">
              <a:spLocks noChangeArrowheads="1"/>
            </p:cNvSpPr>
            <p:nvPr/>
          </p:nvSpPr>
          <p:spPr bwMode="gray">
            <a:xfrm>
              <a:off x="2760" y="1323"/>
              <a:ext cx="229" cy="330"/>
            </a:xfrm>
            <a:prstGeom prst="rect">
              <a:avLst/>
            </a:prstGeom>
            <a:noFill/>
            <a:ln>
              <a:noFill/>
            </a:ln>
            <a:effectLst/>
          </p:spPr>
          <p:txBody>
            <a:bodyPr wrap="none">
              <a:spAutoFit/>
            </a:bodyPr>
            <a:lstStyle/>
            <a:p>
              <a:pPr algn="ctr" eaLnBrk="1" fontAlgn="auto" hangingPunct="1">
                <a:spcBef>
                  <a:spcPts val="0"/>
                </a:spcBef>
                <a:spcAft>
                  <a:spcPts val="0"/>
                </a:spcAft>
                <a:defRPr/>
              </a:pPr>
              <a:r>
                <a:rPr 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p>
          </p:txBody>
        </p:sp>
        <p:sp>
          <p:nvSpPr>
            <p:cNvPr id="32" name="Text Box 72"/>
            <p:cNvSpPr txBox="1">
              <a:spLocks noChangeArrowheads="1"/>
            </p:cNvSpPr>
            <p:nvPr/>
          </p:nvSpPr>
          <p:spPr bwMode="gray">
            <a:xfrm>
              <a:off x="2256" y="1776"/>
              <a:ext cx="1296" cy="601"/>
            </a:xfrm>
            <a:prstGeom prst="rect">
              <a:avLst/>
            </a:prstGeom>
            <a:noFill/>
            <a:ln>
              <a:noFill/>
            </a:ln>
            <a:effectLst/>
          </p:spPr>
          <p:txBody>
            <a:bodyPr>
              <a:spAutoFit/>
            </a:bodyPr>
            <a:lstStyle/>
            <a:p>
              <a:pPr algn="ctr" eaLnBrk="1" fontAlgn="auto" hangingPunct="1">
                <a:spcBef>
                  <a:spcPts val="0"/>
                </a:spcBef>
                <a:spcAft>
                  <a:spcPts val="0"/>
                </a:spcAft>
                <a:defRPr/>
              </a:pPr>
              <a:r>
                <a:rPr lang="en-US" sz="2800" dirty="0" err="1">
                  <a:effectLst>
                    <a:outerShdw blurRad="38100" dist="38100" dir="2700000" algn="tl">
                      <a:srgbClr val="000000">
                        <a:alpha val="43137"/>
                      </a:srgbClr>
                    </a:outerShdw>
                  </a:effectLst>
                  <a:latin typeface="+mn-lt"/>
                </a:rPr>
                <a:t>Điện</a:t>
              </a:r>
              <a:r>
                <a:rPr lang="en-US" sz="2800" dirty="0">
                  <a:effectLst>
                    <a:outerShdw blurRad="38100" dist="38100" dir="2700000" algn="tl">
                      <a:srgbClr val="000000">
                        <a:alpha val="43137"/>
                      </a:srgbClr>
                    </a:outerShdw>
                  </a:effectLst>
                  <a:latin typeface="+mn-lt"/>
                </a:rPr>
                <a:t> </a:t>
              </a:r>
              <a:r>
                <a:rPr lang="en-US" sz="2800" dirty="0" err="1">
                  <a:effectLst>
                    <a:outerShdw blurRad="38100" dist="38100" dir="2700000" algn="tl">
                      <a:srgbClr val="000000">
                        <a:alpha val="43137"/>
                      </a:srgbClr>
                    </a:outerShdw>
                  </a:effectLst>
                  <a:latin typeface="+mn-lt"/>
                </a:rPr>
                <a:t>cực</a:t>
              </a:r>
              <a:r>
                <a:rPr lang="en-US" sz="2800" dirty="0">
                  <a:effectLst>
                    <a:outerShdw blurRad="38100" dist="38100" dir="2700000" algn="tl">
                      <a:srgbClr val="000000">
                        <a:alpha val="43137"/>
                      </a:srgbClr>
                    </a:outerShdw>
                  </a:effectLst>
                  <a:latin typeface="+mn-lt"/>
                </a:rPr>
                <a:t> </a:t>
              </a:r>
              <a:r>
                <a:rPr lang="en-US" sz="2800" dirty="0" err="1">
                  <a:effectLst>
                    <a:outerShdw blurRad="38100" dist="38100" dir="2700000" algn="tl">
                      <a:srgbClr val="000000">
                        <a:alpha val="43137"/>
                      </a:srgbClr>
                    </a:outerShdw>
                  </a:effectLst>
                  <a:latin typeface="+mn-lt"/>
                </a:rPr>
                <a:t>calomen</a:t>
              </a:r>
              <a:endParaRPr lang="en-US" sz="2800" dirty="0">
                <a:effectLst>
                  <a:outerShdw blurRad="38100" dist="38100" dir="2700000" algn="tl">
                    <a:srgbClr val="000000">
                      <a:alpha val="43137"/>
                    </a:srgbClr>
                  </a:outerShdw>
                </a:effectLst>
                <a:latin typeface="+mn-lt"/>
              </a:endParaRPr>
            </a:p>
          </p:txBody>
        </p:sp>
        <p:sp>
          <p:nvSpPr>
            <p:cNvPr id="33" name="AutoShape 73"/>
            <p:cNvSpPr>
              <a:spLocks noChangeArrowheads="1"/>
            </p:cNvSpPr>
            <p:nvPr/>
          </p:nvSpPr>
          <p:spPr bwMode="gray">
            <a:xfrm>
              <a:off x="2210" y="3290"/>
              <a:ext cx="1363" cy="548"/>
            </a:xfrm>
            <a:prstGeom prst="roundRect">
              <a:avLst>
                <a:gd name="adj" fmla="val 40389"/>
              </a:avLst>
            </a:prstGeom>
            <a:gradFill rotWithShape="1">
              <a:gsLst>
                <a:gs pos="0">
                  <a:srgbClr val="58A4AE"/>
                </a:gs>
                <a:gs pos="100000">
                  <a:schemeClr val="bg1"/>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34" name="AutoShape 74"/>
            <p:cNvSpPr>
              <a:spLocks noChangeArrowheads="1"/>
            </p:cNvSpPr>
            <p:nvPr/>
          </p:nvSpPr>
          <p:spPr bwMode="gray">
            <a:xfrm>
              <a:off x="2238" y="3305"/>
              <a:ext cx="1304" cy="487"/>
            </a:xfrm>
            <a:prstGeom prst="roundRect">
              <a:avLst>
                <a:gd name="adj" fmla="val 50000"/>
              </a:avLst>
            </a:prstGeom>
            <a:gradFill rotWithShape="1">
              <a:gsLst>
                <a:gs pos="0">
                  <a:srgbClr val="72B2BB"/>
                </a:gs>
                <a:gs pos="100000">
                  <a:schemeClr val="bg1"/>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grpSp>
      <p:grpSp>
        <p:nvGrpSpPr>
          <p:cNvPr id="8" name="Group 75"/>
          <p:cNvGrpSpPr>
            <a:grpSpLocks/>
          </p:cNvGrpSpPr>
          <p:nvPr/>
        </p:nvGrpSpPr>
        <p:grpSpPr bwMode="auto">
          <a:xfrm>
            <a:off x="6434138" y="2225675"/>
            <a:ext cx="2170112" cy="4083050"/>
            <a:chOff x="3692" y="1266"/>
            <a:chExt cx="1367" cy="2572"/>
          </a:xfrm>
        </p:grpSpPr>
        <p:sp>
          <p:nvSpPr>
            <p:cNvPr id="36" name="AutoShape 76"/>
            <p:cNvSpPr>
              <a:spLocks noChangeArrowheads="1"/>
            </p:cNvSpPr>
            <p:nvPr/>
          </p:nvSpPr>
          <p:spPr bwMode="gray">
            <a:xfrm>
              <a:off x="3696" y="1490"/>
              <a:ext cx="1363" cy="1800"/>
            </a:xfrm>
            <a:prstGeom prst="roundRect">
              <a:avLst>
                <a:gd name="adj" fmla="val 17509"/>
              </a:avLst>
            </a:prstGeom>
            <a:gradFill rotWithShape="1">
              <a:gsLst>
                <a:gs pos="0">
                  <a:srgbClr val="B59F43"/>
                </a:gs>
                <a:gs pos="100000">
                  <a:srgbClr val="8F8849"/>
                </a:gs>
              </a:gsLst>
              <a:lin ang="27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37" name="AutoShape 77"/>
            <p:cNvSpPr>
              <a:spLocks noChangeArrowheads="1"/>
            </p:cNvSpPr>
            <p:nvPr/>
          </p:nvSpPr>
          <p:spPr bwMode="gray">
            <a:xfrm>
              <a:off x="3717" y="1495"/>
              <a:ext cx="1322" cy="1766"/>
            </a:xfrm>
            <a:prstGeom prst="roundRect">
              <a:avLst>
                <a:gd name="adj" fmla="val 16667"/>
              </a:avLst>
            </a:prstGeom>
            <a:solidFill>
              <a:srgbClr val="E9E065"/>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38" name="AutoShape 78"/>
            <p:cNvSpPr>
              <a:spLocks noChangeArrowheads="1"/>
            </p:cNvSpPr>
            <p:nvPr/>
          </p:nvSpPr>
          <p:spPr bwMode="gray">
            <a:xfrm>
              <a:off x="3728" y="2795"/>
              <a:ext cx="1304" cy="447"/>
            </a:xfrm>
            <a:prstGeom prst="roundRect">
              <a:avLst>
                <a:gd name="adj" fmla="val 50000"/>
              </a:avLst>
            </a:prstGeom>
            <a:gradFill rotWithShape="1">
              <a:gsLst>
                <a:gs pos="0">
                  <a:srgbClr val="E9E065"/>
                </a:gs>
                <a:gs pos="100000">
                  <a:srgbClr val="E9E065">
                    <a:gamma/>
                    <a:tint val="57647"/>
                    <a:invGamma/>
                  </a:srgbClr>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39" name="AutoShape 79"/>
            <p:cNvSpPr>
              <a:spLocks noChangeArrowheads="1"/>
            </p:cNvSpPr>
            <p:nvPr/>
          </p:nvSpPr>
          <p:spPr bwMode="gray">
            <a:xfrm>
              <a:off x="3728" y="1509"/>
              <a:ext cx="1304" cy="446"/>
            </a:xfrm>
            <a:prstGeom prst="roundRect">
              <a:avLst>
                <a:gd name="adj" fmla="val 50000"/>
              </a:avLst>
            </a:prstGeom>
            <a:gradFill rotWithShape="1">
              <a:gsLst>
                <a:gs pos="0">
                  <a:srgbClr val="E9E065">
                    <a:gamma/>
                    <a:tint val="33333"/>
                    <a:invGamma/>
                  </a:srgbClr>
                </a:gs>
                <a:gs pos="100000">
                  <a:srgbClr val="E9E065"/>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grpSp>
          <p:nvGrpSpPr>
            <p:cNvPr id="175115" name="Group 80"/>
            <p:cNvGrpSpPr>
              <a:grpSpLocks/>
            </p:cNvGrpSpPr>
            <p:nvPr/>
          </p:nvGrpSpPr>
          <p:grpSpPr bwMode="auto">
            <a:xfrm>
              <a:off x="4165" y="1266"/>
              <a:ext cx="405" cy="463"/>
              <a:chOff x="1289" y="534"/>
              <a:chExt cx="668" cy="763"/>
            </a:xfrm>
          </p:grpSpPr>
          <p:sp>
            <p:nvSpPr>
              <p:cNvPr id="45" name="Oval 81"/>
              <p:cNvSpPr>
                <a:spLocks noChangeArrowheads="1"/>
              </p:cNvSpPr>
              <p:nvPr/>
            </p:nvSpPr>
            <p:spPr bwMode="gray">
              <a:xfrm>
                <a:off x="1289" y="534"/>
                <a:ext cx="668" cy="763"/>
              </a:xfrm>
              <a:prstGeom prst="ellipse">
                <a:avLst/>
              </a:prstGeom>
              <a:solidFill>
                <a:srgbClr val="333333"/>
              </a:solidFill>
              <a:ln>
                <a:noFill/>
              </a:ln>
              <a:effec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46" name="Oval 82"/>
              <p:cNvSpPr>
                <a:spLocks noChangeArrowheads="1"/>
              </p:cNvSpPr>
              <p:nvPr/>
            </p:nvSpPr>
            <p:spPr bwMode="gray">
              <a:xfrm>
                <a:off x="1296" y="587"/>
                <a:ext cx="648" cy="648"/>
              </a:xfrm>
              <a:prstGeom prst="ellipse">
                <a:avLst/>
              </a:prstGeom>
              <a:gradFill rotWithShape="1">
                <a:gsLst>
                  <a:gs pos="0">
                    <a:srgbClr val="D6E1E2">
                      <a:gamma/>
                      <a:shade val="46275"/>
                      <a:invGamma/>
                    </a:srgbClr>
                  </a:gs>
                  <a:gs pos="100000">
                    <a:srgbClr val="D6E1E2"/>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47" name="Oval 83"/>
              <p:cNvSpPr>
                <a:spLocks noChangeArrowheads="1"/>
              </p:cNvSpPr>
              <p:nvPr/>
            </p:nvSpPr>
            <p:spPr bwMode="gray">
              <a:xfrm>
                <a:off x="1304" y="592"/>
                <a:ext cx="632" cy="630"/>
              </a:xfrm>
              <a:prstGeom prst="ellipse">
                <a:avLst/>
              </a:prstGeom>
              <a:gradFill rotWithShape="1">
                <a:gsLst>
                  <a:gs pos="0">
                    <a:srgbClr val="D6E1E2">
                      <a:alpha val="0"/>
                    </a:srgbClr>
                  </a:gs>
                  <a:gs pos="100000">
                    <a:srgbClr val="D6E1E2">
                      <a:gamma/>
                      <a:tint val="34902"/>
                      <a:invGamma/>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48" name="Oval 84"/>
              <p:cNvSpPr>
                <a:spLocks noChangeArrowheads="1"/>
              </p:cNvSpPr>
              <p:nvPr/>
            </p:nvSpPr>
            <p:spPr bwMode="gray">
              <a:xfrm>
                <a:off x="1310" y="597"/>
                <a:ext cx="600" cy="590"/>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49" name="Oval 85"/>
              <p:cNvSpPr>
                <a:spLocks noChangeArrowheads="1"/>
              </p:cNvSpPr>
              <p:nvPr/>
            </p:nvSpPr>
            <p:spPr bwMode="gray">
              <a:xfrm>
                <a:off x="1347" y="613"/>
                <a:ext cx="533" cy="480"/>
              </a:xfrm>
              <a:prstGeom prst="ellipse">
                <a:avLst/>
              </a:prstGeom>
              <a:gradFill rotWithShape="1">
                <a:gsLst>
                  <a:gs pos="0">
                    <a:srgbClr val="D6E1E2">
                      <a:gamma/>
                      <a:tint val="0"/>
                      <a:invGamma/>
                    </a:srgbClr>
                  </a:gs>
                  <a:gs pos="100000">
                    <a:srgbClr val="D6E1E2">
                      <a:alpha val="3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pSp>
        <p:sp>
          <p:nvSpPr>
            <p:cNvPr id="41" name="Text Box 86"/>
            <p:cNvSpPr txBox="1">
              <a:spLocks noChangeArrowheads="1"/>
            </p:cNvSpPr>
            <p:nvPr/>
          </p:nvSpPr>
          <p:spPr bwMode="gray">
            <a:xfrm>
              <a:off x="4248" y="1323"/>
              <a:ext cx="229" cy="330"/>
            </a:xfrm>
            <a:prstGeom prst="rect">
              <a:avLst/>
            </a:prstGeom>
            <a:noFill/>
            <a:ln>
              <a:noFill/>
            </a:ln>
            <a:effectLst/>
          </p:spPr>
          <p:txBody>
            <a:bodyPr wrap="none">
              <a:spAutoFit/>
            </a:bodyPr>
            <a:lstStyle/>
            <a:p>
              <a:pPr algn="ctr" eaLnBrk="1" fontAlgn="auto" hangingPunct="1">
                <a:spcBef>
                  <a:spcPts val="0"/>
                </a:spcBef>
                <a:spcAft>
                  <a:spcPts val="0"/>
                </a:spcAft>
                <a:defRPr/>
              </a:pPr>
              <a:r>
                <a:rPr 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p>
          </p:txBody>
        </p:sp>
        <p:sp>
          <p:nvSpPr>
            <p:cNvPr id="42" name="Text Box 87"/>
            <p:cNvSpPr txBox="1">
              <a:spLocks noChangeArrowheads="1"/>
            </p:cNvSpPr>
            <p:nvPr/>
          </p:nvSpPr>
          <p:spPr bwMode="gray">
            <a:xfrm>
              <a:off x="3744" y="1776"/>
              <a:ext cx="1296" cy="601"/>
            </a:xfrm>
            <a:prstGeom prst="rect">
              <a:avLst/>
            </a:prstGeom>
            <a:noFill/>
            <a:ln>
              <a:noFill/>
            </a:ln>
            <a:effec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a:effectLst>
                    <a:outerShdw blurRad="38100" dist="38100" dir="2700000" algn="tl">
                      <a:srgbClr val="C0C0C0"/>
                    </a:outerShdw>
                  </a:effectLst>
                </a:rPr>
                <a:t>Điện cực clorua bạc</a:t>
              </a:r>
            </a:p>
          </p:txBody>
        </p:sp>
        <p:sp>
          <p:nvSpPr>
            <p:cNvPr id="43" name="AutoShape 88"/>
            <p:cNvSpPr>
              <a:spLocks noChangeArrowheads="1"/>
            </p:cNvSpPr>
            <p:nvPr/>
          </p:nvSpPr>
          <p:spPr bwMode="gray">
            <a:xfrm>
              <a:off x="3692" y="3290"/>
              <a:ext cx="1363" cy="548"/>
            </a:xfrm>
            <a:prstGeom prst="roundRect">
              <a:avLst>
                <a:gd name="adj" fmla="val 40389"/>
              </a:avLst>
            </a:prstGeom>
            <a:gradFill rotWithShape="1">
              <a:gsLst>
                <a:gs pos="0">
                  <a:srgbClr val="99BACC"/>
                </a:gs>
                <a:gs pos="100000">
                  <a:schemeClr val="bg1"/>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44" name="AutoShape 89"/>
            <p:cNvSpPr>
              <a:spLocks noChangeArrowheads="1"/>
            </p:cNvSpPr>
            <p:nvPr/>
          </p:nvSpPr>
          <p:spPr bwMode="gray">
            <a:xfrm>
              <a:off x="3720" y="3305"/>
              <a:ext cx="1304" cy="487"/>
            </a:xfrm>
            <a:prstGeom prst="roundRect">
              <a:avLst>
                <a:gd name="adj" fmla="val 50000"/>
              </a:avLst>
            </a:prstGeom>
            <a:gradFill rotWithShape="1">
              <a:gsLst>
                <a:gs pos="0">
                  <a:srgbClr val="C8DAD4"/>
                </a:gs>
                <a:gs pos="100000">
                  <a:srgbClr val="FFFFFF"/>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grpSp>
      <p:sp>
        <p:nvSpPr>
          <p:cNvPr id="50" name="Rounded Rectangle 49"/>
          <p:cNvSpPr/>
          <p:nvPr/>
        </p:nvSpPr>
        <p:spPr>
          <a:xfrm>
            <a:off x="2771775" y="692150"/>
            <a:ext cx="3886200" cy="762000"/>
          </a:xfrm>
          <a:prstGeom prst="roundRect">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800" b="1" dirty="0" err="1">
                <a:solidFill>
                  <a:schemeClr val="tx1"/>
                </a:solidFill>
                <a:latin typeface="Arial" pitchFamily="34" charset="0"/>
                <a:cs typeface="Arial" pitchFamily="34" charset="0"/>
              </a:rPr>
              <a:t>Điện</a:t>
            </a:r>
            <a:r>
              <a:rPr lang="en-US" sz="2800" b="1" dirty="0">
                <a:solidFill>
                  <a:schemeClr val="tx1"/>
                </a:solidFill>
                <a:latin typeface="Arial" pitchFamily="34" charset="0"/>
                <a:cs typeface="Arial" pitchFamily="34" charset="0"/>
              </a:rPr>
              <a:t> </a:t>
            </a:r>
            <a:r>
              <a:rPr lang="en-US" sz="2800" b="1" dirty="0" err="1">
                <a:solidFill>
                  <a:schemeClr val="tx1"/>
                </a:solidFill>
                <a:latin typeface="Arial" pitchFamily="34" charset="0"/>
                <a:cs typeface="Arial" pitchFamily="34" charset="0"/>
              </a:rPr>
              <a:t>cực</a:t>
            </a:r>
            <a:r>
              <a:rPr lang="en-US" sz="2800" b="1" dirty="0">
                <a:solidFill>
                  <a:schemeClr val="tx1"/>
                </a:solidFill>
                <a:latin typeface="Arial" pitchFamily="34" charset="0"/>
                <a:cs typeface="Arial" pitchFamily="34" charset="0"/>
              </a:rPr>
              <a:t> so </a:t>
            </a:r>
            <a:r>
              <a:rPr lang="en-US" sz="2800" b="1" dirty="0" err="1">
                <a:solidFill>
                  <a:schemeClr val="tx1"/>
                </a:solidFill>
                <a:latin typeface="Arial" pitchFamily="34" charset="0"/>
                <a:cs typeface="Arial" pitchFamily="34" charset="0"/>
              </a:rPr>
              <a:t>sánh</a:t>
            </a:r>
            <a:endParaRPr lang="en-US" sz="2800" b="1" dirty="0">
              <a:solidFill>
                <a:schemeClr val="tx1"/>
              </a:solidFill>
              <a:latin typeface="Arial" pitchFamily="34" charset="0"/>
              <a:cs typeface="Arial" pitchFamily="34" charset="0"/>
            </a:endParaRPr>
          </a:p>
        </p:txBody>
      </p:sp>
      <p:sp>
        <p:nvSpPr>
          <p:cNvPr id="17511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1B84EB0-8FFA-4CB2-A89A-67DC18A6AA9E}" type="slidenum">
              <a:rPr lang="en-US" altLang="ru-RU">
                <a:solidFill>
                  <a:srgbClr val="FFFFFF"/>
                </a:solidFill>
                <a:latin typeface="Arial" panose="020B0604020202020204" pitchFamily="34" charset="0"/>
                <a:cs typeface="Arial" panose="020B0604020202020204" pitchFamily="34" charset="0"/>
              </a:rPr>
              <a:pPr/>
              <a:t>155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Left)">
                                      <p:cBhvr>
                                        <p:cTn id="1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468313" y="188913"/>
            <a:ext cx="7527925" cy="1000125"/>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3.2. </a:t>
            </a:r>
            <a:r>
              <a:rPr lang="vi-VN" sz="2800" b="1">
                <a:solidFill>
                  <a:srgbClr val="072B39"/>
                </a:solidFill>
                <a:latin typeface="Times New Roman" panose="02020603050405020304" pitchFamily="18" charset="0"/>
                <a:cs typeface="Times New Roman" panose="02020603050405020304" pitchFamily="18" charset="0"/>
              </a:rPr>
              <a:t>Các loại điện cực sử dụng trong phương pháp điện thế kế</a:t>
            </a:r>
            <a:endParaRPr lang="zh-CN" altLang="en-US" sz="2800" b="1">
              <a:solidFill>
                <a:srgbClr val="FF0000"/>
              </a:solidFill>
              <a:latin typeface="Times New Roman" panose="02020603050405020304" pitchFamily="18" charset="0"/>
              <a:cs typeface="Times New Roman" panose="02020603050405020304" pitchFamily="18" charset="0"/>
            </a:endParaRPr>
          </a:p>
        </p:txBody>
      </p:sp>
      <p:grpSp>
        <p:nvGrpSpPr>
          <p:cNvPr id="4" name="Group 46"/>
          <p:cNvGrpSpPr>
            <a:grpSpLocks/>
          </p:cNvGrpSpPr>
          <p:nvPr/>
        </p:nvGrpSpPr>
        <p:grpSpPr bwMode="auto">
          <a:xfrm>
            <a:off x="871538" y="2522538"/>
            <a:ext cx="1500187" cy="2792412"/>
            <a:chOff x="720" y="1142"/>
            <a:chExt cx="1367" cy="2696"/>
          </a:xfrm>
        </p:grpSpPr>
        <p:sp>
          <p:nvSpPr>
            <p:cNvPr id="176284" name="AutoShape 47"/>
            <p:cNvSpPr>
              <a:spLocks noChangeArrowheads="1"/>
            </p:cNvSpPr>
            <p:nvPr/>
          </p:nvSpPr>
          <p:spPr bwMode="gray">
            <a:xfrm>
              <a:off x="720" y="1490"/>
              <a:ext cx="1363" cy="1799"/>
            </a:xfrm>
            <a:prstGeom prst="roundRect">
              <a:avLst>
                <a:gd name="adj" fmla="val 17509"/>
              </a:avLst>
            </a:prstGeom>
            <a:gradFill rotWithShape="1">
              <a:gsLst>
                <a:gs pos="0">
                  <a:srgbClr val="4E91D4"/>
                </a:gs>
                <a:gs pos="100000">
                  <a:srgbClr val="3477A4"/>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5" name="AutoShape 48"/>
            <p:cNvSpPr>
              <a:spLocks noChangeArrowheads="1"/>
            </p:cNvSpPr>
            <p:nvPr/>
          </p:nvSpPr>
          <p:spPr bwMode="gray">
            <a:xfrm>
              <a:off x="742" y="1494"/>
              <a:ext cx="1321" cy="1767"/>
            </a:xfrm>
            <a:prstGeom prst="roundRect">
              <a:avLst>
                <a:gd name="adj" fmla="val 16667"/>
              </a:avLst>
            </a:prstGeom>
            <a:solidFill>
              <a:srgbClr val="3CA1E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6" name="AutoShape 49"/>
            <p:cNvSpPr>
              <a:spLocks noChangeArrowheads="1"/>
            </p:cNvSpPr>
            <p:nvPr/>
          </p:nvSpPr>
          <p:spPr bwMode="gray">
            <a:xfrm>
              <a:off x="752" y="2796"/>
              <a:ext cx="1305" cy="446"/>
            </a:xfrm>
            <a:prstGeom prst="roundRect">
              <a:avLst>
                <a:gd name="adj" fmla="val 50000"/>
              </a:avLst>
            </a:prstGeom>
            <a:gradFill rotWithShape="1">
              <a:gsLst>
                <a:gs pos="0">
                  <a:srgbClr val="3CA1E6">
                    <a:alpha val="0"/>
                  </a:srgbClr>
                </a:gs>
                <a:gs pos="100000">
                  <a:srgbClr val="9BCFF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7" name="AutoShape 50"/>
            <p:cNvSpPr>
              <a:spLocks noChangeArrowheads="1"/>
            </p:cNvSpPr>
            <p:nvPr/>
          </p:nvSpPr>
          <p:spPr bwMode="gray">
            <a:xfrm>
              <a:off x="752" y="1510"/>
              <a:ext cx="1305" cy="446"/>
            </a:xfrm>
            <a:prstGeom prst="roundRect">
              <a:avLst>
                <a:gd name="adj" fmla="val 50000"/>
              </a:avLst>
            </a:prstGeom>
            <a:gradFill rotWithShape="1">
              <a:gsLst>
                <a:gs pos="0">
                  <a:srgbClr val="BEE0F7"/>
                </a:gs>
                <a:gs pos="100000">
                  <a:srgbClr val="3CA1E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8" name="AutoShape 51"/>
            <p:cNvSpPr>
              <a:spLocks noChangeArrowheads="1"/>
            </p:cNvSpPr>
            <p:nvPr/>
          </p:nvSpPr>
          <p:spPr bwMode="gray">
            <a:xfrm>
              <a:off x="724" y="3289"/>
              <a:ext cx="1363" cy="549"/>
            </a:xfrm>
            <a:prstGeom prst="roundRect">
              <a:avLst>
                <a:gd name="adj" fmla="val 40389"/>
              </a:avLst>
            </a:prstGeom>
            <a:gradFill rotWithShape="1">
              <a:gsLst>
                <a:gs pos="0">
                  <a:srgbClr val="729EB4"/>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9" name="AutoShape 52"/>
            <p:cNvSpPr>
              <a:spLocks noChangeArrowheads="1"/>
            </p:cNvSpPr>
            <p:nvPr/>
          </p:nvSpPr>
          <p:spPr bwMode="gray">
            <a:xfrm>
              <a:off x="752" y="3305"/>
              <a:ext cx="1305" cy="487"/>
            </a:xfrm>
            <a:prstGeom prst="roundRect">
              <a:avLst>
                <a:gd name="adj" fmla="val 50000"/>
              </a:avLst>
            </a:prstGeom>
            <a:gradFill rotWithShape="1">
              <a:gsLst>
                <a:gs pos="0">
                  <a:srgbClr val="7DAFD4"/>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nvGrpSpPr>
            <p:cNvPr id="176290" name="Group 53"/>
            <p:cNvGrpSpPr>
              <a:grpSpLocks/>
            </p:cNvGrpSpPr>
            <p:nvPr/>
          </p:nvGrpSpPr>
          <p:grpSpPr bwMode="auto">
            <a:xfrm>
              <a:off x="1188" y="1142"/>
              <a:ext cx="405" cy="711"/>
              <a:chOff x="1288" y="330"/>
              <a:chExt cx="668" cy="1171"/>
            </a:xfrm>
          </p:grpSpPr>
          <p:sp>
            <p:nvSpPr>
              <p:cNvPr id="176293" name="Oval 54"/>
              <p:cNvSpPr>
                <a:spLocks noChangeArrowheads="1"/>
              </p:cNvSpPr>
              <p:nvPr/>
            </p:nvSpPr>
            <p:spPr bwMode="gray">
              <a:xfrm>
                <a:off x="1288" y="330"/>
                <a:ext cx="668" cy="117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94" name="Oval 55"/>
              <p:cNvSpPr>
                <a:spLocks noChangeArrowheads="1"/>
              </p:cNvSpPr>
              <p:nvPr/>
            </p:nvSpPr>
            <p:spPr bwMode="gray">
              <a:xfrm>
                <a:off x="1296" y="587"/>
                <a:ext cx="647"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95" name="Oval 56"/>
              <p:cNvSpPr>
                <a:spLocks noChangeArrowheads="1"/>
              </p:cNvSpPr>
              <p:nvPr/>
            </p:nvSpPr>
            <p:spPr bwMode="gray">
              <a:xfrm>
                <a:off x="1303" y="592"/>
                <a:ext cx="632" cy="629"/>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96" name="Oval 57"/>
              <p:cNvSpPr>
                <a:spLocks noChangeArrowheads="1"/>
              </p:cNvSpPr>
              <p:nvPr/>
            </p:nvSpPr>
            <p:spPr bwMode="gray">
              <a:xfrm>
                <a:off x="1310" y="597"/>
                <a:ext cx="601"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97" name="Oval 58"/>
              <p:cNvSpPr>
                <a:spLocks noChangeArrowheads="1"/>
              </p:cNvSpPr>
              <p:nvPr/>
            </p:nvSpPr>
            <p:spPr bwMode="gray">
              <a:xfrm>
                <a:off x="1346" y="612"/>
                <a:ext cx="532" cy="48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291" name="Text Box 59"/>
            <p:cNvSpPr txBox="1">
              <a:spLocks noChangeArrowheads="1"/>
            </p:cNvSpPr>
            <p:nvPr/>
          </p:nvSpPr>
          <p:spPr bwMode="gray">
            <a:xfrm>
              <a:off x="1222" y="1323"/>
              <a:ext cx="332"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1</a:t>
              </a:r>
            </a:p>
          </p:txBody>
        </p:sp>
        <p:sp>
          <p:nvSpPr>
            <p:cNvPr id="176292" name="Text Box 60"/>
            <p:cNvSpPr txBox="1">
              <a:spLocks noChangeArrowheads="1"/>
            </p:cNvSpPr>
            <p:nvPr/>
          </p:nvSpPr>
          <p:spPr bwMode="gray">
            <a:xfrm>
              <a:off x="768" y="1776"/>
              <a:ext cx="1296" cy="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Điện cực loại 1</a:t>
              </a:r>
            </a:p>
          </p:txBody>
        </p:sp>
      </p:grpSp>
      <p:grpSp>
        <p:nvGrpSpPr>
          <p:cNvPr id="7" name="Group 61"/>
          <p:cNvGrpSpPr>
            <a:grpSpLocks/>
          </p:cNvGrpSpPr>
          <p:nvPr/>
        </p:nvGrpSpPr>
        <p:grpSpPr bwMode="auto">
          <a:xfrm>
            <a:off x="2527300" y="2519363"/>
            <a:ext cx="1414463" cy="2762250"/>
            <a:chOff x="2208" y="1138"/>
            <a:chExt cx="1365" cy="2700"/>
          </a:xfrm>
        </p:grpSpPr>
        <p:sp>
          <p:nvSpPr>
            <p:cNvPr id="176271" name="AutoShape 62"/>
            <p:cNvSpPr>
              <a:spLocks noChangeArrowheads="1"/>
            </p:cNvSpPr>
            <p:nvPr/>
          </p:nvSpPr>
          <p:spPr bwMode="gray">
            <a:xfrm>
              <a:off x="2208" y="1490"/>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2" name="AutoShape 63"/>
            <p:cNvSpPr>
              <a:spLocks noChangeArrowheads="1"/>
            </p:cNvSpPr>
            <p:nvPr/>
          </p:nvSpPr>
          <p:spPr bwMode="gray">
            <a:xfrm>
              <a:off x="2229" y="1495"/>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3" name="AutoShape 64"/>
            <p:cNvSpPr>
              <a:spLocks noChangeArrowheads="1"/>
            </p:cNvSpPr>
            <p:nvPr/>
          </p:nvSpPr>
          <p:spPr bwMode="gray">
            <a:xfrm>
              <a:off x="2240" y="2795"/>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4" name="AutoShape 65"/>
            <p:cNvSpPr>
              <a:spLocks noChangeArrowheads="1"/>
            </p:cNvSpPr>
            <p:nvPr/>
          </p:nvSpPr>
          <p:spPr bwMode="gray">
            <a:xfrm>
              <a:off x="2240" y="1509"/>
              <a:ext cx="1304" cy="445"/>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5" name="Oval 66"/>
            <p:cNvSpPr>
              <a:spLocks noChangeArrowheads="1"/>
            </p:cNvSpPr>
            <p:nvPr/>
          </p:nvSpPr>
          <p:spPr bwMode="gray">
            <a:xfrm>
              <a:off x="2677" y="1138"/>
              <a:ext cx="406" cy="719"/>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6" name="Oval 67"/>
            <p:cNvSpPr>
              <a:spLocks noChangeArrowheads="1"/>
            </p:cNvSpPr>
            <p:nvPr/>
          </p:nvSpPr>
          <p:spPr bwMode="gray">
            <a:xfrm>
              <a:off x="2681" y="1300"/>
              <a:ext cx="392" cy="391"/>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7" name="Oval 68"/>
            <p:cNvSpPr>
              <a:spLocks noChangeArrowheads="1"/>
            </p:cNvSpPr>
            <p:nvPr/>
          </p:nvSpPr>
          <p:spPr bwMode="gray">
            <a:xfrm>
              <a:off x="2686" y="1301"/>
              <a:ext cx="383" cy="383"/>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8" name="Oval 69"/>
            <p:cNvSpPr>
              <a:spLocks noChangeArrowheads="1"/>
            </p:cNvSpPr>
            <p:nvPr/>
          </p:nvSpPr>
          <p:spPr bwMode="gray">
            <a:xfrm>
              <a:off x="2691" y="1304"/>
              <a:ext cx="363" cy="35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9" name="Oval 70"/>
            <p:cNvSpPr>
              <a:spLocks noChangeArrowheads="1"/>
            </p:cNvSpPr>
            <p:nvPr/>
          </p:nvSpPr>
          <p:spPr bwMode="gray">
            <a:xfrm>
              <a:off x="2712" y="1315"/>
              <a:ext cx="323" cy="29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0" name="Text Box 71"/>
            <p:cNvSpPr txBox="1">
              <a:spLocks noChangeArrowheads="1"/>
            </p:cNvSpPr>
            <p:nvPr/>
          </p:nvSpPr>
          <p:spPr bwMode="gray">
            <a:xfrm>
              <a:off x="2699" y="1323"/>
              <a:ext cx="351"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2</a:t>
              </a:r>
            </a:p>
          </p:txBody>
        </p:sp>
        <p:sp>
          <p:nvSpPr>
            <p:cNvPr id="176281" name="Text Box 72"/>
            <p:cNvSpPr txBox="1">
              <a:spLocks noChangeArrowheads="1"/>
            </p:cNvSpPr>
            <p:nvPr/>
          </p:nvSpPr>
          <p:spPr bwMode="gray">
            <a:xfrm>
              <a:off x="2255" y="1776"/>
              <a:ext cx="1296"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ru-RU" sz="2800">
                <a:latin typeface="Times New Roman" panose="02020603050405020304" pitchFamily="18" charset="0"/>
                <a:cs typeface="Times New Roman" panose="02020603050405020304" pitchFamily="18" charset="0"/>
              </a:endParaRPr>
            </a:p>
          </p:txBody>
        </p:sp>
        <p:sp>
          <p:nvSpPr>
            <p:cNvPr id="176282" name="AutoShape 73"/>
            <p:cNvSpPr>
              <a:spLocks noChangeArrowheads="1"/>
            </p:cNvSpPr>
            <p:nvPr/>
          </p:nvSpPr>
          <p:spPr bwMode="gray">
            <a:xfrm>
              <a:off x="2210" y="3290"/>
              <a:ext cx="1363" cy="548"/>
            </a:xfrm>
            <a:prstGeom prst="roundRect">
              <a:avLst>
                <a:gd name="adj" fmla="val 40389"/>
              </a:avLst>
            </a:prstGeom>
            <a:gradFill rotWithShape="1">
              <a:gsLst>
                <a:gs pos="0">
                  <a:srgbClr val="58A4AE"/>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83" name="AutoShape 74"/>
            <p:cNvSpPr>
              <a:spLocks noChangeArrowheads="1"/>
            </p:cNvSpPr>
            <p:nvPr/>
          </p:nvSpPr>
          <p:spPr bwMode="gray">
            <a:xfrm>
              <a:off x="2239" y="3304"/>
              <a:ext cx="1304" cy="487"/>
            </a:xfrm>
            <a:prstGeom prst="roundRect">
              <a:avLst>
                <a:gd name="adj" fmla="val 50000"/>
              </a:avLst>
            </a:prstGeom>
            <a:gradFill rotWithShape="1">
              <a:gsLst>
                <a:gs pos="0">
                  <a:srgbClr val="72B2BB"/>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grpSp>
        <p:nvGrpSpPr>
          <p:cNvPr id="14" name="Group 75"/>
          <p:cNvGrpSpPr>
            <a:grpSpLocks/>
          </p:cNvGrpSpPr>
          <p:nvPr/>
        </p:nvGrpSpPr>
        <p:grpSpPr bwMode="auto">
          <a:xfrm>
            <a:off x="5921375" y="2508250"/>
            <a:ext cx="1439863" cy="2782888"/>
            <a:chOff x="3692" y="1141"/>
            <a:chExt cx="1367" cy="2697"/>
          </a:xfrm>
        </p:grpSpPr>
        <p:sp>
          <p:nvSpPr>
            <p:cNvPr id="176257" name="AutoShape 76"/>
            <p:cNvSpPr>
              <a:spLocks noChangeArrowheads="1"/>
            </p:cNvSpPr>
            <p:nvPr/>
          </p:nvSpPr>
          <p:spPr bwMode="gray">
            <a:xfrm>
              <a:off x="3697" y="1491"/>
              <a:ext cx="1362" cy="1800"/>
            </a:xfrm>
            <a:prstGeom prst="roundRect">
              <a:avLst>
                <a:gd name="adj" fmla="val 17509"/>
              </a:avLst>
            </a:prstGeom>
            <a:gradFill rotWithShape="1">
              <a:gsLst>
                <a:gs pos="0">
                  <a:srgbClr val="B59F43"/>
                </a:gs>
                <a:gs pos="100000">
                  <a:srgbClr val="8F8849"/>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58" name="AutoShape 77"/>
            <p:cNvSpPr>
              <a:spLocks noChangeArrowheads="1"/>
            </p:cNvSpPr>
            <p:nvPr/>
          </p:nvSpPr>
          <p:spPr bwMode="gray">
            <a:xfrm>
              <a:off x="3718" y="1495"/>
              <a:ext cx="1322" cy="1766"/>
            </a:xfrm>
            <a:prstGeom prst="roundRect">
              <a:avLst>
                <a:gd name="adj" fmla="val 16667"/>
              </a:avLst>
            </a:prstGeom>
            <a:solidFill>
              <a:srgbClr val="E9E06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59" name="AutoShape 78"/>
            <p:cNvSpPr>
              <a:spLocks noChangeArrowheads="1"/>
            </p:cNvSpPr>
            <p:nvPr/>
          </p:nvSpPr>
          <p:spPr bwMode="gray">
            <a:xfrm>
              <a:off x="3728" y="2795"/>
              <a:ext cx="1304" cy="448"/>
            </a:xfrm>
            <a:prstGeom prst="roundRect">
              <a:avLst>
                <a:gd name="adj" fmla="val 50000"/>
              </a:avLst>
            </a:prstGeom>
            <a:gradFill rotWithShape="1">
              <a:gsLst>
                <a:gs pos="0">
                  <a:srgbClr val="E9E065"/>
                </a:gs>
                <a:gs pos="100000">
                  <a:srgbClr val="F2EDA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60" name="AutoShape 79"/>
            <p:cNvSpPr>
              <a:spLocks noChangeArrowheads="1"/>
            </p:cNvSpPr>
            <p:nvPr/>
          </p:nvSpPr>
          <p:spPr bwMode="gray">
            <a:xfrm>
              <a:off x="3728" y="1509"/>
              <a:ext cx="1304" cy="446"/>
            </a:xfrm>
            <a:prstGeom prst="roundRect">
              <a:avLst>
                <a:gd name="adj" fmla="val 50000"/>
              </a:avLst>
            </a:prstGeom>
            <a:gradFill rotWithShape="1">
              <a:gsLst>
                <a:gs pos="0">
                  <a:srgbClr val="F8F5CC"/>
                </a:gs>
                <a:gs pos="100000">
                  <a:srgbClr val="E9E06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nvGrpSpPr>
            <p:cNvPr id="176261" name="Group 80"/>
            <p:cNvGrpSpPr>
              <a:grpSpLocks/>
            </p:cNvGrpSpPr>
            <p:nvPr/>
          </p:nvGrpSpPr>
          <p:grpSpPr bwMode="auto">
            <a:xfrm>
              <a:off x="4166" y="1141"/>
              <a:ext cx="406" cy="713"/>
              <a:chOff x="1289" y="328"/>
              <a:chExt cx="669" cy="1175"/>
            </a:xfrm>
          </p:grpSpPr>
          <p:sp>
            <p:nvSpPr>
              <p:cNvPr id="176266" name="Oval 81"/>
              <p:cNvSpPr>
                <a:spLocks noChangeArrowheads="1"/>
              </p:cNvSpPr>
              <p:nvPr/>
            </p:nvSpPr>
            <p:spPr bwMode="gray">
              <a:xfrm>
                <a:off x="1289" y="328"/>
                <a:ext cx="669" cy="117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67" name="Oval 82"/>
              <p:cNvSpPr>
                <a:spLocks noChangeArrowheads="1"/>
              </p:cNvSpPr>
              <p:nvPr/>
            </p:nvSpPr>
            <p:spPr bwMode="gray">
              <a:xfrm>
                <a:off x="1297" y="587"/>
                <a:ext cx="646" cy="646"/>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68" name="Oval 83"/>
              <p:cNvSpPr>
                <a:spLocks noChangeArrowheads="1"/>
              </p:cNvSpPr>
              <p:nvPr/>
            </p:nvSpPr>
            <p:spPr bwMode="gray">
              <a:xfrm>
                <a:off x="1304" y="590"/>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69" name="Oval 84"/>
              <p:cNvSpPr>
                <a:spLocks noChangeArrowheads="1"/>
              </p:cNvSpPr>
              <p:nvPr/>
            </p:nvSpPr>
            <p:spPr bwMode="gray">
              <a:xfrm>
                <a:off x="1312" y="597"/>
                <a:ext cx="59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70" name="Oval 85"/>
              <p:cNvSpPr>
                <a:spLocks noChangeArrowheads="1"/>
              </p:cNvSpPr>
              <p:nvPr/>
            </p:nvSpPr>
            <p:spPr bwMode="gray">
              <a:xfrm>
                <a:off x="1347" y="613"/>
                <a:ext cx="534"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262" name="Text Box 86"/>
            <p:cNvSpPr txBox="1">
              <a:spLocks noChangeArrowheads="1"/>
            </p:cNvSpPr>
            <p:nvPr/>
          </p:nvSpPr>
          <p:spPr bwMode="gray">
            <a:xfrm>
              <a:off x="4189" y="1323"/>
              <a:ext cx="347"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4</a:t>
              </a:r>
            </a:p>
          </p:txBody>
        </p:sp>
        <p:sp>
          <p:nvSpPr>
            <p:cNvPr id="176263" name="Text Box 87"/>
            <p:cNvSpPr txBox="1">
              <a:spLocks noChangeArrowheads="1"/>
            </p:cNvSpPr>
            <p:nvPr/>
          </p:nvSpPr>
          <p:spPr bwMode="gray">
            <a:xfrm>
              <a:off x="3745" y="1777"/>
              <a:ext cx="1295"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Điện cực khí</a:t>
              </a:r>
            </a:p>
          </p:txBody>
        </p:sp>
        <p:sp>
          <p:nvSpPr>
            <p:cNvPr id="176264"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65"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51" name="Rounded Rectangle 50"/>
          <p:cNvSpPr/>
          <p:nvPr/>
        </p:nvSpPr>
        <p:spPr>
          <a:xfrm>
            <a:off x="3203575" y="1484313"/>
            <a:ext cx="3886200" cy="762000"/>
          </a:xfrm>
          <a:prstGeom prst="roundRect">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latin typeface="Times New Roman" panose="02020603050405020304" pitchFamily="18" charset="0"/>
                <a:cs typeface="Times New Roman" panose="02020603050405020304" pitchFamily="18" charset="0"/>
              </a:rPr>
              <a:t>Điện cực chỉ thị</a:t>
            </a:r>
          </a:p>
        </p:txBody>
      </p:sp>
      <p:grpSp>
        <p:nvGrpSpPr>
          <p:cNvPr id="36" name="Group 75"/>
          <p:cNvGrpSpPr>
            <a:grpSpLocks/>
          </p:cNvGrpSpPr>
          <p:nvPr/>
        </p:nvGrpSpPr>
        <p:grpSpPr bwMode="auto">
          <a:xfrm>
            <a:off x="7654925" y="2636838"/>
            <a:ext cx="1439863" cy="2654300"/>
            <a:chOff x="3692" y="1266"/>
            <a:chExt cx="1367" cy="2572"/>
          </a:xfrm>
        </p:grpSpPr>
        <p:sp>
          <p:nvSpPr>
            <p:cNvPr id="53" name="AutoShape 76"/>
            <p:cNvSpPr>
              <a:spLocks noChangeArrowheads="1"/>
            </p:cNvSpPr>
            <p:nvPr/>
          </p:nvSpPr>
          <p:spPr bwMode="gray">
            <a:xfrm>
              <a:off x="3697" y="1491"/>
              <a:ext cx="1362" cy="1800"/>
            </a:xfrm>
            <a:prstGeom prst="roundRect">
              <a:avLst>
                <a:gd name="adj" fmla="val 17509"/>
              </a:avLst>
            </a:prstGeom>
            <a:gradFill rotWithShape="1">
              <a:gsLst>
                <a:gs pos="0">
                  <a:srgbClr val="B59F43"/>
                </a:gs>
                <a:gs pos="100000">
                  <a:srgbClr val="8F8849"/>
                </a:gs>
              </a:gsLst>
              <a:lin ang="27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54" name="AutoShape 77"/>
            <p:cNvSpPr>
              <a:spLocks noChangeArrowheads="1"/>
            </p:cNvSpPr>
            <p:nvPr/>
          </p:nvSpPr>
          <p:spPr bwMode="gray">
            <a:xfrm>
              <a:off x="3718" y="1495"/>
              <a:ext cx="1322" cy="1766"/>
            </a:xfrm>
            <a:prstGeom prst="roundRect">
              <a:avLst>
                <a:gd name="adj" fmla="val 16667"/>
              </a:avLst>
            </a:prstGeom>
            <a:solidFill>
              <a:schemeClr val="accent2">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55" name="AutoShape 78"/>
            <p:cNvSpPr>
              <a:spLocks noChangeArrowheads="1"/>
            </p:cNvSpPr>
            <p:nvPr/>
          </p:nvSpPr>
          <p:spPr bwMode="gray">
            <a:xfrm>
              <a:off x="3728" y="2795"/>
              <a:ext cx="1304" cy="448"/>
            </a:xfrm>
            <a:prstGeom prst="roundRect">
              <a:avLst>
                <a:gd name="adj" fmla="val 50000"/>
              </a:avLst>
            </a:prstGeom>
            <a:solidFill>
              <a:schemeClr val="accent2">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56" name="AutoShape 79"/>
            <p:cNvSpPr>
              <a:spLocks noChangeArrowheads="1"/>
            </p:cNvSpPr>
            <p:nvPr/>
          </p:nvSpPr>
          <p:spPr bwMode="gray">
            <a:xfrm>
              <a:off x="3728" y="1509"/>
              <a:ext cx="1304" cy="446"/>
            </a:xfrm>
            <a:prstGeom prst="roundRect">
              <a:avLst>
                <a:gd name="adj" fmla="val 50000"/>
              </a:avLst>
            </a:prstGeom>
            <a:solidFill>
              <a:schemeClr val="accent2">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grpSp>
          <p:nvGrpSpPr>
            <p:cNvPr id="176247" name="Group 80"/>
            <p:cNvGrpSpPr>
              <a:grpSpLocks/>
            </p:cNvGrpSpPr>
            <p:nvPr/>
          </p:nvGrpSpPr>
          <p:grpSpPr bwMode="auto">
            <a:xfrm>
              <a:off x="4165" y="1266"/>
              <a:ext cx="405" cy="463"/>
              <a:chOff x="1289" y="534"/>
              <a:chExt cx="668" cy="763"/>
            </a:xfrm>
          </p:grpSpPr>
          <p:sp>
            <p:nvSpPr>
              <p:cNvPr id="62" name="Oval 81"/>
              <p:cNvSpPr>
                <a:spLocks noChangeArrowheads="1"/>
              </p:cNvSpPr>
              <p:nvPr/>
            </p:nvSpPr>
            <p:spPr bwMode="gray">
              <a:xfrm>
                <a:off x="1289" y="534"/>
                <a:ext cx="669" cy="763"/>
              </a:xfrm>
              <a:prstGeom prst="ellipse">
                <a:avLst/>
              </a:prstGeom>
              <a:solidFill>
                <a:srgbClr val="333333"/>
              </a:solidFill>
              <a:ln>
                <a:noFill/>
              </a:ln>
              <a:effec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63" name="Oval 82"/>
              <p:cNvSpPr>
                <a:spLocks noChangeArrowheads="1"/>
              </p:cNvSpPr>
              <p:nvPr/>
            </p:nvSpPr>
            <p:spPr bwMode="gray">
              <a:xfrm>
                <a:off x="1297" y="587"/>
                <a:ext cx="646" cy="646"/>
              </a:xfrm>
              <a:prstGeom prst="ellipse">
                <a:avLst/>
              </a:prstGeom>
              <a:gradFill rotWithShape="1">
                <a:gsLst>
                  <a:gs pos="0">
                    <a:srgbClr val="D6E1E2">
                      <a:gamma/>
                      <a:shade val="46275"/>
                      <a:invGamma/>
                    </a:srgbClr>
                  </a:gs>
                  <a:gs pos="100000">
                    <a:srgbClr val="D6E1E2"/>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64" name="Oval 83"/>
              <p:cNvSpPr>
                <a:spLocks noChangeArrowheads="1"/>
              </p:cNvSpPr>
              <p:nvPr/>
            </p:nvSpPr>
            <p:spPr bwMode="gray">
              <a:xfrm>
                <a:off x="1304" y="590"/>
                <a:ext cx="631" cy="631"/>
              </a:xfrm>
              <a:prstGeom prst="ellipse">
                <a:avLst/>
              </a:prstGeom>
              <a:gradFill rotWithShape="1">
                <a:gsLst>
                  <a:gs pos="0">
                    <a:srgbClr val="D6E1E2">
                      <a:alpha val="0"/>
                    </a:srgbClr>
                  </a:gs>
                  <a:gs pos="100000">
                    <a:srgbClr val="D6E1E2">
                      <a:gamma/>
                      <a:tint val="34902"/>
                      <a:invGamma/>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65" name="Oval 84"/>
              <p:cNvSpPr>
                <a:spLocks noChangeArrowheads="1"/>
              </p:cNvSpPr>
              <p:nvPr/>
            </p:nvSpPr>
            <p:spPr bwMode="gray">
              <a:xfrm>
                <a:off x="1312" y="597"/>
                <a:ext cx="599" cy="588"/>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66" name="Oval 85"/>
              <p:cNvSpPr>
                <a:spLocks noChangeArrowheads="1"/>
              </p:cNvSpPr>
              <p:nvPr/>
            </p:nvSpPr>
            <p:spPr bwMode="gray">
              <a:xfrm>
                <a:off x="1347" y="613"/>
                <a:ext cx="534" cy="479"/>
              </a:xfrm>
              <a:prstGeom prst="ellipse">
                <a:avLst/>
              </a:prstGeom>
              <a:gradFill rotWithShape="1">
                <a:gsLst>
                  <a:gs pos="0">
                    <a:srgbClr val="D6E1E2">
                      <a:gamma/>
                      <a:tint val="0"/>
                      <a:invGamma/>
                    </a:srgbClr>
                  </a:gs>
                  <a:gs pos="100000">
                    <a:srgbClr val="D6E1E2">
                      <a:alpha val="38000"/>
                    </a:srgbClr>
                  </a:gs>
                </a:gsLst>
                <a:lin ang="5400000" scaled="1"/>
              </a:gradFill>
              <a:ln>
                <a:noFill/>
              </a:ln>
              <a:effec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pSp>
        <p:sp>
          <p:nvSpPr>
            <p:cNvPr id="58" name="Text Box 86"/>
            <p:cNvSpPr txBox="1">
              <a:spLocks noChangeArrowheads="1"/>
            </p:cNvSpPr>
            <p:nvPr/>
          </p:nvSpPr>
          <p:spPr bwMode="gray">
            <a:xfrm>
              <a:off x="4189" y="1323"/>
              <a:ext cx="347" cy="508"/>
            </a:xfrm>
            <a:prstGeom prst="rect">
              <a:avLst/>
            </a:prstGeom>
            <a:noFill/>
            <a:ln>
              <a:noFill/>
            </a:ln>
            <a:effectLst/>
          </p:spPr>
          <p:txBody>
            <a:bodyPr wrap="none">
              <a:spAutoFit/>
            </a:bodyPr>
            <a:lstStyle/>
            <a:p>
              <a:pPr algn="ctr" eaLnBrk="1" fontAlgn="auto" hangingPunct="1">
                <a:spcBef>
                  <a:spcPts val="0"/>
                </a:spcBef>
                <a:spcAft>
                  <a:spcPts val="0"/>
                </a:spcAft>
                <a:defRPr/>
              </a:pPr>
              <a:r>
                <a:rPr lang="en-US"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p>
          </p:txBody>
        </p:sp>
        <p:sp>
          <p:nvSpPr>
            <p:cNvPr id="59" name="Text Box 87"/>
            <p:cNvSpPr txBox="1">
              <a:spLocks noChangeArrowheads="1"/>
            </p:cNvSpPr>
            <p:nvPr/>
          </p:nvSpPr>
          <p:spPr bwMode="gray">
            <a:xfrm>
              <a:off x="3745" y="1777"/>
              <a:ext cx="1295" cy="1520"/>
            </a:xfrm>
            <a:prstGeom prst="rect">
              <a:avLst/>
            </a:prstGeom>
            <a:solidFill>
              <a:schemeClr val="accent2">
                <a:lumMod val="20000"/>
                <a:lumOff val="80000"/>
              </a:schemeClr>
            </a:solidFill>
            <a:ln>
              <a:noFill/>
            </a:ln>
            <a:effectLst/>
          </p:spPr>
          <p:txBody>
            <a:bodyPr>
              <a:spAutoFit/>
            </a:bodyPr>
            <a:lstStyle/>
            <a:p>
              <a:pPr algn="ctr" eaLnBrk="1" fontAlgn="auto" hangingPunct="1">
                <a:spcBef>
                  <a:spcPts val="0"/>
                </a:spcBef>
                <a:spcAft>
                  <a:spcPts val="0"/>
                </a:spcAft>
                <a:defRPr/>
              </a:pPr>
              <a:r>
                <a:rPr lang="en-US"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Điện</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cực</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màng</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chọn</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lọc</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ion</a:t>
              </a:r>
            </a:p>
          </p:txBody>
        </p:sp>
        <p:sp>
          <p:nvSpPr>
            <p:cNvPr id="60"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61"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grpSp>
      <p:grpSp>
        <p:nvGrpSpPr>
          <p:cNvPr id="52" name="Group 75"/>
          <p:cNvGrpSpPr>
            <a:grpSpLocks/>
          </p:cNvGrpSpPr>
          <p:nvPr/>
        </p:nvGrpSpPr>
        <p:grpSpPr bwMode="auto">
          <a:xfrm>
            <a:off x="4222750" y="2508250"/>
            <a:ext cx="1441450" cy="2782888"/>
            <a:chOff x="3692" y="1141"/>
            <a:chExt cx="1367" cy="2697"/>
          </a:xfrm>
        </p:grpSpPr>
        <p:sp>
          <p:nvSpPr>
            <p:cNvPr id="176229" name="AutoShape 76"/>
            <p:cNvSpPr>
              <a:spLocks noChangeArrowheads="1"/>
            </p:cNvSpPr>
            <p:nvPr/>
          </p:nvSpPr>
          <p:spPr bwMode="gray">
            <a:xfrm>
              <a:off x="3697" y="1491"/>
              <a:ext cx="1362" cy="1800"/>
            </a:xfrm>
            <a:prstGeom prst="roundRect">
              <a:avLst>
                <a:gd name="adj" fmla="val 17509"/>
              </a:avLst>
            </a:prstGeom>
            <a:gradFill rotWithShape="1">
              <a:gsLst>
                <a:gs pos="0">
                  <a:srgbClr val="B59F43"/>
                </a:gs>
                <a:gs pos="100000">
                  <a:srgbClr val="8F8849"/>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69" name="AutoShape 77"/>
            <p:cNvSpPr>
              <a:spLocks noChangeArrowheads="1"/>
            </p:cNvSpPr>
            <p:nvPr/>
          </p:nvSpPr>
          <p:spPr bwMode="gray">
            <a:xfrm>
              <a:off x="3718" y="1495"/>
              <a:ext cx="1322" cy="1766"/>
            </a:xfrm>
            <a:prstGeom prst="roundRect">
              <a:avLst>
                <a:gd name="adj" fmla="val 16667"/>
              </a:avLst>
            </a:prstGeom>
            <a:solidFill>
              <a:schemeClr val="accent6">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70" name="AutoShape 78"/>
            <p:cNvSpPr>
              <a:spLocks noChangeArrowheads="1"/>
            </p:cNvSpPr>
            <p:nvPr/>
          </p:nvSpPr>
          <p:spPr bwMode="gray">
            <a:xfrm>
              <a:off x="3728" y="2795"/>
              <a:ext cx="1304" cy="448"/>
            </a:xfrm>
            <a:prstGeom prst="roundRect">
              <a:avLst>
                <a:gd name="adj" fmla="val 50000"/>
              </a:avLst>
            </a:prstGeom>
            <a:solidFill>
              <a:schemeClr val="accent6">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71" name="AutoShape 79"/>
            <p:cNvSpPr>
              <a:spLocks noChangeArrowheads="1"/>
            </p:cNvSpPr>
            <p:nvPr/>
          </p:nvSpPr>
          <p:spPr bwMode="gray">
            <a:xfrm>
              <a:off x="3728" y="1509"/>
              <a:ext cx="1304" cy="446"/>
            </a:xfrm>
            <a:prstGeom prst="roundRect">
              <a:avLst>
                <a:gd name="adj" fmla="val 50000"/>
              </a:avLst>
            </a:prstGeom>
            <a:solidFill>
              <a:schemeClr val="accent6">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grpSp>
          <p:nvGrpSpPr>
            <p:cNvPr id="176233" name="Group 80"/>
            <p:cNvGrpSpPr>
              <a:grpSpLocks/>
            </p:cNvGrpSpPr>
            <p:nvPr/>
          </p:nvGrpSpPr>
          <p:grpSpPr bwMode="auto">
            <a:xfrm>
              <a:off x="4165" y="1141"/>
              <a:ext cx="405" cy="713"/>
              <a:chOff x="1289" y="328"/>
              <a:chExt cx="668" cy="1175"/>
            </a:xfrm>
          </p:grpSpPr>
          <p:sp>
            <p:nvSpPr>
              <p:cNvPr id="176238" name="Oval 81"/>
              <p:cNvSpPr>
                <a:spLocks noChangeArrowheads="1"/>
              </p:cNvSpPr>
              <p:nvPr/>
            </p:nvSpPr>
            <p:spPr bwMode="gray">
              <a:xfrm>
                <a:off x="1289" y="328"/>
                <a:ext cx="668" cy="117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39" name="Oval 82"/>
              <p:cNvSpPr>
                <a:spLocks noChangeArrowheads="1"/>
              </p:cNvSpPr>
              <p:nvPr/>
            </p:nvSpPr>
            <p:spPr bwMode="gray">
              <a:xfrm>
                <a:off x="1296" y="587"/>
                <a:ext cx="646" cy="646"/>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40" name="Oval 83"/>
              <p:cNvSpPr>
                <a:spLocks noChangeArrowheads="1"/>
              </p:cNvSpPr>
              <p:nvPr/>
            </p:nvSpPr>
            <p:spPr bwMode="gray">
              <a:xfrm>
                <a:off x="1303" y="590"/>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41" name="Oval 84"/>
              <p:cNvSpPr>
                <a:spLocks noChangeArrowheads="1"/>
              </p:cNvSpPr>
              <p:nvPr/>
            </p:nvSpPr>
            <p:spPr bwMode="gray">
              <a:xfrm>
                <a:off x="1311" y="597"/>
                <a:ext cx="598"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42" name="Oval 85"/>
              <p:cNvSpPr>
                <a:spLocks noChangeArrowheads="1"/>
              </p:cNvSpPr>
              <p:nvPr/>
            </p:nvSpPr>
            <p:spPr bwMode="gray">
              <a:xfrm>
                <a:off x="1346" y="613"/>
                <a:ext cx="534"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234" name="Text Box 86"/>
            <p:cNvSpPr txBox="1">
              <a:spLocks noChangeArrowheads="1"/>
            </p:cNvSpPr>
            <p:nvPr/>
          </p:nvSpPr>
          <p:spPr bwMode="gray">
            <a:xfrm>
              <a:off x="4190" y="1323"/>
              <a:ext cx="345" cy="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3</a:t>
              </a:r>
            </a:p>
          </p:txBody>
        </p:sp>
        <p:sp>
          <p:nvSpPr>
            <p:cNvPr id="74" name="Text Box 87"/>
            <p:cNvSpPr txBox="1">
              <a:spLocks noChangeArrowheads="1"/>
            </p:cNvSpPr>
            <p:nvPr/>
          </p:nvSpPr>
          <p:spPr bwMode="gray">
            <a:xfrm>
              <a:off x="3745" y="1776"/>
              <a:ext cx="1295" cy="1342"/>
            </a:xfrm>
            <a:prstGeom prst="rect">
              <a:avLst/>
            </a:prstGeom>
            <a:solidFill>
              <a:schemeClr val="accent6">
                <a:lumMod val="20000"/>
                <a:lumOff val="80000"/>
              </a:schemeClr>
            </a:solidFill>
            <a:ln>
              <a:noFill/>
            </a:ln>
            <a:effectLst/>
          </p:spPr>
          <p:txBody>
            <a:bodyPr>
              <a:spAutoFit/>
            </a:bodyPr>
            <a:lstStyle/>
            <a:p>
              <a:pPr algn="ctr" eaLnBrk="1" fontAlgn="auto" hangingPunct="1">
                <a:spcBef>
                  <a:spcPts val="0"/>
                </a:spcBef>
                <a:spcAft>
                  <a:spcPts val="0"/>
                </a:spcAft>
                <a:defRPr/>
              </a:pP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3</a:t>
              </a:r>
            </a:p>
          </p:txBody>
        </p:sp>
        <p:sp>
          <p:nvSpPr>
            <p:cNvPr id="176236"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37"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137" name="Rectangle 1"/>
          <p:cNvSpPr>
            <a:spLocks noChangeArrowheads="1"/>
          </p:cNvSpPr>
          <p:nvPr/>
        </p:nvSpPr>
        <p:spPr bwMode="auto">
          <a:xfrm>
            <a:off x="2835275" y="3219450"/>
            <a:ext cx="8905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400">
                <a:latin typeface="Times New Roman" panose="02020603050405020304" pitchFamily="18" charset="0"/>
                <a:cs typeface="Times New Roman" panose="02020603050405020304" pitchFamily="18" charset="0"/>
              </a:rPr>
              <a:t>Điện cực loại 2 </a:t>
            </a:r>
            <a:endParaRPr lang="en-US" altLang="ru-RU" sz="2400">
              <a:latin typeface="Arial" panose="020B0604020202020204" pitchFamily="34" charset="0"/>
              <a:cs typeface="Arial" panose="020B0604020202020204" pitchFamily="34" charset="0"/>
            </a:endParaRPr>
          </a:p>
        </p:txBody>
      </p:sp>
      <p:sp>
        <p:nvSpPr>
          <p:cNvPr id="176138"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B1923C6-8D8F-431C-AE7C-B761AB6B9277}" type="slidenum">
              <a:rPr lang="en-US" altLang="ru-RU">
                <a:solidFill>
                  <a:srgbClr val="FFFFFF"/>
                </a:solidFill>
                <a:latin typeface="Arial" panose="020B0604020202020204" pitchFamily="34" charset="0"/>
                <a:cs typeface="Arial" panose="020B0604020202020204" pitchFamily="34" charset="0"/>
              </a:rPr>
              <a:pPr/>
              <a:t>156</a:t>
            </a:fld>
            <a:endParaRPr lang="en-US" altLang="ru-RU">
              <a:solidFill>
                <a:srgbClr val="FFFFFF"/>
              </a:solidFill>
              <a:latin typeface="Arial" panose="020B0604020202020204" pitchFamily="34" charset="0"/>
              <a:cs typeface="Arial" panose="020B0604020202020204" pitchFamily="34" charset="0"/>
            </a:endParaRPr>
          </a:p>
        </p:txBody>
      </p:sp>
      <p:grpSp>
        <p:nvGrpSpPr>
          <p:cNvPr id="67" name="Group 46"/>
          <p:cNvGrpSpPr>
            <a:grpSpLocks/>
          </p:cNvGrpSpPr>
          <p:nvPr/>
        </p:nvGrpSpPr>
        <p:grpSpPr bwMode="auto">
          <a:xfrm>
            <a:off x="644525" y="2306638"/>
            <a:ext cx="1500188" cy="2792412"/>
            <a:chOff x="720" y="1142"/>
            <a:chExt cx="1367" cy="2696"/>
          </a:xfrm>
        </p:grpSpPr>
        <p:sp>
          <p:nvSpPr>
            <p:cNvPr id="176215" name="AutoShape 47"/>
            <p:cNvSpPr>
              <a:spLocks noChangeArrowheads="1"/>
            </p:cNvSpPr>
            <p:nvPr/>
          </p:nvSpPr>
          <p:spPr bwMode="gray">
            <a:xfrm>
              <a:off x="720" y="1490"/>
              <a:ext cx="1363" cy="1799"/>
            </a:xfrm>
            <a:prstGeom prst="roundRect">
              <a:avLst>
                <a:gd name="adj" fmla="val 17509"/>
              </a:avLst>
            </a:prstGeom>
            <a:gradFill rotWithShape="1">
              <a:gsLst>
                <a:gs pos="0">
                  <a:srgbClr val="4E91D4"/>
                </a:gs>
                <a:gs pos="100000">
                  <a:srgbClr val="3477A4"/>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6" name="AutoShape 48"/>
            <p:cNvSpPr>
              <a:spLocks noChangeArrowheads="1"/>
            </p:cNvSpPr>
            <p:nvPr/>
          </p:nvSpPr>
          <p:spPr bwMode="gray">
            <a:xfrm>
              <a:off x="742" y="1494"/>
              <a:ext cx="1321" cy="1767"/>
            </a:xfrm>
            <a:prstGeom prst="roundRect">
              <a:avLst>
                <a:gd name="adj" fmla="val 16667"/>
              </a:avLst>
            </a:prstGeom>
            <a:solidFill>
              <a:srgbClr val="3CA1E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7" name="AutoShape 49"/>
            <p:cNvSpPr>
              <a:spLocks noChangeArrowheads="1"/>
            </p:cNvSpPr>
            <p:nvPr/>
          </p:nvSpPr>
          <p:spPr bwMode="gray">
            <a:xfrm>
              <a:off x="752" y="2796"/>
              <a:ext cx="1305" cy="446"/>
            </a:xfrm>
            <a:prstGeom prst="roundRect">
              <a:avLst>
                <a:gd name="adj" fmla="val 50000"/>
              </a:avLst>
            </a:prstGeom>
            <a:gradFill rotWithShape="1">
              <a:gsLst>
                <a:gs pos="0">
                  <a:srgbClr val="3CA1E6">
                    <a:alpha val="0"/>
                  </a:srgbClr>
                </a:gs>
                <a:gs pos="100000">
                  <a:srgbClr val="9BCFF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8" name="AutoShape 50"/>
            <p:cNvSpPr>
              <a:spLocks noChangeArrowheads="1"/>
            </p:cNvSpPr>
            <p:nvPr/>
          </p:nvSpPr>
          <p:spPr bwMode="gray">
            <a:xfrm>
              <a:off x="752" y="1510"/>
              <a:ext cx="1305" cy="446"/>
            </a:xfrm>
            <a:prstGeom prst="roundRect">
              <a:avLst>
                <a:gd name="adj" fmla="val 50000"/>
              </a:avLst>
            </a:prstGeom>
            <a:gradFill rotWithShape="1">
              <a:gsLst>
                <a:gs pos="0">
                  <a:srgbClr val="BEE0F7"/>
                </a:gs>
                <a:gs pos="100000">
                  <a:srgbClr val="3CA1E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9" name="AutoShape 51"/>
            <p:cNvSpPr>
              <a:spLocks noChangeArrowheads="1"/>
            </p:cNvSpPr>
            <p:nvPr/>
          </p:nvSpPr>
          <p:spPr bwMode="gray">
            <a:xfrm>
              <a:off x="724" y="3289"/>
              <a:ext cx="1363" cy="549"/>
            </a:xfrm>
            <a:prstGeom prst="roundRect">
              <a:avLst>
                <a:gd name="adj" fmla="val 40389"/>
              </a:avLst>
            </a:prstGeom>
            <a:gradFill rotWithShape="1">
              <a:gsLst>
                <a:gs pos="0">
                  <a:srgbClr val="729EB4"/>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20" name="AutoShape 52"/>
            <p:cNvSpPr>
              <a:spLocks noChangeArrowheads="1"/>
            </p:cNvSpPr>
            <p:nvPr/>
          </p:nvSpPr>
          <p:spPr bwMode="gray">
            <a:xfrm>
              <a:off x="752" y="3305"/>
              <a:ext cx="1305" cy="487"/>
            </a:xfrm>
            <a:prstGeom prst="roundRect">
              <a:avLst>
                <a:gd name="adj" fmla="val 50000"/>
              </a:avLst>
            </a:prstGeom>
            <a:gradFill rotWithShape="1">
              <a:gsLst>
                <a:gs pos="0">
                  <a:srgbClr val="7DAFD4"/>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nvGrpSpPr>
            <p:cNvPr id="176221" name="Group 53"/>
            <p:cNvGrpSpPr>
              <a:grpSpLocks/>
            </p:cNvGrpSpPr>
            <p:nvPr/>
          </p:nvGrpSpPr>
          <p:grpSpPr bwMode="auto">
            <a:xfrm>
              <a:off x="1188" y="1142"/>
              <a:ext cx="405" cy="711"/>
              <a:chOff x="1288" y="330"/>
              <a:chExt cx="668" cy="1171"/>
            </a:xfrm>
          </p:grpSpPr>
          <p:sp>
            <p:nvSpPr>
              <p:cNvPr id="176224" name="Oval 54"/>
              <p:cNvSpPr>
                <a:spLocks noChangeArrowheads="1"/>
              </p:cNvSpPr>
              <p:nvPr/>
            </p:nvSpPr>
            <p:spPr bwMode="gray">
              <a:xfrm>
                <a:off x="1288" y="330"/>
                <a:ext cx="668" cy="117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25" name="Oval 55"/>
              <p:cNvSpPr>
                <a:spLocks noChangeArrowheads="1"/>
              </p:cNvSpPr>
              <p:nvPr/>
            </p:nvSpPr>
            <p:spPr bwMode="gray">
              <a:xfrm>
                <a:off x="1296" y="587"/>
                <a:ext cx="647"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26" name="Oval 56"/>
              <p:cNvSpPr>
                <a:spLocks noChangeArrowheads="1"/>
              </p:cNvSpPr>
              <p:nvPr/>
            </p:nvSpPr>
            <p:spPr bwMode="gray">
              <a:xfrm>
                <a:off x="1303" y="592"/>
                <a:ext cx="632" cy="629"/>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27" name="Oval 57"/>
              <p:cNvSpPr>
                <a:spLocks noChangeArrowheads="1"/>
              </p:cNvSpPr>
              <p:nvPr/>
            </p:nvSpPr>
            <p:spPr bwMode="gray">
              <a:xfrm>
                <a:off x="1310" y="597"/>
                <a:ext cx="601"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28" name="Oval 58"/>
              <p:cNvSpPr>
                <a:spLocks noChangeArrowheads="1"/>
              </p:cNvSpPr>
              <p:nvPr/>
            </p:nvSpPr>
            <p:spPr bwMode="gray">
              <a:xfrm>
                <a:off x="1346" y="612"/>
                <a:ext cx="532" cy="48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222" name="Text Box 59"/>
            <p:cNvSpPr txBox="1">
              <a:spLocks noChangeArrowheads="1"/>
            </p:cNvSpPr>
            <p:nvPr/>
          </p:nvSpPr>
          <p:spPr bwMode="gray">
            <a:xfrm>
              <a:off x="1222" y="1323"/>
              <a:ext cx="332"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1</a:t>
              </a:r>
            </a:p>
          </p:txBody>
        </p:sp>
        <p:sp>
          <p:nvSpPr>
            <p:cNvPr id="176223" name="Text Box 60"/>
            <p:cNvSpPr txBox="1">
              <a:spLocks noChangeArrowheads="1"/>
            </p:cNvSpPr>
            <p:nvPr/>
          </p:nvSpPr>
          <p:spPr bwMode="gray">
            <a:xfrm>
              <a:off x="768" y="1776"/>
              <a:ext cx="1296" cy="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Điện cực loại 1</a:t>
              </a:r>
            </a:p>
          </p:txBody>
        </p:sp>
      </p:grpSp>
      <p:grpSp>
        <p:nvGrpSpPr>
          <p:cNvPr id="82" name="Group 61"/>
          <p:cNvGrpSpPr>
            <a:grpSpLocks/>
          </p:cNvGrpSpPr>
          <p:nvPr/>
        </p:nvGrpSpPr>
        <p:grpSpPr bwMode="auto">
          <a:xfrm>
            <a:off x="2300288" y="2303463"/>
            <a:ext cx="1414462" cy="2762250"/>
            <a:chOff x="2208" y="1138"/>
            <a:chExt cx="1365" cy="2700"/>
          </a:xfrm>
        </p:grpSpPr>
        <p:sp>
          <p:nvSpPr>
            <p:cNvPr id="176202" name="AutoShape 62"/>
            <p:cNvSpPr>
              <a:spLocks noChangeArrowheads="1"/>
            </p:cNvSpPr>
            <p:nvPr/>
          </p:nvSpPr>
          <p:spPr bwMode="gray">
            <a:xfrm>
              <a:off x="2208" y="1490"/>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3" name="AutoShape 63"/>
            <p:cNvSpPr>
              <a:spLocks noChangeArrowheads="1"/>
            </p:cNvSpPr>
            <p:nvPr/>
          </p:nvSpPr>
          <p:spPr bwMode="gray">
            <a:xfrm>
              <a:off x="2229" y="1495"/>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4" name="AutoShape 64"/>
            <p:cNvSpPr>
              <a:spLocks noChangeArrowheads="1"/>
            </p:cNvSpPr>
            <p:nvPr/>
          </p:nvSpPr>
          <p:spPr bwMode="gray">
            <a:xfrm>
              <a:off x="2240" y="2795"/>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5" name="AutoShape 65"/>
            <p:cNvSpPr>
              <a:spLocks noChangeArrowheads="1"/>
            </p:cNvSpPr>
            <p:nvPr/>
          </p:nvSpPr>
          <p:spPr bwMode="gray">
            <a:xfrm>
              <a:off x="2240" y="1509"/>
              <a:ext cx="1304" cy="445"/>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6" name="Oval 66"/>
            <p:cNvSpPr>
              <a:spLocks noChangeArrowheads="1"/>
            </p:cNvSpPr>
            <p:nvPr/>
          </p:nvSpPr>
          <p:spPr bwMode="gray">
            <a:xfrm>
              <a:off x="2677" y="1138"/>
              <a:ext cx="406" cy="719"/>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7" name="Oval 67"/>
            <p:cNvSpPr>
              <a:spLocks noChangeArrowheads="1"/>
            </p:cNvSpPr>
            <p:nvPr/>
          </p:nvSpPr>
          <p:spPr bwMode="gray">
            <a:xfrm>
              <a:off x="2681" y="1300"/>
              <a:ext cx="392" cy="391"/>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8" name="Oval 68"/>
            <p:cNvSpPr>
              <a:spLocks noChangeArrowheads="1"/>
            </p:cNvSpPr>
            <p:nvPr/>
          </p:nvSpPr>
          <p:spPr bwMode="gray">
            <a:xfrm>
              <a:off x="2686" y="1301"/>
              <a:ext cx="383" cy="383"/>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9" name="Oval 69"/>
            <p:cNvSpPr>
              <a:spLocks noChangeArrowheads="1"/>
            </p:cNvSpPr>
            <p:nvPr/>
          </p:nvSpPr>
          <p:spPr bwMode="gray">
            <a:xfrm>
              <a:off x="2691" y="1304"/>
              <a:ext cx="363" cy="35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0" name="Oval 70"/>
            <p:cNvSpPr>
              <a:spLocks noChangeArrowheads="1"/>
            </p:cNvSpPr>
            <p:nvPr/>
          </p:nvSpPr>
          <p:spPr bwMode="gray">
            <a:xfrm>
              <a:off x="2712" y="1315"/>
              <a:ext cx="323" cy="29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1" name="Text Box 71"/>
            <p:cNvSpPr txBox="1">
              <a:spLocks noChangeArrowheads="1"/>
            </p:cNvSpPr>
            <p:nvPr/>
          </p:nvSpPr>
          <p:spPr bwMode="gray">
            <a:xfrm>
              <a:off x="2699" y="1323"/>
              <a:ext cx="351"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2</a:t>
              </a:r>
            </a:p>
          </p:txBody>
        </p:sp>
        <p:sp>
          <p:nvSpPr>
            <p:cNvPr id="176212" name="Text Box 72"/>
            <p:cNvSpPr txBox="1">
              <a:spLocks noChangeArrowheads="1"/>
            </p:cNvSpPr>
            <p:nvPr/>
          </p:nvSpPr>
          <p:spPr bwMode="gray">
            <a:xfrm>
              <a:off x="2255" y="1776"/>
              <a:ext cx="1296"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ru-RU" sz="2800">
                <a:latin typeface="Times New Roman" panose="02020603050405020304" pitchFamily="18" charset="0"/>
                <a:cs typeface="Times New Roman" panose="02020603050405020304" pitchFamily="18" charset="0"/>
              </a:endParaRPr>
            </a:p>
          </p:txBody>
        </p:sp>
        <p:sp>
          <p:nvSpPr>
            <p:cNvPr id="176213" name="AutoShape 73"/>
            <p:cNvSpPr>
              <a:spLocks noChangeArrowheads="1"/>
            </p:cNvSpPr>
            <p:nvPr/>
          </p:nvSpPr>
          <p:spPr bwMode="gray">
            <a:xfrm>
              <a:off x="2210" y="3290"/>
              <a:ext cx="1363" cy="548"/>
            </a:xfrm>
            <a:prstGeom prst="roundRect">
              <a:avLst>
                <a:gd name="adj" fmla="val 40389"/>
              </a:avLst>
            </a:prstGeom>
            <a:gradFill rotWithShape="1">
              <a:gsLst>
                <a:gs pos="0">
                  <a:srgbClr val="58A4AE"/>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14" name="AutoShape 74"/>
            <p:cNvSpPr>
              <a:spLocks noChangeArrowheads="1"/>
            </p:cNvSpPr>
            <p:nvPr/>
          </p:nvSpPr>
          <p:spPr bwMode="gray">
            <a:xfrm>
              <a:off x="2239" y="3304"/>
              <a:ext cx="1304" cy="487"/>
            </a:xfrm>
            <a:prstGeom prst="roundRect">
              <a:avLst>
                <a:gd name="adj" fmla="val 50000"/>
              </a:avLst>
            </a:prstGeom>
            <a:gradFill rotWithShape="1">
              <a:gsLst>
                <a:gs pos="0">
                  <a:srgbClr val="72B2BB"/>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grpSp>
        <p:nvGrpSpPr>
          <p:cNvPr id="83" name="Group 75"/>
          <p:cNvGrpSpPr>
            <a:grpSpLocks/>
          </p:cNvGrpSpPr>
          <p:nvPr/>
        </p:nvGrpSpPr>
        <p:grpSpPr bwMode="auto">
          <a:xfrm>
            <a:off x="5694363" y="2292350"/>
            <a:ext cx="1439862" cy="2782888"/>
            <a:chOff x="3692" y="1141"/>
            <a:chExt cx="1367" cy="2697"/>
          </a:xfrm>
        </p:grpSpPr>
        <p:sp>
          <p:nvSpPr>
            <p:cNvPr id="176188" name="AutoShape 76"/>
            <p:cNvSpPr>
              <a:spLocks noChangeArrowheads="1"/>
            </p:cNvSpPr>
            <p:nvPr/>
          </p:nvSpPr>
          <p:spPr bwMode="gray">
            <a:xfrm>
              <a:off x="3697" y="1491"/>
              <a:ext cx="1362" cy="1800"/>
            </a:xfrm>
            <a:prstGeom prst="roundRect">
              <a:avLst>
                <a:gd name="adj" fmla="val 17509"/>
              </a:avLst>
            </a:prstGeom>
            <a:gradFill rotWithShape="1">
              <a:gsLst>
                <a:gs pos="0">
                  <a:srgbClr val="B59F43"/>
                </a:gs>
                <a:gs pos="100000">
                  <a:srgbClr val="8F8849"/>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89" name="AutoShape 77"/>
            <p:cNvSpPr>
              <a:spLocks noChangeArrowheads="1"/>
            </p:cNvSpPr>
            <p:nvPr/>
          </p:nvSpPr>
          <p:spPr bwMode="gray">
            <a:xfrm>
              <a:off x="3718" y="1495"/>
              <a:ext cx="1322" cy="1766"/>
            </a:xfrm>
            <a:prstGeom prst="roundRect">
              <a:avLst>
                <a:gd name="adj" fmla="val 16667"/>
              </a:avLst>
            </a:prstGeom>
            <a:solidFill>
              <a:srgbClr val="E9E06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90" name="AutoShape 78"/>
            <p:cNvSpPr>
              <a:spLocks noChangeArrowheads="1"/>
            </p:cNvSpPr>
            <p:nvPr/>
          </p:nvSpPr>
          <p:spPr bwMode="gray">
            <a:xfrm>
              <a:off x="3728" y="2795"/>
              <a:ext cx="1304" cy="448"/>
            </a:xfrm>
            <a:prstGeom prst="roundRect">
              <a:avLst>
                <a:gd name="adj" fmla="val 50000"/>
              </a:avLst>
            </a:prstGeom>
            <a:gradFill rotWithShape="1">
              <a:gsLst>
                <a:gs pos="0">
                  <a:srgbClr val="E9E065"/>
                </a:gs>
                <a:gs pos="100000">
                  <a:srgbClr val="F2EDA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91" name="AutoShape 79"/>
            <p:cNvSpPr>
              <a:spLocks noChangeArrowheads="1"/>
            </p:cNvSpPr>
            <p:nvPr/>
          </p:nvSpPr>
          <p:spPr bwMode="gray">
            <a:xfrm>
              <a:off x="3728" y="1509"/>
              <a:ext cx="1304" cy="446"/>
            </a:xfrm>
            <a:prstGeom prst="roundRect">
              <a:avLst>
                <a:gd name="adj" fmla="val 50000"/>
              </a:avLst>
            </a:prstGeom>
            <a:gradFill rotWithShape="1">
              <a:gsLst>
                <a:gs pos="0">
                  <a:srgbClr val="F8F5CC"/>
                </a:gs>
                <a:gs pos="100000">
                  <a:srgbClr val="E9E06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nvGrpSpPr>
            <p:cNvPr id="176192" name="Group 80"/>
            <p:cNvGrpSpPr>
              <a:grpSpLocks/>
            </p:cNvGrpSpPr>
            <p:nvPr/>
          </p:nvGrpSpPr>
          <p:grpSpPr bwMode="auto">
            <a:xfrm>
              <a:off x="4166" y="1141"/>
              <a:ext cx="406" cy="713"/>
              <a:chOff x="1289" y="328"/>
              <a:chExt cx="669" cy="1175"/>
            </a:xfrm>
          </p:grpSpPr>
          <p:sp>
            <p:nvSpPr>
              <p:cNvPr id="176197" name="Oval 81"/>
              <p:cNvSpPr>
                <a:spLocks noChangeArrowheads="1"/>
              </p:cNvSpPr>
              <p:nvPr/>
            </p:nvSpPr>
            <p:spPr bwMode="gray">
              <a:xfrm>
                <a:off x="1289" y="328"/>
                <a:ext cx="669" cy="117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98" name="Oval 82"/>
              <p:cNvSpPr>
                <a:spLocks noChangeArrowheads="1"/>
              </p:cNvSpPr>
              <p:nvPr/>
            </p:nvSpPr>
            <p:spPr bwMode="gray">
              <a:xfrm>
                <a:off x="1297" y="587"/>
                <a:ext cx="646" cy="646"/>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99" name="Oval 83"/>
              <p:cNvSpPr>
                <a:spLocks noChangeArrowheads="1"/>
              </p:cNvSpPr>
              <p:nvPr/>
            </p:nvSpPr>
            <p:spPr bwMode="gray">
              <a:xfrm>
                <a:off x="1304" y="590"/>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0" name="Oval 84"/>
              <p:cNvSpPr>
                <a:spLocks noChangeArrowheads="1"/>
              </p:cNvSpPr>
              <p:nvPr/>
            </p:nvSpPr>
            <p:spPr bwMode="gray">
              <a:xfrm>
                <a:off x="1312" y="597"/>
                <a:ext cx="59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201" name="Oval 85"/>
              <p:cNvSpPr>
                <a:spLocks noChangeArrowheads="1"/>
              </p:cNvSpPr>
              <p:nvPr/>
            </p:nvSpPr>
            <p:spPr bwMode="gray">
              <a:xfrm>
                <a:off x="1347" y="613"/>
                <a:ext cx="534"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193" name="Text Box 86"/>
            <p:cNvSpPr txBox="1">
              <a:spLocks noChangeArrowheads="1"/>
            </p:cNvSpPr>
            <p:nvPr/>
          </p:nvSpPr>
          <p:spPr bwMode="gray">
            <a:xfrm>
              <a:off x="4189" y="1323"/>
              <a:ext cx="347"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4</a:t>
              </a:r>
            </a:p>
          </p:txBody>
        </p:sp>
        <p:sp>
          <p:nvSpPr>
            <p:cNvPr id="176194" name="Text Box 87"/>
            <p:cNvSpPr txBox="1">
              <a:spLocks noChangeArrowheads="1"/>
            </p:cNvSpPr>
            <p:nvPr/>
          </p:nvSpPr>
          <p:spPr bwMode="gray">
            <a:xfrm>
              <a:off x="3745" y="1777"/>
              <a:ext cx="1295"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Điện cực khí</a:t>
              </a:r>
            </a:p>
          </p:txBody>
        </p:sp>
        <p:sp>
          <p:nvSpPr>
            <p:cNvPr id="176195"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96"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grpSp>
        <p:nvGrpSpPr>
          <p:cNvPr id="85" name="Group 75"/>
          <p:cNvGrpSpPr>
            <a:grpSpLocks/>
          </p:cNvGrpSpPr>
          <p:nvPr/>
        </p:nvGrpSpPr>
        <p:grpSpPr bwMode="auto">
          <a:xfrm>
            <a:off x="7427913" y="2292350"/>
            <a:ext cx="1439862" cy="2782888"/>
            <a:chOff x="3692" y="1141"/>
            <a:chExt cx="1367" cy="2697"/>
          </a:xfrm>
        </p:grpSpPr>
        <p:sp>
          <p:nvSpPr>
            <p:cNvPr id="176174" name="AutoShape 76"/>
            <p:cNvSpPr>
              <a:spLocks noChangeArrowheads="1"/>
            </p:cNvSpPr>
            <p:nvPr/>
          </p:nvSpPr>
          <p:spPr bwMode="gray">
            <a:xfrm>
              <a:off x="3697" y="1491"/>
              <a:ext cx="1362" cy="1800"/>
            </a:xfrm>
            <a:prstGeom prst="roundRect">
              <a:avLst>
                <a:gd name="adj" fmla="val 17509"/>
              </a:avLst>
            </a:prstGeom>
            <a:gradFill rotWithShape="1">
              <a:gsLst>
                <a:gs pos="0">
                  <a:srgbClr val="B59F43"/>
                </a:gs>
                <a:gs pos="100000">
                  <a:srgbClr val="8F8849"/>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43" name="AutoShape 77"/>
            <p:cNvSpPr>
              <a:spLocks noChangeArrowheads="1"/>
            </p:cNvSpPr>
            <p:nvPr/>
          </p:nvSpPr>
          <p:spPr bwMode="gray">
            <a:xfrm>
              <a:off x="3718" y="1495"/>
              <a:ext cx="1322" cy="1766"/>
            </a:xfrm>
            <a:prstGeom prst="roundRect">
              <a:avLst>
                <a:gd name="adj" fmla="val 16667"/>
              </a:avLst>
            </a:prstGeom>
            <a:solidFill>
              <a:schemeClr val="accent2">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44" name="AutoShape 78"/>
            <p:cNvSpPr>
              <a:spLocks noChangeArrowheads="1"/>
            </p:cNvSpPr>
            <p:nvPr/>
          </p:nvSpPr>
          <p:spPr bwMode="gray">
            <a:xfrm>
              <a:off x="3728" y="2795"/>
              <a:ext cx="1304" cy="448"/>
            </a:xfrm>
            <a:prstGeom prst="roundRect">
              <a:avLst>
                <a:gd name="adj" fmla="val 50000"/>
              </a:avLst>
            </a:prstGeom>
            <a:solidFill>
              <a:schemeClr val="accent2">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45" name="AutoShape 79"/>
            <p:cNvSpPr>
              <a:spLocks noChangeArrowheads="1"/>
            </p:cNvSpPr>
            <p:nvPr/>
          </p:nvSpPr>
          <p:spPr bwMode="gray">
            <a:xfrm>
              <a:off x="3728" y="1509"/>
              <a:ext cx="1304" cy="446"/>
            </a:xfrm>
            <a:prstGeom prst="roundRect">
              <a:avLst>
                <a:gd name="adj" fmla="val 50000"/>
              </a:avLst>
            </a:prstGeom>
            <a:solidFill>
              <a:schemeClr val="accent2">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grpSp>
          <p:nvGrpSpPr>
            <p:cNvPr id="176178" name="Group 80"/>
            <p:cNvGrpSpPr>
              <a:grpSpLocks/>
            </p:cNvGrpSpPr>
            <p:nvPr/>
          </p:nvGrpSpPr>
          <p:grpSpPr bwMode="auto">
            <a:xfrm>
              <a:off x="4166" y="1141"/>
              <a:ext cx="406" cy="713"/>
              <a:chOff x="1289" y="328"/>
              <a:chExt cx="669" cy="1175"/>
            </a:xfrm>
          </p:grpSpPr>
          <p:sp>
            <p:nvSpPr>
              <p:cNvPr id="176183" name="Oval 81"/>
              <p:cNvSpPr>
                <a:spLocks noChangeArrowheads="1"/>
              </p:cNvSpPr>
              <p:nvPr/>
            </p:nvSpPr>
            <p:spPr bwMode="gray">
              <a:xfrm>
                <a:off x="1289" y="328"/>
                <a:ext cx="669" cy="117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84" name="Oval 82"/>
              <p:cNvSpPr>
                <a:spLocks noChangeArrowheads="1"/>
              </p:cNvSpPr>
              <p:nvPr/>
            </p:nvSpPr>
            <p:spPr bwMode="gray">
              <a:xfrm>
                <a:off x="1297" y="587"/>
                <a:ext cx="646" cy="646"/>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85" name="Oval 83"/>
              <p:cNvSpPr>
                <a:spLocks noChangeArrowheads="1"/>
              </p:cNvSpPr>
              <p:nvPr/>
            </p:nvSpPr>
            <p:spPr bwMode="gray">
              <a:xfrm>
                <a:off x="1304" y="590"/>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86" name="Oval 84"/>
              <p:cNvSpPr>
                <a:spLocks noChangeArrowheads="1"/>
              </p:cNvSpPr>
              <p:nvPr/>
            </p:nvSpPr>
            <p:spPr bwMode="gray">
              <a:xfrm>
                <a:off x="1312" y="597"/>
                <a:ext cx="59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87" name="Oval 85"/>
              <p:cNvSpPr>
                <a:spLocks noChangeArrowheads="1"/>
              </p:cNvSpPr>
              <p:nvPr/>
            </p:nvSpPr>
            <p:spPr bwMode="gray">
              <a:xfrm>
                <a:off x="1347" y="613"/>
                <a:ext cx="534"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179" name="Text Box 86"/>
            <p:cNvSpPr txBox="1">
              <a:spLocks noChangeArrowheads="1"/>
            </p:cNvSpPr>
            <p:nvPr/>
          </p:nvSpPr>
          <p:spPr bwMode="gray">
            <a:xfrm>
              <a:off x="4189" y="1323"/>
              <a:ext cx="347"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5</a:t>
              </a:r>
            </a:p>
          </p:txBody>
        </p:sp>
        <p:sp>
          <p:nvSpPr>
            <p:cNvPr id="148" name="Text Box 87"/>
            <p:cNvSpPr txBox="1">
              <a:spLocks noChangeArrowheads="1"/>
            </p:cNvSpPr>
            <p:nvPr/>
          </p:nvSpPr>
          <p:spPr bwMode="gray">
            <a:xfrm>
              <a:off x="3745" y="1776"/>
              <a:ext cx="1295" cy="1520"/>
            </a:xfrm>
            <a:prstGeom prst="rect">
              <a:avLst/>
            </a:prstGeom>
            <a:solidFill>
              <a:schemeClr val="accent2">
                <a:lumMod val="20000"/>
                <a:lumOff val="80000"/>
              </a:schemeClr>
            </a:solidFill>
            <a:ln>
              <a:noFill/>
            </a:ln>
            <a:effectLst/>
          </p:spPr>
          <p:txBody>
            <a:bodyPr>
              <a:spAutoFit/>
            </a:bodyPr>
            <a:lstStyle/>
            <a:p>
              <a:pPr algn="ctr" eaLnBrk="1" fontAlgn="auto" hangingPunct="1">
                <a:spcBef>
                  <a:spcPts val="0"/>
                </a:spcBef>
                <a:spcAft>
                  <a:spcPts val="0"/>
                </a:spcAft>
                <a:defRPr/>
              </a:pP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lọc</a:t>
              </a:r>
              <a:r>
                <a:rPr lang="en-US" sz="2400" dirty="0">
                  <a:latin typeface="Times New Roman" panose="02020603050405020304" pitchFamily="18" charset="0"/>
                  <a:cs typeface="Times New Roman" panose="02020603050405020304" pitchFamily="18" charset="0"/>
                </a:rPr>
                <a:t> ion</a:t>
              </a:r>
            </a:p>
          </p:txBody>
        </p:sp>
        <p:sp>
          <p:nvSpPr>
            <p:cNvPr id="176181"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82"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grpSp>
        <p:nvGrpSpPr>
          <p:cNvPr id="87" name="Group 75"/>
          <p:cNvGrpSpPr>
            <a:grpSpLocks/>
          </p:cNvGrpSpPr>
          <p:nvPr/>
        </p:nvGrpSpPr>
        <p:grpSpPr bwMode="auto">
          <a:xfrm>
            <a:off x="3995738" y="2292350"/>
            <a:ext cx="1441450" cy="2782888"/>
            <a:chOff x="3692" y="1141"/>
            <a:chExt cx="1367" cy="2697"/>
          </a:xfrm>
        </p:grpSpPr>
        <p:sp>
          <p:nvSpPr>
            <p:cNvPr id="176160" name="AutoShape 76"/>
            <p:cNvSpPr>
              <a:spLocks noChangeArrowheads="1"/>
            </p:cNvSpPr>
            <p:nvPr/>
          </p:nvSpPr>
          <p:spPr bwMode="gray">
            <a:xfrm>
              <a:off x="3697" y="1491"/>
              <a:ext cx="1362" cy="1800"/>
            </a:xfrm>
            <a:prstGeom prst="roundRect">
              <a:avLst>
                <a:gd name="adj" fmla="val 17509"/>
              </a:avLst>
            </a:prstGeom>
            <a:gradFill rotWithShape="1">
              <a:gsLst>
                <a:gs pos="0">
                  <a:srgbClr val="B59F43"/>
                </a:gs>
                <a:gs pos="100000">
                  <a:srgbClr val="8F8849"/>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58" name="AutoShape 77"/>
            <p:cNvSpPr>
              <a:spLocks noChangeArrowheads="1"/>
            </p:cNvSpPr>
            <p:nvPr/>
          </p:nvSpPr>
          <p:spPr bwMode="gray">
            <a:xfrm>
              <a:off x="3718" y="1495"/>
              <a:ext cx="1322" cy="1766"/>
            </a:xfrm>
            <a:prstGeom prst="roundRect">
              <a:avLst>
                <a:gd name="adj" fmla="val 16667"/>
              </a:avLst>
            </a:prstGeom>
            <a:solidFill>
              <a:schemeClr val="accent6">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59" name="AutoShape 78"/>
            <p:cNvSpPr>
              <a:spLocks noChangeArrowheads="1"/>
            </p:cNvSpPr>
            <p:nvPr/>
          </p:nvSpPr>
          <p:spPr bwMode="gray">
            <a:xfrm>
              <a:off x="3728" y="2795"/>
              <a:ext cx="1304" cy="448"/>
            </a:xfrm>
            <a:prstGeom prst="roundRect">
              <a:avLst>
                <a:gd name="adj" fmla="val 50000"/>
              </a:avLst>
            </a:prstGeom>
            <a:solidFill>
              <a:schemeClr val="accent6">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60" name="AutoShape 79"/>
            <p:cNvSpPr>
              <a:spLocks noChangeArrowheads="1"/>
            </p:cNvSpPr>
            <p:nvPr/>
          </p:nvSpPr>
          <p:spPr bwMode="gray">
            <a:xfrm>
              <a:off x="3728" y="1509"/>
              <a:ext cx="1304" cy="446"/>
            </a:xfrm>
            <a:prstGeom prst="roundRect">
              <a:avLst>
                <a:gd name="adj" fmla="val 50000"/>
              </a:avLst>
            </a:prstGeom>
            <a:solidFill>
              <a:schemeClr val="accent6">
                <a:lumMod val="20000"/>
                <a:lumOff val="8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grpSp>
          <p:nvGrpSpPr>
            <p:cNvPr id="176164" name="Group 80"/>
            <p:cNvGrpSpPr>
              <a:grpSpLocks/>
            </p:cNvGrpSpPr>
            <p:nvPr/>
          </p:nvGrpSpPr>
          <p:grpSpPr bwMode="auto">
            <a:xfrm>
              <a:off x="4165" y="1141"/>
              <a:ext cx="405" cy="713"/>
              <a:chOff x="1289" y="328"/>
              <a:chExt cx="668" cy="1175"/>
            </a:xfrm>
          </p:grpSpPr>
          <p:sp>
            <p:nvSpPr>
              <p:cNvPr id="176169" name="Oval 81"/>
              <p:cNvSpPr>
                <a:spLocks noChangeArrowheads="1"/>
              </p:cNvSpPr>
              <p:nvPr/>
            </p:nvSpPr>
            <p:spPr bwMode="gray">
              <a:xfrm>
                <a:off x="1289" y="328"/>
                <a:ext cx="668" cy="117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70" name="Oval 82"/>
              <p:cNvSpPr>
                <a:spLocks noChangeArrowheads="1"/>
              </p:cNvSpPr>
              <p:nvPr/>
            </p:nvSpPr>
            <p:spPr bwMode="gray">
              <a:xfrm>
                <a:off x="1296" y="587"/>
                <a:ext cx="646" cy="646"/>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71" name="Oval 83"/>
              <p:cNvSpPr>
                <a:spLocks noChangeArrowheads="1"/>
              </p:cNvSpPr>
              <p:nvPr/>
            </p:nvSpPr>
            <p:spPr bwMode="gray">
              <a:xfrm>
                <a:off x="1303" y="590"/>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72" name="Oval 84"/>
              <p:cNvSpPr>
                <a:spLocks noChangeArrowheads="1"/>
              </p:cNvSpPr>
              <p:nvPr/>
            </p:nvSpPr>
            <p:spPr bwMode="gray">
              <a:xfrm>
                <a:off x="1311" y="597"/>
                <a:ext cx="598"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73" name="Oval 85"/>
              <p:cNvSpPr>
                <a:spLocks noChangeArrowheads="1"/>
              </p:cNvSpPr>
              <p:nvPr/>
            </p:nvSpPr>
            <p:spPr bwMode="gray">
              <a:xfrm>
                <a:off x="1346" y="613"/>
                <a:ext cx="534"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165" name="Text Box 86"/>
            <p:cNvSpPr txBox="1">
              <a:spLocks noChangeArrowheads="1"/>
            </p:cNvSpPr>
            <p:nvPr/>
          </p:nvSpPr>
          <p:spPr bwMode="gray">
            <a:xfrm>
              <a:off x="4190" y="1323"/>
              <a:ext cx="345" cy="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3</a:t>
              </a:r>
            </a:p>
          </p:txBody>
        </p:sp>
        <p:sp>
          <p:nvSpPr>
            <p:cNvPr id="163" name="Text Box 87"/>
            <p:cNvSpPr txBox="1">
              <a:spLocks noChangeArrowheads="1"/>
            </p:cNvSpPr>
            <p:nvPr/>
          </p:nvSpPr>
          <p:spPr bwMode="gray">
            <a:xfrm>
              <a:off x="3745" y="1776"/>
              <a:ext cx="1295" cy="1342"/>
            </a:xfrm>
            <a:prstGeom prst="rect">
              <a:avLst/>
            </a:prstGeom>
            <a:solidFill>
              <a:schemeClr val="accent6">
                <a:lumMod val="20000"/>
                <a:lumOff val="80000"/>
              </a:schemeClr>
            </a:solidFill>
            <a:ln>
              <a:noFill/>
            </a:ln>
            <a:effectLst/>
          </p:spPr>
          <p:txBody>
            <a:bodyPr>
              <a:spAutoFit/>
            </a:bodyPr>
            <a:lstStyle/>
            <a:p>
              <a:pPr algn="ctr" eaLnBrk="1" fontAlgn="auto" hangingPunct="1">
                <a:spcBef>
                  <a:spcPts val="0"/>
                </a:spcBef>
                <a:spcAft>
                  <a:spcPts val="0"/>
                </a:spcAft>
                <a:defRPr/>
              </a:pP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3</a:t>
              </a:r>
            </a:p>
          </p:txBody>
        </p:sp>
        <p:sp>
          <p:nvSpPr>
            <p:cNvPr id="176167"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68"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144" name="Rectangle 1"/>
          <p:cNvSpPr>
            <a:spLocks noChangeArrowheads="1"/>
          </p:cNvSpPr>
          <p:nvPr/>
        </p:nvSpPr>
        <p:spPr bwMode="auto">
          <a:xfrm>
            <a:off x="2608263" y="3003550"/>
            <a:ext cx="8905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400">
                <a:latin typeface="Times New Roman" panose="02020603050405020304" pitchFamily="18" charset="0"/>
                <a:cs typeface="Times New Roman" panose="02020603050405020304" pitchFamily="18" charset="0"/>
              </a:rPr>
              <a:t>Điện cực loại 2 </a:t>
            </a:r>
            <a:endParaRPr lang="en-US" altLang="ru-RU" sz="2400">
              <a:latin typeface="Arial" panose="020B0604020202020204" pitchFamily="34" charset="0"/>
              <a:cs typeface="Arial" panose="020B0604020202020204" pitchFamily="34" charset="0"/>
            </a:endParaRPr>
          </a:p>
        </p:txBody>
      </p:sp>
      <p:grpSp>
        <p:nvGrpSpPr>
          <p:cNvPr id="89" name="Group 75"/>
          <p:cNvGrpSpPr>
            <a:grpSpLocks/>
          </p:cNvGrpSpPr>
          <p:nvPr/>
        </p:nvGrpSpPr>
        <p:grpSpPr bwMode="auto">
          <a:xfrm>
            <a:off x="1692275" y="4075113"/>
            <a:ext cx="1439863" cy="2782887"/>
            <a:chOff x="3692" y="1141"/>
            <a:chExt cx="1367" cy="2697"/>
          </a:xfrm>
        </p:grpSpPr>
        <p:sp>
          <p:nvSpPr>
            <p:cNvPr id="173" name="AutoShape 76"/>
            <p:cNvSpPr>
              <a:spLocks noChangeArrowheads="1"/>
            </p:cNvSpPr>
            <p:nvPr/>
          </p:nvSpPr>
          <p:spPr bwMode="gray">
            <a:xfrm>
              <a:off x="3697" y="1490"/>
              <a:ext cx="1362" cy="1800"/>
            </a:xfrm>
            <a:prstGeom prst="roundRect">
              <a:avLst>
                <a:gd name="adj" fmla="val 17509"/>
              </a:avLst>
            </a:prstGeom>
            <a:solidFill>
              <a:schemeClr val="accent1">
                <a:lumMod val="40000"/>
                <a:lumOff val="6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74" name="AutoShape 77"/>
            <p:cNvSpPr>
              <a:spLocks noChangeArrowheads="1"/>
            </p:cNvSpPr>
            <p:nvPr/>
          </p:nvSpPr>
          <p:spPr bwMode="gray">
            <a:xfrm>
              <a:off x="3718" y="1495"/>
              <a:ext cx="1322" cy="1766"/>
            </a:xfrm>
            <a:prstGeom prst="roundRect">
              <a:avLst>
                <a:gd name="adj" fmla="val 16667"/>
              </a:avLst>
            </a:prstGeom>
            <a:solidFill>
              <a:schemeClr val="accent1">
                <a:lumMod val="40000"/>
                <a:lumOff val="60000"/>
              </a:schemeClr>
            </a:solidFill>
            <a:ln w="9525">
              <a:solidFill>
                <a:schemeClr val="tx1"/>
              </a:solidFill>
              <a:round/>
              <a:headEnd/>
              <a:tailEnd/>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75" name="AutoShape 78"/>
            <p:cNvSpPr>
              <a:spLocks noChangeArrowheads="1"/>
            </p:cNvSpPr>
            <p:nvPr/>
          </p:nvSpPr>
          <p:spPr bwMode="gray">
            <a:xfrm>
              <a:off x="3728" y="2795"/>
              <a:ext cx="1304" cy="448"/>
            </a:xfrm>
            <a:prstGeom prst="roundRect">
              <a:avLst>
                <a:gd name="adj" fmla="val 50000"/>
              </a:avLst>
            </a:prstGeom>
            <a:solidFill>
              <a:schemeClr val="accent1">
                <a:lumMod val="40000"/>
                <a:lumOff val="6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sp>
          <p:nvSpPr>
            <p:cNvPr id="176" name="AutoShape 79"/>
            <p:cNvSpPr>
              <a:spLocks noChangeArrowheads="1"/>
            </p:cNvSpPr>
            <p:nvPr/>
          </p:nvSpPr>
          <p:spPr bwMode="gray">
            <a:xfrm>
              <a:off x="3728" y="1509"/>
              <a:ext cx="1304" cy="446"/>
            </a:xfrm>
            <a:prstGeom prst="roundRect">
              <a:avLst>
                <a:gd name="adj" fmla="val 50000"/>
              </a:avLst>
            </a:prstGeom>
            <a:solidFill>
              <a:schemeClr val="accent1">
                <a:lumMod val="40000"/>
                <a:lumOff val="60000"/>
              </a:schemeClr>
            </a:solidFill>
            <a:ln>
              <a:noFill/>
            </a:ln>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sz="2800">
                <a:latin typeface="Times New Roman" panose="02020603050405020304" pitchFamily="18" charset="0"/>
                <a:cs typeface="Times New Roman" panose="02020603050405020304" pitchFamily="18" charset="0"/>
              </a:endParaRPr>
            </a:p>
          </p:txBody>
        </p:sp>
        <p:grpSp>
          <p:nvGrpSpPr>
            <p:cNvPr id="176150" name="Group 80"/>
            <p:cNvGrpSpPr>
              <a:grpSpLocks/>
            </p:cNvGrpSpPr>
            <p:nvPr/>
          </p:nvGrpSpPr>
          <p:grpSpPr bwMode="auto">
            <a:xfrm>
              <a:off x="4166" y="1141"/>
              <a:ext cx="406" cy="713"/>
              <a:chOff x="1289" y="328"/>
              <a:chExt cx="669" cy="1175"/>
            </a:xfrm>
          </p:grpSpPr>
          <p:sp>
            <p:nvSpPr>
              <p:cNvPr id="176155" name="Oval 81"/>
              <p:cNvSpPr>
                <a:spLocks noChangeArrowheads="1"/>
              </p:cNvSpPr>
              <p:nvPr/>
            </p:nvSpPr>
            <p:spPr bwMode="gray">
              <a:xfrm>
                <a:off x="1289" y="328"/>
                <a:ext cx="669" cy="117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56" name="Oval 82"/>
              <p:cNvSpPr>
                <a:spLocks noChangeArrowheads="1"/>
              </p:cNvSpPr>
              <p:nvPr/>
            </p:nvSpPr>
            <p:spPr bwMode="gray">
              <a:xfrm>
                <a:off x="1297" y="587"/>
                <a:ext cx="646" cy="646"/>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57" name="Oval 83"/>
              <p:cNvSpPr>
                <a:spLocks noChangeArrowheads="1"/>
              </p:cNvSpPr>
              <p:nvPr/>
            </p:nvSpPr>
            <p:spPr bwMode="gray">
              <a:xfrm>
                <a:off x="1304" y="590"/>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58" name="Oval 84"/>
              <p:cNvSpPr>
                <a:spLocks noChangeArrowheads="1"/>
              </p:cNvSpPr>
              <p:nvPr/>
            </p:nvSpPr>
            <p:spPr bwMode="gray">
              <a:xfrm>
                <a:off x="1312" y="597"/>
                <a:ext cx="59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59" name="Oval 85"/>
              <p:cNvSpPr>
                <a:spLocks noChangeArrowheads="1"/>
              </p:cNvSpPr>
              <p:nvPr/>
            </p:nvSpPr>
            <p:spPr bwMode="gray">
              <a:xfrm>
                <a:off x="1347" y="613"/>
                <a:ext cx="534"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
          <p:nvSpPr>
            <p:cNvPr id="176151" name="Text Box 86"/>
            <p:cNvSpPr txBox="1">
              <a:spLocks noChangeArrowheads="1"/>
            </p:cNvSpPr>
            <p:nvPr/>
          </p:nvSpPr>
          <p:spPr bwMode="gray">
            <a:xfrm>
              <a:off x="4189" y="1323"/>
              <a:ext cx="347"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6</a:t>
              </a:r>
            </a:p>
          </p:txBody>
        </p:sp>
        <p:sp>
          <p:nvSpPr>
            <p:cNvPr id="176152" name="Text Box 87"/>
            <p:cNvSpPr txBox="1">
              <a:spLocks noChangeArrowheads="1"/>
            </p:cNvSpPr>
            <p:nvPr/>
          </p:nvSpPr>
          <p:spPr bwMode="gray">
            <a:xfrm>
              <a:off x="3745" y="1777"/>
              <a:ext cx="1295" cy="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ru-RU" sz="2800">
                  <a:latin typeface="Times New Roman" panose="02020603050405020304" pitchFamily="18" charset="0"/>
                  <a:cs typeface="Times New Roman" panose="02020603050405020304" pitchFamily="18" charset="0"/>
                </a:rPr>
                <a:t>Điện cực oxy hóa khử</a:t>
              </a:r>
            </a:p>
            <a:p>
              <a:pPr algn="ctr" eaLnBrk="1" hangingPunct="1"/>
              <a:r>
                <a:rPr lang="en-US" altLang="ru-RU" sz="2800">
                  <a:latin typeface="Times New Roman" panose="02020603050405020304" pitchFamily="18" charset="0"/>
                  <a:cs typeface="Times New Roman" panose="02020603050405020304" pitchFamily="18" charset="0"/>
                </a:rPr>
                <a:t> </a:t>
              </a:r>
            </a:p>
          </p:txBody>
        </p:sp>
        <p:sp>
          <p:nvSpPr>
            <p:cNvPr id="176153" name="AutoShape 88"/>
            <p:cNvSpPr>
              <a:spLocks noChangeArrowheads="1"/>
            </p:cNvSpPr>
            <p:nvPr/>
          </p:nvSpPr>
          <p:spPr bwMode="gray">
            <a:xfrm>
              <a:off x="3692" y="3290"/>
              <a:ext cx="1362" cy="548"/>
            </a:xfrm>
            <a:prstGeom prst="roundRect">
              <a:avLst>
                <a:gd name="adj" fmla="val 40389"/>
              </a:avLst>
            </a:prstGeom>
            <a:gradFill rotWithShape="1">
              <a:gsLst>
                <a:gs pos="0">
                  <a:srgbClr val="99BACC"/>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sp>
          <p:nvSpPr>
            <p:cNvPr id="176154" name="AutoShape 89"/>
            <p:cNvSpPr>
              <a:spLocks noChangeArrowheads="1"/>
            </p:cNvSpPr>
            <p:nvPr/>
          </p:nvSpPr>
          <p:spPr bwMode="gray">
            <a:xfrm>
              <a:off x="3721" y="3306"/>
              <a:ext cx="1304" cy="486"/>
            </a:xfrm>
            <a:prstGeom prst="roundRect">
              <a:avLst>
                <a:gd name="adj" fmla="val 50000"/>
              </a:avLst>
            </a:prstGeom>
            <a:gradFill rotWithShape="1">
              <a:gsLst>
                <a:gs pos="0">
                  <a:srgbClr val="C8DAD4"/>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sz="28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lide(fromLeft)">
                                      <p:cBhvr>
                                        <p:cTn id="17" dur="10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slide(fromLeft)">
                                      <p:cBhvr>
                                        <p:cTn id="22" dur="1000"/>
                                        <p:tgtEl>
                                          <p:spTgt spid="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slide(fromLeft)">
                                      <p:cBhvr>
                                        <p:cTn id="27" dur="1000"/>
                                        <p:tgtEl>
                                          <p:spTgt spid="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slide(fromLeft)">
                                      <p:cBhvr>
                                        <p:cTn id="32" dur="1000"/>
                                        <p:tgtEl>
                                          <p:spTgt spid="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nodeType="clickEffect">
                                  <p:stCondLst>
                                    <p:cond delay="0"/>
                                  </p:stCondLst>
                                  <p:childTnLst>
                                    <p:set>
                                      <p:cBhvr>
                                        <p:cTn id="36" dur="1" fill="hold">
                                          <p:stCondLst>
                                            <p:cond delay="0"/>
                                          </p:stCondLst>
                                        </p:cTn>
                                        <p:tgtEl>
                                          <p:spTgt spid="82"/>
                                        </p:tgtEl>
                                        <p:attrNameLst>
                                          <p:attrName>style.visibility</p:attrName>
                                        </p:attrNameLst>
                                      </p:cBhvr>
                                      <p:to>
                                        <p:strVal val="visible"/>
                                      </p:to>
                                    </p:set>
                                    <p:animEffect transition="in" filter="slide(fromLeft)">
                                      <p:cBhvr>
                                        <p:cTn id="37" dur="1000"/>
                                        <p:tgtEl>
                                          <p:spTgt spid="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83"/>
                                        </p:tgtEl>
                                        <p:attrNameLst>
                                          <p:attrName>style.visibility</p:attrName>
                                        </p:attrNameLst>
                                      </p:cBhvr>
                                      <p:to>
                                        <p:strVal val="visible"/>
                                      </p:to>
                                    </p:set>
                                    <p:animEffect transition="in" filter="slide(fromLeft)">
                                      <p:cBhvr>
                                        <p:cTn id="42" dur="1000"/>
                                        <p:tgtEl>
                                          <p:spTgt spid="8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slide(fromLeft)">
                                      <p:cBhvr>
                                        <p:cTn id="47" dur="1000"/>
                                        <p:tgtEl>
                                          <p:spTgt spid="8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8" fill="hold" nodeType="clickEffect">
                                  <p:stCondLst>
                                    <p:cond delay="0"/>
                                  </p:stCondLst>
                                  <p:childTnLst>
                                    <p:set>
                                      <p:cBhvr>
                                        <p:cTn id="51" dur="1" fill="hold">
                                          <p:stCondLst>
                                            <p:cond delay="0"/>
                                          </p:stCondLst>
                                        </p:cTn>
                                        <p:tgtEl>
                                          <p:spTgt spid="87"/>
                                        </p:tgtEl>
                                        <p:attrNameLst>
                                          <p:attrName>style.visibility</p:attrName>
                                        </p:attrNameLst>
                                      </p:cBhvr>
                                      <p:to>
                                        <p:strVal val="visible"/>
                                      </p:to>
                                    </p:set>
                                    <p:animEffect transition="in" filter="slide(fromLeft)">
                                      <p:cBhvr>
                                        <p:cTn id="52" dur="1000"/>
                                        <p:tgtEl>
                                          <p:spTgt spid="8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89"/>
                                        </p:tgtEl>
                                        <p:attrNameLst>
                                          <p:attrName>style.visibility</p:attrName>
                                        </p:attrNameLst>
                                      </p:cBhvr>
                                      <p:to>
                                        <p:strVal val="visible"/>
                                      </p:to>
                                    </p:set>
                                    <p:animEffect transition="in" filter="slide(fromLeft)">
                                      <p:cBhvr>
                                        <p:cTn id="57" dur="10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0788" y="549275"/>
            <a:ext cx="2441575" cy="522288"/>
          </a:xfrm>
          <a:prstGeom prst="rect">
            <a:avLst/>
          </a:prstGeom>
          <a:solidFill>
            <a:schemeClr val="accent1">
              <a:lumMod val="40000"/>
              <a:lumOff val="60000"/>
            </a:schemeClr>
          </a:solidFill>
          <a:ln>
            <a:solidFill>
              <a:schemeClr val="tx1"/>
            </a:solidFill>
          </a:ln>
        </p:spPr>
        <p:txBody>
          <a:bodyPr wrap="none">
            <a:spAutoFit/>
          </a:bodyPr>
          <a:lstStyle>
            <a:lvl1pPr marL="273050" indent="-2730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1800"/>
              </a:spcBef>
              <a:spcAft>
                <a:spcPts val="1800"/>
              </a:spcAft>
            </a:pPr>
            <a:r>
              <a:rPr lang="en-US" altLang="zh-CN" sz="2800" b="1">
                <a:effectLst>
                  <a:outerShdw blurRad="38100" dist="38100" dir="2700000" algn="tl">
                    <a:srgbClr val="FFFFFF"/>
                  </a:outerShdw>
                </a:effectLst>
                <a:latin typeface="Times New Roman" panose="02020603050405020304" pitchFamily="18" charset="0"/>
                <a:cs typeface="Times New Roman" panose="02020603050405020304" pitchFamily="18" charset="0"/>
              </a:rPr>
              <a:t>Điện cực loại 1</a:t>
            </a:r>
          </a:p>
        </p:txBody>
      </p:sp>
      <p:sp>
        <p:nvSpPr>
          <p:cNvPr id="177155" name="Text Box 4"/>
          <p:cNvSpPr txBox="1">
            <a:spLocks noChangeArrowheads="1"/>
          </p:cNvSpPr>
          <p:nvPr/>
        </p:nvSpPr>
        <p:spPr bwMode="auto">
          <a:xfrm>
            <a:off x="1220788" y="1557338"/>
            <a:ext cx="7454900" cy="356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25000"/>
              </a:spcBef>
            </a:pPr>
            <a:r>
              <a:rPr lang="en-US" altLang="zh-CN" sz="2300" b="1"/>
              <a:t>Điện cực kim loại loại 1</a:t>
            </a:r>
            <a:r>
              <a:rPr lang="en-US" altLang="zh-CN" sz="2300"/>
              <a:t>: Là điện cực được chế tạo từ bản hoặc dây kim loại M, nhúng vào dung dịch muối tan của kim loại đó (M</a:t>
            </a:r>
            <a:r>
              <a:rPr lang="en-US" altLang="zh-CN" sz="2300" baseline="30000"/>
              <a:t>n+</a:t>
            </a:r>
            <a:r>
              <a:rPr lang="en-US" altLang="zh-CN" sz="2300"/>
              <a:t>). Điện thế của điện cực này chỉ tuỳ thuộc vào hoạt độ của ion M</a:t>
            </a:r>
            <a:r>
              <a:rPr lang="en-US" altLang="zh-CN" sz="2300" baseline="30000"/>
              <a:t>n+</a:t>
            </a:r>
            <a:r>
              <a:rPr lang="en-US" altLang="zh-CN" sz="2300"/>
              <a:t>, điện cực loại 1 thường là điện cực thuận nghịch với cation.</a:t>
            </a:r>
          </a:p>
          <a:p>
            <a:pPr algn="just" eaLnBrk="1" hangingPunct="1">
              <a:lnSpc>
                <a:spcPct val="135000"/>
              </a:lnSpc>
              <a:spcBef>
                <a:spcPct val="25000"/>
              </a:spcBef>
            </a:pPr>
            <a:r>
              <a:rPr lang="en-US" altLang="zh-CN" sz="2300"/>
              <a:t>	Dạng tổng quát:  M/M</a:t>
            </a:r>
            <a:r>
              <a:rPr lang="en-US" altLang="zh-CN" sz="2300" baseline="30000"/>
              <a:t>n+</a:t>
            </a:r>
            <a:r>
              <a:rPr lang="en-US" altLang="zh-CN" sz="2300"/>
              <a:t> (vd: Ag/Ag</a:t>
            </a:r>
            <a:r>
              <a:rPr lang="en-US" altLang="zh-CN" sz="2300" baseline="30000"/>
              <a:t>+</a:t>
            </a:r>
            <a:r>
              <a:rPr lang="en-US" altLang="zh-CN" sz="2300"/>
              <a:t>)</a:t>
            </a:r>
          </a:p>
          <a:p>
            <a:pPr algn="just" eaLnBrk="1" hangingPunct="1">
              <a:lnSpc>
                <a:spcPct val="135000"/>
              </a:lnSpc>
              <a:spcBef>
                <a:spcPct val="25000"/>
              </a:spcBef>
            </a:pPr>
            <a:r>
              <a:rPr lang="en-US" altLang="zh-CN" sz="2300"/>
              <a:t>	Phản ứng điện cực: M</a:t>
            </a:r>
            <a:r>
              <a:rPr lang="en-US" altLang="zh-CN" sz="2300" baseline="30000"/>
              <a:t>n+</a:t>
            </a:r>
            <a:r>
              <a:rPr lang="en-US" altLang="zh-CN" sz="2300"/>
              <a:t> + ne</a:t>
            </a:r>
            <a:r>
              <a:rPr lang="en-US" altLang="zh-CN" sz="2300" baseline="30000"/>
              <a:t>-</a:t>
            </a:r>
            <a:r>
              <a:rPr lang="en-US" altLang="zh-CN" sz="2300"/>
              <a:t> </a:t>
            </a:r>
            <a:r>
              <a:rPr lang="en-US" altLang="zh-CN" sz="2300">
                <a:sym typeface="Symbol" panose="05050102010706020507" pitchFamily="18" charset="2"/>
              </a:rPr>
              <a:t> M	</a:t>
            </a:r>
          </a:p>
        </p:txBody>
      </p:sp>
      <p:sp>
        <p:nvSpPr>
          <p:cNvPr id="17715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CAB9430-7BD4-4F25-884E-9E92D43226E5}" type="slidenum">
              <a:rPr lang="en-US" altLang="ru-RU">
                <a:solidFill>
                  <a:srgbClr val="FFFFFF"/>
                </a:solidFill>
                <a:latin typeface="Arial" panose="020B0604020202020204" pitchFamily="34" charset="0"/>
                <a:cs typeface="Arial" panose="020B0604020202020204" pitchFamily="34" charset="0"/>
              </a:rPr>
              <a:pPr/>
              <a:t>157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711200"/>
            <a:ext cx="424815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79" name="Rectangle 6"/>
          <p:cNvSpPr>
            <a:spLocks noChangeArrowheads="1"/>
          </p:cNvSpPr>
          <p:nvPr/>
        </p:nvSpPr>
        <p:spPr bwMode="auto">
          <a:xfrm>
            <a:off x="1470025" y="188913"/>
            <a:ext cx="35337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800">
                <a:latin typeface="Times New Roman" panose="02020603050405020304" pitchFamily="18" charset="0"/>
                <a:cs typeface="Times New Roman" panose="02020603050405020304" pitchFamily="18" charset="0"/>
                <a:sym typeface="Symbol" panose="05050102010706020507" pitchFamily="18" charset="2"/>
              </a:rPr>
              <a:t>Thế của điện cực loại 1</a:t>
            </a:r>
            <a:endParaRPr lang="zh-CN" altLang="en-US" sz="2800">
              <a:latin typeface="Arial" panose="020B0604020202020204" pitchFamily="34" charset="0"/>
              <a:cs typeface="Times New Roman" panose="02020603050405020304" pitchFamily="18" charset="0"/>
            </a:endParaRPr>
          </a:p>
        </p:txBody>
      </p:sp>
      <p:sp>
        <p:nvSpPr>
          <p:cNvPr id="178180" name="Rectangle 1"/>
          <p:cNvSpPr>
            <a:spLocks noChangeArrowheads="1"/>
          </p:cNvSpPr>
          <p:nvPr/>
        </p:nvSpPr>
        <p:spPr bwMode="auto">
          <a:xfrm>
            <a:off x="1116013" y="1700213"/>
            <a:ext cx="7132637"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40000"/>
              </a:spcBef>
              <a:buFontTx/>
              <a:buChar char="-"/>
            </a:pPr>
            <a:r>
              <a:rPr lang="en-US" altLang="en-US" sz="2300" b="1" i="1">
                <a:latin typeface="Arial" panose="020B0604020202020204" pitchFamily="34" charset="0"/>
                <a:cs typeface="Arial" panose="020B0604020202020204" pitchFamily="34" charset="0"/>
              </a:rPr>
              <a:t>Điện cực không kim loại loại 1 </a:t>
            </a:r>
            <a:r>
              <a:rPr lang="en-US" altLang="en-US" sz="2300">
                <a:latin typeface="Arial" panose="020B0604020202020204" pitchFamily="34" charset="0"/>
                <a:cs typeface="Arial" panose="020B0604020202020204" pitchFamily="34" charset="0"/>
              </a:rPr>
              <a:t>làm bằng một kim loại trơ (Pt) đóng vai trò chất thu nhận điện tử tiếp xúc với đơn chất nhúng trong dung dịch có chứa ion của đơn chất đó.</a:t>
            </a:r>
          </a:p>
          <a:p>
            <a:pPr eaLnBrk="1" hangingPunct="1">
              <a:lnSpc>
                <a:spcPct val="135000"/>
              </a:lnSpc>
              <a:spcBef>
                <a:spcPct val="40000"/>
              </a:spcBef>
            </a:pPr>
            <a:r>
              <a:rPr lang="en-US" altLang="en-US" sz="2300">
                <a:latin typeface="Arial" panose="020B0604020202020204" pitchFamily="34" charset="0"/>
                <a:cs typeface="Arial" panose="020B0604020202020204" pitchFamily="34" charset="0"/>
              </a:rPr>
              <a:t>   Dạng tổng quát:      A/A</a:t>
            </a:r>
            <a:r>
              <a:rPr lang="en-US" altLang="en-US" sz="2300" baseline="30000">
                <a:latin typeface="Arial" panose="020B0604020202020204" pitchFamily="34" charset="0"/>
                <a:cs typeface="Arial" panose="020B0604020202020204" pitchFamily="34" charset="0"/>
              </a:rPr>
              <a:t>m-</a:t>
            </a:r>
            <a:r>
              <a:rPr lang="en-US" altLang="en-US" sz="2300">
                <a:latin typeface="Arial" panose="020B0604020202020204" pitchFamily="34" charset="0"/>
                <a:cs typeface="Arial" panose="020B0604020202020204" pitchFamily="34" charset="0"/>
              </a:rPr>
              <a:t> 	</a:t>
            </a:r>
          </a:p>
          <a:p>
            <a:pPr eaLnBrk="1" hangingPunct="1">
              <a:lnSpc>
                <a:spcPct val="135000"/>
              </a:lnSpc>
              <a:spcBef>
                <a:spcPct val="40000"/>
              </a:spcBef>
            </a:pPr>
            <a:r>
              <a:rPr lang="en-US" altLang="en-US" sz="2300">
                <a:latin typeface="Arial" panose="020B0604020202020204" pitchFamily="34" charset="0"/>
                <a:cs typeface="Arial" panose="020B0604020202020204" pitchFamily="34" charset="0"/>
              </a:rPr>
              <a:t>   Phản ứng điện cực: A + me</a:t>
            </a:r>
            <a:r>
              <a:rPr lang="en-US" altLang="en-US" sz="2300" baseline="30000">
                <a:latin typeface="Arial" panose="020B0604020202020204" pitchFamily="34" charset="0"/>
                <a:cs typeface="Arial" panose="020B0604020202020204" pitchFamily="34" charset="0"/>
              </a:rPr>
              <a:t>-</a:t>
            </a:r>
            <a:r>
              <a:rPr lang="en-US" altLang="en-US" sz="2300">
                <a:latin typeface="Arial" panose="020B0604020202020204" pitchFamily="34" charset="0"/>
                <a:cs typeface="Arial" panose="020B0604020202020204" pitchFamily="34" charset="0"/>
              </a:rPr>
              <a:t> </a:t>
            </a:r>
            <a:r>
              <a:rPr lang="en-US" altLang="en-US" sz="2300">
                <a:latin typeface="Arial" panose="020B0604020202020204" pitchFamily="34" charset="0"/>
                <a:cs typeface="Arial" panose="020B0604020202020204" pitchFamily="34" charset="0"/>
                <a:sym typeface="Symbol" panose="05050102010706020507" pitchFamily="18" charset="2"/>
              </a:rPr>
              <a:t> A</a:t>
            </a:r>
            <a:r>
              <a:rPr lang="en-US" altLang="en-US" sz="2300" baseline="30000">
                <a:latin typeface="Arial" panose="020B0604020202020204" pitchFamily="34" charset="0"/>
                <a:cs typeface="Arial" panose="020B0604020202020204" pitchFamily="34" charset="0"/>
                <a:sym typeface="Symbol" panose="05050102010706020507" pitchFamily="18" charset="2"/>
              </a:rPr>
              <a:t>m-</a:t>
            </a:r>
            <a:endParaRPr lang="en-US" altLang="en-US" sz="2300">
              <a:latin typeface="Arial" panose="020B0604020202020204" pitchFamily="34" charset="0"/>
              <a:cs typeface="Arial" panose="020B0604020202020204" pitchFamily="34" charset="0"/>
              <a:sym typeface="Symbol" panose="05050102010706020507" pitchFamily="18" charset="2"/>
            </a:endParaRPr>
          </a:p>
          <a:p>
            <a:pPr eaLnBrk="1" hangingPunct="1">
              <a:lnSpc>
                <a:spcPct val="135000"/>
              </a:lnSpc>
              <a:spcBef>
                <a:spcPct val="40000"/>
              </a:spcBef>
            </a:pPr>
            <a:r>
              <a:rPr lang="en-US" altLang="en-US" sz="2300">
                <a:latin typeface="Arial" panose="020B0604020202020204" pitchFamily="34" charset="0"/>
                <a:cs typeface="Arial" panose="020B0604020202020204" pitchFamily="34" charset="0"/>
                <a:sym typeface="Symbol" panose="05050102010706020507" pitchFamily="18" charset="2"/>
              </a:rPr>
              <a:t>   Thế của điện cực loại 1: </a:t>
            </a:r>
            <a:endParaRPr lang="en-US" altLang="en-US" sz="2300">
              <a:latin typeface="Arial" panose="020B0604020202020204" pitchFamily="34" charset="0"/>
              <a:cs typeface="Arial" panose="020B0604020202020204" pitchFamily="34" charset="0"/>
            </a:endParaRPr>
          </a:p>
        </p:txBody>
      </p:sp>
      <p:graphicFrame>
        <p:nvGraphicFramePr>
          <p:cNvPr id="178181" name="Object 174"/>
          <p:cNvGraphicFramePr>
            <a:graphicFrameLocks noChangeAspect="1"/>
          </p:cNvGraphicFramePr>
          <p:nvPr/>
        </p:nvGraphicFramePr>
        <p:xfrm>
          <a:off x="5287963" y="5491163"/>
          <a:ext cx="3465512" cy="890587"/>
        </p:xfrm>
        <a:graphic>
          <a:graphicData uri="http://schemas.openxmlformats.org/presentationml/2006/ole">
            <mc:AlternateContent xmlns:mc="http://schemas.openxmlformats.org/markup-compatibility/2006">
              <mc:Choice xmlns:v="urn:schemas-microsoft-com:vml" Requires="v">
                <p:oleObj spid="_x0000_s178183" name="Equation" r:id="rId4" imgW="1815312" imgH="406224" progId="">
                  <p:embed/>
                </p:oleObj>
              </mc:Choice>
              <mc:Fallback>
                <p:oleObj name="Equation" r:id="rId4" imgW="1815312" imgH="406224" progId="">
                  <p:embed/>
                  <p:pic>
                    <p:nvPicPr>
                      <p:cNvPr id="0" name="Object 1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7963" y="5491163"/>
                        <a:ext cx="3465512"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8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2D38A62-5CBC-43B3-966E-08D4ACE6BC77}" type="slidenum">
              <a:rPr lang="en-US" altLang="ru-RU">
                <a:solidFill>
                  <a:srgbClr val="FFFFFF"/>
                </a:solidFill>
                <a:latin typeface="Arial" panose="020B0604020202020204" pitchFamily="34" charset="0"/>
                <a:cs typeface="Arial" panose="020B0604020202020204" pitchFamily="34" charset="0"/>
              </a:rPr>
              <a:pPr/>
              <a:t>158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ChangeArrowheads="1"/>
          </p:cNvSpPr>
          <p:nvPr/>
        </p:nvSpPr>
        <p:spPr bwMode="auto">
          <a:xfrm>
            <a:off x="1266825" y="385763"/>
            <a:ext cx="2441575" cy="522287"/>
          </a:xfrm>
          <a:prstGeom prst="rect">
            <a:avLst/>
          </a:prstGeom>
          <a:solidFill>
            <a:schemeClr val="accent1">
              <a:lumMod val="40000"/>
              <a:lumOff val="60000"/>
            </a:schemeClr>
          </a:solidFill>
          <a:ln>
            <a:solidFill>
              <a:schemeClr val="tx1"/>
            </a:solidFill>
          </a:ln>
        </p:spPr>
        <p:txBody>
          <a:bodyPr wrap="none">
            <a:spAutoFit/>
          </a:bodyPr>
          <a:lstStyle>
            <a:lvl1pPr marL="469900" indent="-469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ct val="50000"/>
              </a:spcBef>
              <a:spcAft>
                <a:spcPts val="0"/>
              </a:spcAft>
              <a:defRPr/>
            </a:pPr>
            <a:r>
              <a:rPr lang="en-US" altLang="zh-CN" sz="2800" b="1" dirty="0" err="1">
                <a:latin typeface="Times New Roman" panose="02020603050405020304" pitchFamily="18" charset="0"/>
                <a:cs typeface="Times New Roman" panose="02020603050405020304" pitchFamily="18" charset="0"/>
              </a:rPr>
              <a:t>Điện</a:t>
            </a: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cực</a:t>
            </a: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loại</a:t>
            </a:r>
            <a:r>
              <a:rPr lang="en-US" altLang="zh-CN" sz="2800" b="1" dirty="0">
                <a:latin typeface="Times New Roman" panose="02020603050405020304" pitchFamily="18" charset="0"/>
                <a:cs typeface="Times New Roman" panose="02020603050405020304" pitchFamily="18" charset="0"/>
              </a:rPr>
              <a:t> 2</a:t>
            </a:r>
          </a:p>
        </p:txBody>
      </p:sp>
      <p:sp>
        <p:nvSpPr>
          <p:cNvPr id="179203" name="Text Box 4"/>
          <p:cNvSpPr txBox="1">
            <a:spLocks noChangeArrowheads="1"/>
          </p:cNvSpPr>
          <p:nvPr/>
        </p:nvSpPr>
        <p:spPr bwMode="auto">
          <a:xfrm>
            <a:off x="1290638" y="1431925"/>
            <a:ext cx="7529512"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25000"/>
              </a:spcBef>
            </a:pPr>
            <a:r>
              <a:rPr lang="en-US" altLang="zh-CN" sz="2400"/>
              <a:t>Là điện cực thuận nghịch với anion. Điện cực loại 2 gồm bản hoặc dây kim loại có phủ bên ngoài một lớp muối ít tan của kim loại đó và được nhúng vào muối có chứa anion cùng trong lớp phủ.</a:t>
            </a:r>
          </a:p>
          <a:p>
            <a:pPr algn="just" eaLnBrk="1" hangingPunct="1">
              <a:lnSpc>
                <a:spcPct val="135000"/>
              </a:lnSpc>
              <a:spcBef>
                <a:spcPct val="25000"/>
              </a:spcBef>
            </a:pPr>
            <a:r>
              <a:rPr lang="en-US" altLang="zh-CN" sz="2400"/>
              <a:t>	Dạng tổng quát:  M, MX</a:t>
            </a:r>
            <a:r>
              <a:rPr lang="en-US" altLang="zh-CN" sz="2400" baseline="-25000"/>
              <a:t>n</a:t>
            </a:r>
            <a:r>
              <a:rPr lang="en-US" altLang="zh-CN" sz="2400"/>
              <a:t>(r)// X</a:t>
            </a:r>
            <a:r>
              <a:rPr lang="en-US" altLang="zh-CN" sz="2400" baseline="30000"/>
              <a:t>-</a:t>
            </a:r>
            <a:r>
              <a:rPr lang="en-US" altLang="zh-CN" sz="2400"/>
              <a:t>(dd) </a:t>
            </a:r>
          </a:p>
          <a:p>
            <a:pPr algn="just" eaLnBrk="1" hangingPunct="1">
              <a:lnSpc>
                <a:spcPct val="135000"/>
              </a:lnSpc>
              <a:spcBef>
                <a:spcPct val="25000"/>
              </a:spcBef>
            </a:pPr>
            <a:r>
              <a:rPr lang="en-US" altLang="zh-CN" sz="2400"/>
              <a:t>	Phản ứng điện cực:  MX + ne- </a:t>
            </a:r>
            <a:r>
              <a:rPr lang="en-US" altLang="zh-CN" sz="2400">
                <a:sym typeface="Symbol" panose="05050102010706020507" pitchFamily="18" charset="2"/>
              </a:rPr>
              <a:t> M + nX</a:t>
            </a:r>
            <a:r>
              <a:rPr lang="en-US" altLang="zh-CN" sz="2400" baseline="30000">
                <a:sym typeface="Symbol" panose="05050102010706020507" pitchFamily="18" charset="2"/>
              </a:rPr>
              <a:t>-</a:t>
            </a:r>
            <a:endParaRPr lang="en-US" altLang="zh-CN" sz="2400">
              <a:sym typeface="Symbol" panose="05050102010706020507" pitchFamily="18" charset="2"/>
            </a:endParaRPr>
          </a:p>
        </p:txBody>
      </p:sp>
      <p:sp>
        <p:nvSpPr>
          <p:cNvPr id="179204" name="Rectangle 9"/>
          <p:cNvSpPr>
            <a:spLocks noChangeArrowheads="1"/>
          </p:cNvSpPr>
          <p:nvPr/>
        </p:nvSpPr>
        <p:spPr bwMode="auto">
          <a:xfrm>
            <a:off x="3948113" y="5522913"/>
            <a:ext cx="2214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800">
                <a:latin typeface="Times New Roman" panose="02020603050405020304" pitchFamily="18" charset="0"/>
                <a:ea typeface="MS Gothic" panose="020B0609070205080204" pitchFamily="49" charset="-128"/>
                <a:cs typeface="Times New Roman" panose="02020603050405020304" pitchFamily="18" charset="0"/>
              </a:rPr>
              <a:t>Ag/AgX/X</a:t>
            </a:r>
            <a:r>
              <a:rPr lang="en-US" altLang="zh-CN" sz="2800" baseline="30000">
                <a:latin typeface="Times New Roman" panose="02020603050405020304" pitchFamily="18" charset="0"/>
                <a:ea typeface="MS Gothic" panose="020B0609070205080204" pitchFamily="49" charset="-128"/>
                <a:cs typeface="Times New Roman" panose="02020603050405020304" pitchFamily="18" charset="0"/>
              </a:rPr>
              <a:t>-</a:t>
            </a:r>
            <a:endParaRPr lang="zh-CN" altLang="en-US" sz="2800">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17920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55E247F-5F21-4383-B96D-09035A61A0A9}" type="slidenum">
              <a:rPr lang="en-US" altLang="ru-RU">
                <a:solidFill>
                  <a:srgbClr val="FFFFFF"/>
                </a:solidFill>
                <a:latin typeface="Arial" panose="020B0604020202020204" pitchFamily="34" charset="0"/>
                <a:cs typeface="Arial" panose="020B0604020202020204" pitchFamily="34" charset="0"/>
              </a:rPr>
              <a:pPr/>
              <a:t>159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0226" name="Object 173"/>
          <p:cNvGraphicFramePr>
            <a:graphicFrameLocks noGrp="1" noChangeAspect="1"/>
          </p:cNvGraphicFramePr>
          <p:nvPr/>
        </p:nvGraphicFramePr>
        <p:xfrm>
          <a:off x="1476375" y="1098550"/>
          <a:ext cx="6078538" cy="2500313"/>
        </p:xfrm>
        <a:graphic>
          <a:graphicData uri="http://schemas.openxmlformats.org/presentationml/2006/ole">
            <mc:AlternateContent xmlns:mc="http://schemas.openxmlformats.org/markup-compatibility/2006">
              <mc:Choice xmlns:v="urn:schemas-microsoft-com:vml" Requires="v">
                <p:oleObj spid="_x0000_s180230" name="Equation" r:id="rId3" imgW="2654300" imgH="1092200" progId="">
                  <p:embed/>
                </p:oleObj>
              </mc:Choice>
              <mc:Fallback>
                <p:oleObj name="Equation" r:id="rId3" imgW="2654300" imgH="1092200" progId="">
                  <p:embed/>
                  <p:pic>
                    <p:nvPicPr>
                      <p:cNvPr id="0" name="Object 17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098550"/>
                        <a:ext cx="6078538"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0227" name="Rectangle 6"/>
          <p:cNvSpPr>
            <a:spLocks noChangeArrowheads="1"/>
          </p:cNvSpPr>
          <p:nvPr/>
        </p:nvSpPr>
        <p:spPr bwMode="auto">
          <a:xfrm>
            <a:off x="1139825" y="223838"/>
            <a:ext cx="413226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06400" indent="-406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5000"/>
              </a:lnSpc>
              <a:spcBef>
                <a:spcPct val="25000"/>
              </a:spcBef>
            </a:pPr>
            <a:r>
              <a:rPr lang="en-US" altLang="zh-CN" sz="2800">
                <a:latin typeface="Times New Roman" panose="02020603050405020304" pitchFamily="18" charset="0"/>
                <a:cs typeface="Times New Roman" panose="02020603050405020304" pitchFamily="18" charset="0"/>
                <a:sym typeface="Symbol" panose="05050102010706020507" pitchFamily="18" charset="2"/>
              </a:rPr>
              <a:t>	Thế của điện cực loại 2: </a:t>
            </a:r>
            <a:endParaRPr lang="en-US" altLang="zh-CN" sz="2800">
              <a:latin typeface="Times New Roman" panose="02020603050405020304" pitchFamily="18" charset="0"/>
              <a:cs typeface="Times New Roman" panose="02020603050405020304" pitchFamily="18" charset="0"/>
            </a:endParaRPr>
          </a:p>
        </p:txBody>
      </p:sp>
      <p:sp>
        <p:nvSpPr>
          <p:cNvPr id="180228" name="Text Box 4"/>
          <p:cNvSpPr txBox="1">
            <a:spLocks noChangeArrowheads="1"/>
          </p:cNvSpPr>
          <p:nvPr/>
        </p:nvSpPr>
        <p:spPr bwMode="auto">
          <a:xfrm>
            <a:off x="1212850" y="3873500"/>
            <a:ext cx="7920038"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Điện cực clorua bạc Ag</a:t>
            </a:r>
            <a:r>
              <a:rPr lang="en-US" altLang="en-US" sz="2300">
                <a:latin typeface="Arial" panose="020B0604020202020204" pitchFamily="34" charset="0"/>
                <a:cs typeface="Arial" panose="020B0604020202020204" pitchFamily="34" charset="0"/>
                <a:sym typeface="Symbol" panose="05050102010706020507" pitchFamily="18" charset="2"/>
              </a:rPr>
              <a:t>AgCl, KCl</a:t>
            </a:r>
            <a:r>
              <a:rPr lang="en-US" altLang="en-US" sz="2300">
                <a:latin typeface="Arial" panose="020B0604020202020204" pitchFamily="34" charset="0"/>
                <a:cs typeface="Arial" panose="020B0604020202020204" pitchFamily="34" charset="0"/>
              </a:rPr>
              <a:t> </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Điện cực calomen Hg</a:t>
            </a:r>
            <a:r>
              <a:rPr lang="en-US" altLang="en-US" sz="2300">
                <a:latin typeface="Arial" panose="020B0604020202020204" pitchFamily="34" charset="0"/>
                <a:cs typeface="Arial" panose="020B0604020202020204" pitchFamily="34" charset="0"/>
                <a:sym typeface="Symbol" panose="05050102010706020507" pitchFamily="18" charset="2"/>
              </a:rPr>
              <a:t>Hg</a:t>
            </a:r>
            <a:r>
              <a:rPr lang="en-US" altLang="en-US" sz="2300" baseline="-25000">
                <a:latin typeface="Arial" panose="020B0604020202020204" pitchFamily="34" charset="0"/>
                <a:cs typeface="Arial" panose="020B0604020202020204" pitchFamily="34" charset="0"/>
                <a:sym typeface="Symbol" panose="05050102010706020507" pitchFamily="18" charset="2"/>
              </a:rPr>
              <a:t>2</a:t>
            </a:r>
            <a:r>
              <a:rPr lang="en-US" altLang="en-US" sz="2300">
                <a:latin typeface="Arial" panose="020B0604020202020204" pitchFamily="34" charset="0"/>
                <a:cs typeface="Arial" panose="020B0604020202020204" pitchFamily="34" charset="0"/>
                <a:sym typeface="Symbol" panose="05050102010706020507" pitchFamily="18" charset="2"/>
              </a:rPr>
              <a:t>Cl</a:t>
            </a:r>
            <a:r>
              <a:rPr lang="en-US" altLang="en-US" sz="2300" baseline="-25000">
                <a:latin typeface="Arial" panose="020B0604020202020204" pitchFamily="34" charset="0"/>
                <a:cs typeface="Arial" panose="020B0604020202020204" pitchFamily="34" charset="0"/>
                <a:sym typeface="Symbol" panose="05050102010706020507" pitchFamily="18" charset="2"/>
              </a:rPr>
              <a:t>2</a:t>
            </a:r>
            <a:r>
              <a:rPr lang="en-US" altLang="en-US" sz="2300">
                <a:latin typeface="Arial" panose="020B0604020202020204" pitchFamily="34" charset="0"/>
                <a:cs typeface="Arial" panose="020B0604020202020204" pitchFamily="34" charset="0"/>
                <a:sym typeface="Symbol" panose="05050102010706020507" pitchFamily="18" charset="2"/>
              </a:rPr>
              <a:t>, KCl</a:t>
            </a:r>
            <a:r>
              <a:rPr lang="en-US" altLang="en-US" sz="2300">
                <a:latin typeface="Arial" panose="020B0604020202020204" pitchFamily="34" charset="0"/>
                <a:cs typeface="Arial" panose="020B0604020202020204" pitchFamily="34" charset="0"/>
              </a:rPr>
              <a:t> </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Điện cực thủy ngân sunfat Hg</a:t>
            </a:r>
            <a:r>
              <a:rPr lang="en-US" altLang="en-US" sz="2300">
                <a:latin typeface="Arial" panose="020B0604020202020204" pitchFamily="34" charset="0"/>
                <a:cs typeface="Arial" panose="020B0604020202020204" pitchFamily="34" charset="0"/>
                <a:sym typeface="Symbol" panose="05050102010706020507" pitchFamily="18" charset="2"/>
              </a:rPr>
              <a:t>Hg</a:t>
            </a:r>
            <a:r>
              <a:rPr lang="en-US" altLang="en-US" sz="2300" baseline="-25000">
                <a:latin typeface="Arial" panose="020B0604020202020204" pitchFamily="34" charset="0"/>
                <a:cs typeface="Arial" panose="020B0604020202020204" pitchFamily="34" charset="0"/>
                <a:sym typeface="Symbol" panose="05050102010706020507" pitchFamily="18" charset="2"/>
              </a:rPr>
              <a:t>2</a:t>
            </a:r>
            <a:r>
              <a:rPr lang="en-US" altLang="en-US" sz="2300">
                <a:latin typeface="Arial" panose="020B0604020202020204" pitchFamily="34" charset="0"/>
                <a:cs typeface="Arial" panose="020B0604020202020204" pitchFamily="34" charset="0"/>
                <a:sym typeface="Symbol" panose="05050102010706020507" pitchFamily="18" charset="2"/>
              </a:rPr>
              <a:t>SO</a:t>
            </a:r>
            <a:r>
              <a:rPr lang="en-US" altLang="en-US" sz="2300" baseline="-25000">
                <a:latin typeface="Arial" panose="020B0604020202020204" pitchFamily="34" charset="0"/>
                <a:cs typeface="Arial" panose="020B0604020202020204" pitchFamily="34" charset="0"/>
                <a:sym typeface="Symbol" panose="05050102010706020507" pitchFamily="18" charset="2"/>
              </a:rPr>
              <a:t>4</a:t>
            </a:r>
            <a:r>
              <a:rPr lang="en-US" altLang="en-US" sz="2300">
                <a:latin typeface="Arial" panose="020B0604020202020204" pitchFamily="34" charset="0"/>
                <a:cs typeface="Arial" panose="020B0604020202020204" pitchFamily="34" charset="0"/>
                <a:sym typeface="Symbol" panose="05050102010706020507" pitchFamily="18" charset="2"/>
              </a:rPr>
              <a:t>, H</a:t>
            </a:r>
            <a:r>
              <a:rPr lang="en-US" altLang="en-US" sz="2300" baseline="-25000">
                <a:latin typeface="Arial" panose="020B0604020202020204" pitchFamily="34" charset="0"/>
                <a:cs typeface="Arial" panose="020B0604020202020204" pitchFamily="34" charset="0"/>
                <a:sym typeface="Symbol" panose="05050102010706020507" pitchFamily="18" charset="2"/>
              </a:rPr>
              <a:t>2</a:t>
            </a:r>
            <a:r>
              <a:rPr lang="en-US" altLang="en-US" sz="2300">
                <a:latin typeface="Arial" panose="020B0604020202020204" pitchFamily="34" charset="0"/>
                <a:cs typeface="Arial" panose="020B0604020202020204" pitchFamily="34" charset="0"/>
                <a:sym typeface="Symbol" panose="05050102010706020507" pitchFamily="18" charset="2"/>
              </a:rPr>
              <a:t>SO</a:t>
            </a:r>
            <a:r>
              <a:rPr lang="en-US" altLang="en-US" sz="2300" baseline="-25000">
                <a:latin typeface="Arial" panose="020B0604020202020204" pitchFamily="34" charset="0"/>
                <a:cs typeface="Arial" panose="020B0604020202020204" pitchFamily="34" charset="0"/>
                <a:sym typeface="Symbol" panose="05050102010706020507" pitchFamily="18" charset="2"/>
              </a:rPr>
              <a:t>4</a:t>
            </a:r>
            <a:r>
              <a:rPr lang="en-US" altLang="en-US" sz="2300">
                <a:latin typeface="Arial" panose="020B0604020202020204" pitchFamily="34" charset="0"/>
                <a:cs typeface="Arial" panose="020B0604020202020204" pitchFamily="34" charset="0"/>
              </a:rPr>
              <a:t> </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Điện cực antimon Sb</a:t>
            </a:r>
            <a:r>
              <a:rPr lang="en-US" altLang="en-US" sz="2300">
                <a:latin typeface="Arial" panose="020B0604020202020204" pitchFamily="34" charset="0"/>
                <a:cs typeface="Arial" panose="020B0604020202020204" pitchFamily="34" charset="0"/>
                <a:sym typeface="Symbol" panose="05050102010706020507" pitchFamily="18" charset="2"/>
              </a:rPr>
              <a:t>Sb</a:t>
            </a:r>
            <a:r>
              <a:rPr lang="en-US" altLang="en-US" sz="2300" baseline="-25000">
                <a:latin typeface="Arial" panose="020B0604020202020204" pitchFamily="34" charset="0"/>
                <a:cs typeface="Arial" panose="020B0604020202020204" pitchFamily="34" charset="0"/>
                <a:sym typeface="Symbol" panose="05050102010706020507" pitchFamily="18" charset="2"/>
              </a:rPr>
              <a:t>2</a:t>
            </a:r>
            <a:r>
              <a:rPr lang="en-US" altLang="en-US" sz="2300">
                <a:latin typeface="Arial" panose="020B0604020202020204" pitchFamily="34" charset="0"/>
                <a:cs typeface="Arial" panose="020B0604020202020204" pitchFamily="34" charset="0"/>
                <a:sym typeface="Symbol" panose="05050102010706020507" pitchFamily="18" charset="2"/>
              </a:rPr>
              <a:t>O</a:t>
            </a:r>
            <a:r>
              <a:rPr lang="en-US" altLang="en-US" sz="2300" baseline="-25000">
                <a:latin typeface="Arial" panose="020B0604020202020204" pitchFamily="34" charset="0"/>
                <a:cs typeface="Arial" panose="020B0604020202020204" pitchFamily="34" charset="0"/>
                <a:sym typeface="Symbol" panose="05050102010706020507" pitchFamily="18" charset="2"/>
              </a:rPr>
              <a:t>3</a:t>
            </a:r>
            <a:r>
              <a:rPr lang="en-US" altLang="en-US" sz="2300">
                <a:latin typeface="Arial" panose="020B0604020202020204" pitchFamily="34" charset="0"/>
                <a:cs typeface="Arial" panose="020B0604020202020204" pitchFamily="34" charset="0"/>
                <a:sym typeface="Symbol" panose="05050102010706020507" pitchFamily="18" charset="2"/>
              </a:rPr>
              <a:t>, H</a:t>
            </a:r>
            <a:r>
              <a:rPr lang="en-US" altLang="en-US" sz="2300" baseline="30000">
                <a:latin typeface="Arial" panose="020B0604020202020204" pitchFamily="34" charset="0"/>
                <a:cs typeface="Arial" panose="020B0604020202020204" pitchFamily="34" charset="0"/>
                <a:sym typeface="Symbol" panose="05050102010706020507" pitchFamily="18" charset="2"/>
              </a:rPr>
              <a:t>+</a:t>
            </a:r>
            <a:r>
              <a:rPr lang="en-US" altLang="en-US" sz="2300">
                <a:latin typeface="Arial" panose="020B0604020202020204" pitchFamily="34" charset="0"/>
                <a:cs typeface="Arial" panose="020B0604020202020204" pitchFamily="34" charset="0"/>
                <a:sym typeface="Symbol" panose="05050102010706020507" pitchFamily="18" charset="2"/>
              </a:rPr>
              <a:t> hay </a:t>
            </a:r>
            <a:r>
              <a:rPr lang="en-US" altLang="en-US" sz="2300">
                <a:latin typeface="Arial" panose="020B0604020202020204" pitchFamily="34" charset="0"/>
                <a:cs typeface="Arial" panose="020B0604020202020204" pitchFamily="34" charset="0"/>
              </a:rPr>
              <a:t>Sb</a:t>
            </a:r>
            <a:r>
              <a:rPr lang="en-US" altLang="en-US" sz="2300">
                <a:latin typeface="Arial" panose="020B0604020202020204" pitchFamily="34" charset="0"/>
                <a:cs typeface="Arial" panose="020B0604020202020204" pitchFamily="34" charset="0"/>
                <a:sym typeface="Symbol" panose="05050102010706020507" pitchFamily="18" charset="2"/>
              </a:rPr>
              <a:t>Sb(OH)</a:t>
            </a:r>
            <a:r>
              <a:rPr lang="en-US" altLang="en-US" sz="2300" baseline="-25000">
                <a:latin typeface="Arial" panose="020B0604020202020204" pitchFamily="34" charset="0"/>
                <a:cs typeface="Arial" panose="020B0604020202020204" pitchFamily="34" charset="0"/>
                <a:sym typeface="Symbol" panose="05050102010706020507" pitchFamily="18" charset="2"/>
              </a:rPr>
              <a:t>3</a:t>
            </a:r>
            <a:r>
              <a:rPr lang="en-US" altLang="en-US" sz="2300">
                <a:latin typeface="Arial" panose="020B0604020202020204" pitchFamily="34" charset="0"/>
                <a:cs typeface="Arial" panose="020B0604020202020204" pitchFamily="34" charset="0"/>
                <a:sym typeface="Symbol" panose="05050102010706020507" pitchFamily="18" charset="2"/>
              </a:rPr>
              <a:t>, H</a:t>
            </a:r>
            <a:r>
              <a:rPr lang="en-US" altLang="en-US" sz="2300" baseline="30000">
                <a:latin typeface="Arial" panose="020B0604020202020204" pitchFamily="34" charset="0"/>
                <a:cs typeface="Arial" panose="020B0604020202020204" pitchFamily="34" charset="0"/>
                <a:sym typeface="Symbol" panose="05050102010706020507" pitchFamily="18" charset="2"/>
              </a:rPr>
              <a:t>+</a:t>
            </a:r>
            <a:r>
              <a:rPr lang="en-US" altLang="en-US" sz="2300">
                <a:latin typeface="Arial" panose="020B0604020202020204" pitchFamily="34" charset="0"/>
                <a:cs typeface="Arial" panose="020B0604020202020204" pitchFamily="34" charset="0"/>
                <a:sym typeface="Symbol" panose="05050102010706020507" pitchFamily="18" charset="2"/>
              </a:rPr>
              <a:t> </a:t>
            </a:r>
            <a:endParaRPr lang="en-US" altLang="en-US" sz="2300">
              <a:latin typeface="Arial" panose="020B0604020202020204" pitchFamily="34" charset="0"/>
              <a:cs typeface="Arial" panose="020B0604020202020204" pitchFamily="34" charset="0"/>
            </a:endParaRPr>
          </a:p>
        </p:txBody>
      </p:sp>
      <p:sp>
        <p:nvSpPr>
          <p:cNvPr id="18022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BB042B1-70FF-452C-95DB-3BE64457EDC8}" type="slidenum">
              <a:rPr lang="en-US" altLang="ru-RU">
                <a:solidFill>
                  <a:srgbClr val="FFFFFF"/>
                </a:solidFill>
                <a:latin typeface="Arial" panose="020B0604020202020204" pitchFamily="34" charset="0"/>
                <a:cs typeface="Arial" panose="020B0604020202020204" pitchFamily="34" charset="0"/>
              </a:rPr>
              <a:pPr/>
              <a:t>160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ChangeArrowheads="1"/>
          </p:cNvSpPr>
          <p:nvPr/>
        </p:nvSpPr>
        <p:spPr bwMode="auto">
          <a:xfrm>
            <a:off x="1266825" y="530225"/>
            <a:ext cx="2441575" cy="522288"/>
          </a:xfrm>
          <a:prstGeom prst="rect">
            <a:avLst/>
          </a:prstGeom>
          <a:solidFill>
            <a:schemeClr val="accent1">
              <a:lumMod val="40000"/>
              <a:lumOff val="60000"/>
            </a:schemeClr>
          </a:solidFill>
          <a:ln>
            <a:solidFill>
              <a:schemeClr val="tx1"/>
            </a:solidFill>
          </a:ln>
        </p:spPr>
        <p:txBody>
          <a:bodyPr wrap="none">
            <a:spAutoFit/>
          </a:bodyPr>
          <a:lstStyle>
            <a:lvl1pPr marL="469900" indent="-469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ct val="50000"/>
              </a:spcBef>
              <a:spcAft>
                <a:spcPts val="0"/>
              </a:spcAft>
              <a:defRPr/>
            </a:pPr>
            <a:r>
              <a:rPr lang="en-US" altLang="zh-CN" sz="2800" b="1" dirty="0" err="1">
                <a:latin typeface="Times New Roman" panose="02020603050405020304" pitchFamily="18" charset="0"/>
                <a:cs typeface="Times New Roman" panose="02020603050405020304" pitchFamily="18" charset="0"/>
              </a:rPr>
              <a:t>Điện</a:t>
            </a: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cực</a:t>
            </a: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loại</a:t>
            </a:r>
            <a:r>
              <a:rPr lang="en-US" altLang="zh-CN" sz="2800" b="1" dirty="0">
                <a:latin typeface="Times New Roman" panose="02020603050405020304" pitchFamily="18" charset="0"/>
                <a:cs typeface="Times New Roman" panose="02020603050405020304" pitchFamily="18" charset="0"/>
              </a:rPr>
              <a:t> 3</a:t>
            </a:r>
          </a:p>
        </p:txBody>
      </p:sp>
      <p:sp>
        <p:nvSpPr>
          <p:cNvPr id="4" name="Text Box 4"/>
          <p:cNvSpPr txBox="1">
            <a:spLocks noChangeArrowheads="1"/>
          </p:cNvSpPr>
          <p:nvPr/>
        </p:nvSpPr>
        <p:spPr bwMode="auto">
          <a:xfrm>
            <a:off x="971550" y="1916113"/>
            <a:ext cx="8001000" cy="3267075"/>
          </a:xfrm>
          <a:prstGeom prst="rect">
            <a:avLst/>
          </a:prstGeom>
          <a:noFill/>
          <a:ln>
            <a:noFill/>
          </a:ln>
          <a:effec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Font typeface="Wingdings" panose="05000000000000000000" pitchFamily="2" charset="2"/>
              <a:buChar char="§"/>
            </a:pPr>
            <a:r>
              <a:rPr lang="en-US" sz="2300">
                <a:latin typeface="Arial" panose="020B0604020202020204" pitchFamily="34" charset="0"/>
              </a:rPr>
              <a:t>Là điện cực 3 lớp, kim loại điện cực tiếp xúc với 2 loại muối khó tan có cùng anion nhúng vào trong dung dịch có chứa cation của muối dễ tan hơn. </a:t>
            </a:r>
          </a:p>
          <a:p>
            <a:pPr algn="just" eaLnBrk="1" hangingPunct="1">
              <a:lnSpc>
                <a:spcPct val="130000"/>
              </a:lnSpc>
              <a:spcBef>
                <a:spcPts val="600"/>
              </a:spcBef>
              <a:spcAft>
                <a:spcPts val="600"/>
              </a:spcAft>
              <a:buFont typeface="Wingdings" panose="05000000000000000000" pitchFamily="2" charset="2"/>
              <a:buChar char="§"/>
            </a:pPr>
            <a:r>
              <a:rPr lang="en-US" sz="2300">
                <a:latin typeface="Arial" panose="020B0604020202020204" pitchFamily="34" charset="0"/>
              </a:rPr>
              <a:t>Ví dụ: 	Pb</a:t>
            </a:r>
            <a:r>
              <a:rPr lang="en-US" sz="2300">
                <a:latin typeface="Arial" panose="020B0604020202020204" pitchFamily="34" charset="0"/>
                <a:sym typeface="Symbol" panose="05050102010706020507" pitchFamily="18" charset="2"/>
              </a:rPr>
              <a:t>PbCO</a:t>
            </a:r>
            <a:r>
              <a:rPr lang="en-US" sz="2300" baseline="-25000">
                <a:latin typeface="Arial" panose="020B0604020202020204" pitchFamily="34" charset="0"/>
                <a:sym typeface="Symbol" panose="05050102010706020507" pitchFamily="18" charset="2"/>
              </a:rPr>
              <a:t>3</a:t>
            </a:r>
            <a:r>
              <a:rPr lang="en-US" sz="2300">
                <a:latin typeface="Arial" panose="020B0604020202020204" pitchFamily="34" charset="0"/>
                <a:sym typeface="Symbol" panose="05050102010706020507" pitchFamily="18" charset="2"/>
              </a:rPr>
              <a:t>, CaCO</a:t>
            </a:r>
            <a:r>
              <a:rPr lang="en-US" sz="2300" baseline="-25000">
                <a:latin typeface="Arial" panose="020B0604020202020204" pitchFamily="34" charset="0"/>
                <a:sym typeface="Symbol" panose="05050102010706020507" pitchFamily="18" charset="2"/>
              </a:rPr>
              <a:t>3 </a:t>
            </a:r>
            <a:r>
              <a:rPr lang="en-US" sz="2300">
                <a:latin typeface="Arial" panose="020B0604020202020204" pitchFamily="34" charset="0"/>
                <a:sym typeface="Symbol" panose="05050102010706020507" pitchFamily="18" charset="2"/>
              </a:rPr>
              <a:t>Ca</a:t>
            </a:r>
            <a:r>
              <a:rPr lang="en-US" sz="2300" baseline="30000">
                <a:latin typeface="Arial" panose="020B0604020202020204" pitchFamily="34" charset="0"/>
                <a:sym typeface="Symbol" panose="05050102010706020507" pitchFamily="18" charset="2"/>
              </a:rPr>
              <a:t>2+</a:t>
            </a:r>
          </a:p>
          <a:p>
            <a:pPr algn="just" eaLnBrk="1" hangingPunct="1">
              <a:lnSpc>
                <a:spcPct val="130000"/>
              </a:lnSpc>
              <a:spcBef>
                <a:spcPts val="600"/>
              </a:spcBef>
              <a:spcAft>
                <a:spcPts val="600"/>
              </a:spcAft>
            </a:pPr>
            <a:r>
              <a:rPr lang="en-US" sz="2300">
                <a:latin typeface="Arial" panose="020B0604020202020204" pitchFamily="34" charset="0"/>
              </a:rPr>
              <a:t>	 	 Ag</a:t>
            </a:r>
            <a:r>
              <a:rPr lang="en-US" sz="2300">
                <a:latin typeface="Arial" panose="020B0604020202020204" pitchFamily="34" charset="0"/>
                <a:sym typeface="Symbol" panose="05050102010706020507" pitchFamily="18" charset="2"/>
              </a:rPr>
              <a:t>AgCl, PbCl</a:t>
            </a:r>
            <a:r>
              <a:rPr lang="en-US" sz="2300" baseline="-25000">
                <a:latin typeface="Arial" panose="020B0604020202020204" pitchFamily="34" charset="0"/>
                <a:sym typeface="Symbol" panose="05050102010706020507" pitchFamily="18" charset="2"/>
              </a:rPr>
              <a:t>2</a:t>
            </a:r>
            <a:r>
              <a:rPr lang="en-US" sz="2300">
                <a:latin typeface="Arial" panose="020B0604020202020204" pitchFamily="34" charset="0"/>
              </a:rPr>
              <a:t> </a:t>
            </a:r>
            <a:r>
              <a:rPr lang="en-US" sz="2300">
                <a:latin typeface="Arial" panose="020B0604020202020204" pitchFamily="34" charset="0"/>
                <a:sym typeface="Symbol" panose="05050102010706020507" pitchFamily="18" charset="2"/>
              </a:rPr>
              <a:t>Pb</a:t>
            </a:r>
            <a:r>
              <a:rPr lang="en-US" sz="2300" baseline="30000">
                <a:latin typeface="Arial" panose="020B0604020202020204" pitchFamily="34" charset="0"/>
                <a:sym typeface="Symbol" panose="05050102010706020507" pitchFamily="18" charset="2"/>
              </a:rPr>
              <a:t>2+</a:t>
            </a:r>
          </a:p>
          <a:p>
            <a:pPr algn="just" eaLnBrk="1" hangingPunct="1">
              <a:lnSpc>
                <a:spcPct val="130000"/>
              </a:lnSpc>
              <a:spcBef>
                <a:spcPts val="600"/>
              </a:spcBef>
              <a:spcAft>
                <a:spcPts val="600"/>
              </a:spcAft>
            </a:pPr>
            <a:r>
              <a:rPr lang="en-US" sz="2300" baseline="30000">
                <a:latin typeface="Arial" panose="020B0604020202020204" pitchFamily="34" charset="0"/>
                <a:sym typeface="Symbol" panose="05050102010706020507" pitchFamily="18" charset="2"/>
              </a:rPr>
              <a:t>		</a:t>
            </a:r>
            <a:r>
              <a:rPr lang="en-US" sz="2300">
                <a:latin typeface="Arial" panose="020B0604020202020204" pitchFamily="34" charset="0"/>
              </a:rPr>
              <a:t> Hg/HgY</a:t>
            </a:r>
            <a:r>
              <a:rPr lang="en-US" sz="2300" baseline="30000">
                <a:latin typeface="Arial" panose="020B0604020202020204" pitchFamily="34" charset="0"/>
              </a:rPr>
              <a:t>2-</a:t>
            </a:r>
            <a:r>
              <a:rPr lang="en-US" sz="2300">
                <a:latin typeface="Arial" panose="020B0604020202020204" pitchFamily="34" charset="0"/>
              </a:rPr>
              <a:t>,MY</a:t>
            </a:r>
            <a:r>
              <a:rPr lang="en-US" sz="2300" baseline="30000">
                <a:latin typeface="Arial" panose="020B0604020202020204" pitchFamily="34" charset="0"/>
              </a:rPr>
              <a:t>2-</a:t>
            </a:r>
            <a:r>
              <a:rPr lang="en-US" sz="2300">
                <a:latin typeface="Arial" panose="020B0604020202020204" pitchFamily="34" charset="0"/>
              </a:rPr>
              <a:t>//M</a:t>
            </a:r>
            <a:r>
              <a:rPr lang="en-US" sz="2300" baseline="30000">
                <a:latin typeface="Arial" panose="020B0604020202020204" pitchFamily="34" charset="0"/>
              </a:rPr>
              <a:t>2+ </a:t>
            </a:r>
            <a:endParaRPr lang="en-US" sz="2300">
              <a:latin typeface="Arial" panose="020B0604020202020204" pitchFamily="34" charset="0"/>
            </a:endParaRPr>
          </a:p>
        </p:txBody>
      </p:sp>
      <p:sp>
        <p:nvSpPr>
          <p:cNvPr id="18125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F6551BB-2574-4A3F-BBE0-AF34B154510D}" type="slidenum">
              <a:rPr lang="en-US" altLang="ru-RU">
                <a:solidFill>
                  <a:srgbClr val="FFFFFF"/>
                </a:solidFill>
                <a:latin typeface="Arial" panose="020B0604020202020204" pitchFamily="34" charset="0"/>
                <a:cs typeface="Arial" panose="020B0604020202020204" pitchFamily="34" charset="0"/>
              </a:rPr>
              <a:pPr/>
              <a:t>161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ChangeArrowheads="1"/>
          </p:cNvSpPr>
          <p:nvPr/>
        </p:nvSpPr>
        <p:spPr bwMode="auto">
          <a:xfrm>
            <a:off x="3079750" y="319088"/>
            <a:ext cx="3508375" cy="522287"/>
          </a:xfrm>
          <a:prstGeom prst="rect">
            <a:avLst/>
          </a:prstGeom>
          <a:solidFill>
            <a:schemeClr val="accent1">
              <a:lumMod val="40000"/>
              <a:lumOff val="60000"/>
            </a:schemeClr>
          </a:solidFill>
          <a:ln>
            <a:solidFill>
              <a:schemeClr val="tx1"/>
            </a:solidFill>
          </a:ln>
        </p:spPr>
        <p:txBody>
          <a:bodyPr wrap="none">
            <a:spAutoFit/>
          </a:bodyPr>
          <a:lstStyle>
            <a:lvl1pPr marL="469900" indent="-469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zh-CN" sz="2800" b="1">
                <a:latin typeface="Times New Roman" panose="02020603050405020304" pitchFamily="18" charset="0"/>
                <a:cs typeface="Times New Roman" panose="02020603050405020304" pitchFamily="18" charset="0"/>
              </a:rPr>
              <a:t>Điện cực oxy hóa khử</a:t>
            </a:r>
          </a:p>
        </p:txBody>
      </p:sp>
      <p:sp>
        <p:nvSpPr>
          <p:cNvPr id="182275" name="Text Box 4"/>
          <p:cNvSpPr txBox="1">
            <a:spLocks noChangeArrowheads="1"/>
          </p:cNvSpPr>
          <p:nvPr/>
        </p:nvSpPr>
        <p:spPr bwMode="auto">
          <a:xfrm>
            <a:off x="1331913" y="1385888"/>
            <a:ext cx="7343775"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668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300">
                <a:latin typeface="Arial" panose="020B0604020202020204" pitchFamily="34" charset="0"/>
                <a:cs typeface="Arial" panose="020B0604020202020204" pitchFamily="34" charset="0"/>
              </a:rPr>
              <a:t>Gồm một điện cực kim loại trơ nhúng trong dung dịch chứa đồng thời hai dạng oxi hoá và khử của cùng một chất (cả hai dạng này đều tan trong dung môi) </a:t>
            </a:r>
          </a:p>
          <a:p>
            <a:pPr algn="just" eaLnBrk="1" hangingPunct="1">
              <a:spcBef>
                <a:spcPts val="600"/>
              </a:spcBef>
              <a:buFont typeface="Wingdings" panose="05000000000000000000" pitchFamily="2" charset="2"/>
              <a:buChar char="§"/>
            </a:pPr>
            <a:r>
              <a:rPr lang="en-US" altLang="zh-CN" sz="2300">
                <a:latin typeface="Arial" panose="020B0604020202020204" pitchFamily="34" charset="0"/>
                <a:cs typeface="Arial" panose="020B0604020202020204" pitchFamily="34" charset="0"/>
              </a:rPr>
              <a:t> Dạng tổng quát:  Pt/Red, Ox 		</a:t>
            </a:r>
          </a:p>
          <a:p>
            <a:pPr algn="just" eaLnBrk="1" hangingPunct="1">
              <a:spcBef>
                <a:spcPts val="600"/>
              </a:spcBef>
              <a:buFont typeface="Wingdings" panose="05000000000000000000" pitchFamily="2" charset="2"/>
              <a:buChar char="§"/>
            </a:pPr>
            <a:r>
              <a:rPr lang="en-US" altLang="zh-CN" sz="2300">
                <a:latin typeface="Arial" panose="020B0604020202020204" pitchFamily="34" charset="0"/>
                <a:cs typeface="Arial" panose="020B0604020202020204" pitchFamily="34" charset="0"/>
              </a:rPr>
              <a:t> Phản ứng điện cực: Ox + ne</a:t>
            </a:r>
            <a:r>
              <a:rPr lang="en-US" altLang="zh-CN" sz="2300" baseline="30000">
                <a:latin typeface="Arial" panose="020B0604020202020204" pitchFamily="34" charset="0"/>
                <a:cs typeface="Arial" panose="020B0604020202020204" pitchFamily="34" charset="0"/>
              </a:rPr>
              <a:t>-</a:t>
            </a:r>
            <a:r>
              <a:rPr lang="en-US" altLang="zh-CN" sz="2300">
                <a:latin typeface="Arial" panose="020B0604020202020204" pitchFamily="34" charset="0"/>
                <a:cs typeface="Arial" panose="020B0604020202020204" pitchFamily="34" charset="0"/>
              </a:rPr>
              <a:t> </a:t>
            </a:r>
            <a:r>
              <a:rPr lang="en-US" altLang="zh-CN" sz="2300">
                <a:latin typeface="Arial" panose="020B0604020202020204" pitchFamily="34" charset="0"/>
                <a:cs typeface="Arial" panose="020B0604020202020204" pitchFamily="34" charset="0"/>
                <a:sym typeface="Symbol" panose="05050102010706020507" pitchFamily="18" charset="2"/>
              </a:rPr>
              <a:t> Red</a:t>
            </a:r>
          </a:p>
          <a:p>
            <a:pPr algn="just" eaLnBrk="1" hangingPunct="1">
              <a:spcBef>
                <a:spcPts val="600"/>
              </a:spcBef>
              <a:buFont typeface="Wingdings" panose="05000000000000000000" pitchFamily="2" charset="2"/>
              <a:buChar char="§"/>
            </a:pPr>
            <a:r>
              <a:rPr lang="en-US" altLang="zh-CN" sz="2300">
                <a:latin typeface="Arial" panose="020B0604020202020204" pitchFamily="34" charset="0"/>
                <a:cs typeface="Arial" panose="020B0604020202020204" pitchFamily="34" charset="0"/>
                <a:sym typeface="Symbol" panose="05050102010706020507" pitchFamily="18" charset="2"/>
              </a:rPr>
              <a:t> Thế của điện oxi hoá khử: </a:t>
            </a:r>
            <a:endParaRPr lang="en-US" altLang="zh-CN" sz="2300">
              <a:latin typeface="Arial" panose="020B0604020202020204" pitchFamily="34" charset="0"/>
              <a:cs typeface="Arial" panose="020B0604020202020204" pitchFamily="34" charset="0"/>
            </a:endParaRPr>
          </a:p>
        </p:txBody>
      </p:sp>
      <p:graphicFrame>
        <p:nvGraphicFramePr>
          <p:cNvPr id="182276" name="Object 173"/>
          <p:cNvGraphicFramePr>
            <a:graphicFrameLocks noGrp="1" noChangeAspect="1"/>
          </p:cNvGraphicFramePr>
          <p:nvPr/>
        </p:nvGraphicFramePr>
        <p:xfrm>
          <a:off x="2578100" y="5118100"/>
          <a:ext cx="3854450" cy="903288"/>
        </p:xfrm>
        <a:graphic>
          <a:graphicData uri="http://schemas.openxmlformats.org/presentationml/2006/ole">
            <mc:AlternateContent xmlns:mc="http://schemas.openxmlformats.org/markup-compatibility/2006">
              <mc:Choice xmlns:v="urn:schemas-microsoft-com:vml" Requires="v">
                <p:oleObj spid="_x0000_s182278" name="Equation" r:id="rId3" imgW="2006600" imgH="469900" progId="">
                  <p:embed/>
                </p:oleObj>
              </mc:Choice>
              <mc:Fallback>
                <p:oleObj name="Equation" r:id="rId3" imgW="2006600" imgH="469900" progId="">
                  <p:embed/>
                  <p:pic>
                    <p:nvPicPr>
                      <p:cNvPr id="0" name="Object 17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8100" y="5118100"/>
                        <a:ext cx="3854450"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227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1EB36CF-810D-4F04-BDE3-A93C5FF466D8}" type="slidenum">
              <a:rPr lang="en-US" altLang="ru-RU">
                <a:solidFill>
                  <a:srgbClr val="FFFFFF"/>
                </a:solidFill>
                <a:latin typeface="Arial" panose="020B0604020202020204" pitchFamily="34" charset="0"/>
                <a:cs typeface="Arial" panose="020B0604020202020204" pitchFamily="34" charset="0"/>
              </a:rPr>
              <a:pPr/>
              <a:t>162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4"/>
          <p:cNvSpPr txBox="1">
            <a:spLocks noChangeArrowheads="1"/>
          </p:cNvSpPr>
          <p:nvPr/>
        </p:nvSpPr>
        <p:spPr bwMode="auto">
          <a:xfrm>
            <a:off x="963613" y="1143000"/>
            <a:ext cx="8001000"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Là điện cực kim loại trơ (Pt) nằm tiếp xúc với khí và dung dịch chứa ion của khí này.</a:t>
            </a:r>
          </a:p>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Các phân tử khí hấp phụ lên bề mặt kim loại bị phân tách thành các nguyên tử hấp phụ tham gia trực tiếp vào quá trình điện cực. 		</a:t>
            </a:r>
          </a:p>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sym typeface="Symbol" panose="05050102010706020507" pitchFamily="18" charset="2"/>
              </a:rPr>
              <a:t>Điện cực khí hydro là điện cực thuận nghịch có ý nghĩa quan trọng nhất.</a:t>
            </a:r>
          </a:p>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sym typeface="Symbol" panose="05050102010706020507" pitchFamily="18" charset="2"/>
              </a:rPr>
              <a:t>Điện cực khí oxy là điện cực bất thuận nghịch.</a:t>
            </a:r>
          </a:p>
        </p:txBody>
      </p:sp>
      <p:sp>
        <p:nvSpPr>
          <p:cNvPr id="6" name="Rounded Rectangle 5"/>
          <p:cNvSpPr/>
          <p:nvPr/>
        </p:nvSpPr>
        <p:spPr>
          <a:xfrm>
            <a:off x="3173413" y="381000"/>
            <a:ext cx="3886200" cy="6096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3000" b="1">
                <a:latin typeface="Times New Roman" panose="02020603050405020304" pitchFamily="18" charset="0"/>
                <a:cs typeface="Times New Roman" panose="02020603050405020304" pitchFamily="18" charset="0"/>
              </a:rPr>
              <a:t>Điện cực khí</a:t>
            </a:r>
          </a:p>
        </p:txBody>
      </p:sp>
      <p:sp>
        <p:nvSpPr>
          <p:cNvPr id="18330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72B387A-150C-4613-AAA9-A83970347367}" type="slidenum">
              <a:rPr lang="en-US" altLang="ru-RU">
                <a:solidFill>
                  <a:srgbClr val="FFFFFF"/>
                </a:solidFill>
                <a:latin typeface="Arial" panose="020B0604020202020204" pitchFamily="34" charset="0"/>
                <a:cs typeface="Arial" panose="020B0604020202020204" pitchFamily="34" charset="0"/>
              </a:rPr>
              <a:pPr/>
              <a:t>163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10"/>
          <p:cNvSpPr txBox="1">
            <a:spLocks noChangeArrowheads="1"/>
          </p:cNvSpPr>
          <p:nvPr/>
        </p:nvSpPr>
        <p:spPr bwMode="gray">
          <a:xfrm>
            <a:off x="1979613" y="188913"/>
            <a:ext cx="4824412" cy="523875"/>
          </a:xfrm>
          <a:prstGeom prst="rect">
            <a:avLst/>
          </a:prstGeom>
          <a:solidFill>
            <a:schemeClr val="accent1">
              <a:lumMod val="40000"/>
              <a:lumOff val="60000"/>
            </a:schemeClr>
          </a:solidFill>
          <a:ln>
            <a:solidFill>
              <a:schemeClr val="tx1"/>
            </a:solidFill>
          </a:ln>
        </p:spPr>
        <p:txBody>
          <a:bodyPr>
            <a:spAutoFit/>
          </a:bodyPr>
          <a:lstStyle>
            <a:lvl1pPr marL="469900" indent="-469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ct val="50000"/>
              </a:spcBef>
              <a:spcAft>
                <a:spcPts val="0"/>
              </a:spcAft>
              <a:defRPr/>
            </a:pPr>
            <a:r>
              <a:rPr lang="en-US" altLang="zh-CN" sz="2800" b="1">
                <a:solidFill>
                  <a:srgbClr val="002060"/>
                </a:solidFill>
                <a:latin typeface="Times New Roman" panose="02020603050405020304" pitchFamily="18" charset="0"/>
                <a:cs typeface="Times New Roman" panose="02020603050405020304" pitchFamily="18" charset="0"/>
              </a:rPr>
              <a:t>Điện cực màng chọn lọc ion</a:t>
            </a:r>
          </a:p>
        </p:txBody>
      </p:sp>
      <p:sp>
        <p:nvSpPr>
          <p:cNvPr id="184323" name="Text Box 5"/>
          <p:cNvSpPr txBox="1">
            <a:spLocks noChangeArrowheads="1"/>
          </p:cNvSpPr>
          <p:nvPr/>
        </p:nvSpPr>
        <p:spPr bwMode="auto">
          <a:xfrm>
            <a:off x="1252538" y="1052513"/>
            <a:ext cx="7475537"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Là điện cực chọn lọc với một hoặc một nhóm ion nhất định. </a:t>
            </a:r>
          </a:p>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Điện cực màng chọn lọc ion khác với các điện cực chỉ thị ion kim loại ở chỗ không có sự tham gia của điện tử vào các phản ứng điện cực. </a:t>
            </a:r>
          </a:p>
          <a:p>
            <a:pPr algn="just" eaLnBrk="1" hangingPunct="1">
              <a:lnSpc>
                <a:spcPct val="13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rPr>
              <a:t>Phản ứng điện cực chỉ là sự trao đổi loại ion nhất định nào đó qua màng bán thấm và do đó nó cho phép xác định rất chọn lọc ion này khi có mặt ion khác.</a:t>
            </a:r>
          </a:p>
        </p:txBody>
      </p:sp>
      <p:sp>
        <p:nvSpPr>
          <p:cNvPr id="1843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158782A-546D-4B85-A6B7-B550701AC9B1}" type="slidenum">
              <a:rPr lang="en-US" altLang="ru-RU">
                <a:solidFill>
                  <a:srgbClr val="FFFFFF"/>
                </a:solidFill>
                <a:latin typeface="Arial" panose="020B0604020202020204" pitchFamily="34" charset="0"/>
                <a:cs typeface="Arial" panose="020B0604020202020204" pitchFamily="34" charset="0"/>
              </a:rPr>
              <a:pPr/>
              <a:t>164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Text Box 10"/>
          <p:cNvSpPr txBox="1">
            <a:spLocks noChangeArrowheads="1"/>
          </p:cNvSpPr>
          <p:nvPr/>
        </p:nvSpPr>
        <p:spPr bwMode="gray">
          <a:xfrm>
            <a:off x="2051050" y="423863"/>
            <a:ext cx="4968875" cy="523875"/>
          </a:xfrm>
          <a:prstGeom prst="rect">
            <a:avLst/>
          </a:prstGeom>
          <a:solidFill>
            <a:schemeClr val="accent1">
              <a:lumMod val="40000"/>
              <a:lumOff val="60000"/>
            </a:schemeClr>
          </a:solidFill>
          <a:ln>
            <a:solidFill>
              <a:schemeClr val="tx1"/>
            </a:solidFill>
          </a:ln>
        </p:spPr>
        <p:txBody>
          <a:bodyPr>
            <a:spAutoFit/>
          </a:bodyPr>
          <a:lstStyle>
            <a:lvl1pPr marL="469900" indent="-469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ct val="50000"/>
              </a:spcBef>
              <a:spcAft>
                <a:spcPts val="0"/>
              </a:spcAft>
              <a:defRPr/>
            </a:pPr>
            <a:r>
              <a:rPr lang="en-US" altLang="zh-CN" sz="2800" b="1" dirty="0" err="1">
                <a:solidFill>
                  <a:srgbClr val="002060"/>
                </a:solidFill>
                <a:latin typeface="Times New Roman" panose="02020603050405020304" pitchFamily="18" charset="0"/>
                <a:cs typeface="Times New Roman" panose="02020603050405020304" pitchFamily="18" charset="0"/>
              </a:rPr>
              <a:t>Điện</a:t>
            </a:r>
            <a:r>
              <a:rPr lang="en-US" altLang="zh-CN" sz="2800" b="1" dirty="0">
                <a:solidFill>
                  <a:srgbClr val="002060"/>
                </a:solidFill>
                <a:latin typeface="Times New Roman" panose="02020603050405020304" pitchFamily="18" charset="0"/>
                <a:cs typeface="Times New Roman" panose="02020603050405020304" pitchFamily="18" charset="0"/>
              </a:rPr>
              <a:t> </a:t>
            </a:r>
            <a:r>
              <a:rPr lang="en-US" altLang="zh-CN" sz="2800" b="1" dirty="0" err="1">
                <a:solidFill>
                  <a:srgbClr val="002060"/>
                </a:solidFill>
                <a:latin typeface="Times New Roman" panose="02020603050405020304" pitchFamily="18" charset="0"/>
                <a:cs typeface="Times New Roman" panose="02020603050405020304" pitchFamily="18" charset="0"/>
              </a:rPr>
              <a:t>cực</a:t>
            </a:r>
            <a:r>
              <a:rPr lang="en-US" altLang="zh-CN" sz="2800" b="1" dirty="0">
                <a:solidFill>
                  <a:srgbClr val="002060"/>
                </a:solidFill>
                <a:latin typeface="Times New Roman" panose="02020603050405020304" pitchFamily="18" charset="0"/>
                <a:cs typeface="Times New Roman" panose="02020603050405020304" pitchFamily="18" charset="0"/>
              </a:rPr>
              <a:t> </a:t>
            </a:r>
            <a:r>
              <a:rPr lang="en-US" altLang="zh-CN" sz="2800" b="1" dirty="0" err="1">
                <a:solidFill>
                  <a:srgbClr val="002060"/>
                </a:solidFill>
                <a:latin typeface="Times New Roman" panose="02020603050405020304" pitchFamily="18" charset="0"/>
                <a:cs typeface="Times New Roman" panose="02020603050405020304" pitchFamily="18" charset="0"/>
              </a:rPr>
              <a:t>màng</a:t>
            </a:r>
            <a:r>
              <a:rPr lang="en-US" altLang="zh-CN" sz="2800" b="1" dirty="0">
                <a:solidFill>
                  <a:srgbClr val="002060"/>
                </a:solidFill>
                <a:latin typeface="Times New Roman" panose="02020603050405020304" pitchFamily="18" charset="0"/>
                <a:cs typeface="Times New Roman" panose="02020603050405020304" pitchFamily="18" charset="0"/>
              </a:rPr>
              <a:t> </a:t>
            </a:r>
            <a:r>
              <a:rPr lang="en-US" altLang="zh-CN" sz="2800" b="1" dirty="0" err="1">
                <a:solidFill>
                  <a:srgbClr val="002060"/>
                </a:solidFill>
                <a:latin typeface="Times New Roman" panose="02020603050405020304" pitchFamily="18" charset="0"/>
                <a:cs typeface="Times New Roman" panose="02020603050405020304" pitchFamily="18" charset="0"/>
              </a:rPr>
              <a:t>chọn</a:t>
            </a:r>
            <a:r>
              <a:rPr lang="en-US" altLang="zh-CN" sz="2800" b="1" dirty="0">
                <a:solidFill>
                  <a:srgbClr val="002060"/>
                </a:solidFill>
                <a:latin typeface="Times New Roman" panose="02020603050405020304" pitchFamily="18" charset="0"/>
                <a:cs typeface="Times New Roman" panose="02020603050405020304" pitchFamily="18" charset="0"/>
              </a:rPr>
              <a:t> </a:t>
            </a:r>
            <a:r>
              <a:rPr lang="en-US" altLang="zh-CN" sz="2800" b="1" dirty="0" err="1">
                <a:solidFill>
                  <a:srgbClr val="002060"/>
                </a:solidFill>
                <a:latin typeface="Times New Roman" panose="02020603050405020304" pitchFamily="18" charset="0"/>
                <a:cs typeface="Times New Roman" panose="02020603050405020304" pitchFamily="18" charset="0"/>
              </a:rPr>
              <a:t>lọc</a:t>
            </a:r>
            <a:r>
              <a:rPr lang="en-US" altLang="zh-CN" sz="2800" b="1" dirty="0">
                <a:solidFill>
                  <a:srgbClr val="002060"/>
                </a:solidFill>
                <a:latin typeface="Times New Roman" panose="02020603050405020304" pitchFamily="18" charset="0"/>
                <a:cs typeface="Times New Roman" panose="02020603050405020304" pitchFamily="18" charset="0"/>
              </a:rPr>
              <a:t> ion</a:t>
            </a:r>
          </a:p>
        </p:txBody>
      </p:sp>
      <p:pic>
        <p:nvPicPr>
          <p:cNvPr id="185347"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075" y="1196975"/>
            <a:ext cx="5003800" cy="445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34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3295B56-CD29-4759-AC47-C8BF021A4BE2}" type="slidenum">
              <a:rPr lang="en-US" altLang="ru-RU">
                <a:solidFill>
                  <a:srgbClr val="FFFFFF"/>
                </a:solidFill>
                <a:latin typeface="Arial" panose="020B0604020202020204" pitchFamily="34" charset="0"/>
                <a:cs typeface="Arial" panose="020B0604020202020204" pitchFamily="34" charset="0"/>
              </a:rPr>
              <a:pPr/>
              <a:t>165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txBox="1">
            <a:spLocks noChangeArrowheads="1"/>
          </p:cNvSpPr>
          <p:nvPr/>
        </p:nvSpPr>
        <p:spPr bwMode="auto">
          <a:xfrm>
            <a:off x="1692275" y="836613"/>
            <a:ext cx="5688013" cy="512762"/>
          </a:xfrm>
          <a:prstGeom prst="rect">
            <a:avLst/>
          </a:prstGeom>
          <a:solidFill>
            <a:schemeClr val="accent1">
              <a:lumMod val="40000"/>
              <a:lumOff val="60000"/>
            </a:schemeClr>
          </a:solidFill>
          <a:ln>
            <a:solidFill>
              <a:schemeClr val="tx1"/>
            </a:solid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en-US" altLang="zh-CN" sz="2400" b="1" dirty="0" err="1"/>
              <a:t>Các</a:t>
            </a:r>
            <a:r>
              <a:rPr lang="en-US" altLang="zh-CN" sz="2400" b="1" dirty="0"/>
              <a:t> </a:t>
            </a:r>
            <a:r>
              <a:rPr lang="en-US" altLang="zh-CN" sz="2400" b="1" dirty="0" err="1"/>
              <a:t>loại</a:t>
            </a:r>
            <a:r>
              <a:rPr lang="en-US" altLang="zh-CN" sz="2400" b="1" dirty="0"/>
              <a:t> </a:t>
            </a:r>
            <a:r>
              <a:rPr lang="en-US" altLang="zh-CN" sz="2400" b="1" dirty="0" err="1"/>
              <a:t>điện</a:t>
            </a:r>
            <a:r>
              <a:rPr lang="en-US" altLang="zh-CN" sz="2400" b="1" dirty="0"/>
              <a:t> </a:t>
            </a:r>
            <a:r>
              <a:rPr lang="en-US" altLang="zh-CN" sz="2400" b="1" dirty="0" err="1"/>
              <a:t>cực</a:t>
            </a:r>
            <a:r>
              <a:rPr lang="en-US" altLang="zh-CN" sz="2400" b="1" dirty="0"/>
              <a:t> </a:t>
            </a:r>
            <a:r>
              <a:rPr lang="en-US" altLang="zh-CN" sz="2400" b="1" dirty="0" err="1"/>
              <a:t>màng</a:t>
            </a:r>
            <a:r>
              <a:rPr lang="en-US" altLang="zh-CN" sz="2400" b="1" dirty="0"/>
              <a:t> </a:t>
            </a:r>
            <a:r>
              <a:rPr lang="en-US" altLang="zh-CN" sz="2400" b="1" dirty="0" err="1"/>
              <a:t>chọn</a:t>
            </a:r>
            <a:r>
              <a:rPr lang="en-US" altLang="zh-CN" sz="2400" b="1" dirty="0"/>
              <a:t> </a:t>
            </a:r>
            <a:r>
              <a:rPr lang="en-US" altLang="zh-CN" sz="2400" b="1" dirty="0" err="1"/>
              <a:t>lọc</a:t>
            </a:r>
            <a:r>
              <a:rPr lang="en-US" altLang="zh-CN" sz="2400" b="1" dirty="0"/>
              <a:t> ion</a:t>
            </a:r>
          </a:p>
        </p:txBody>
      </p:sp>
      <p:sp>
        <p:nvSpPr>
          <p:cNvPr id="186371" name="Rectangle 3"/>
          <p:cNvSpPr txBox="1">
            <a:spLocks noChangeArrowheads="1"/>
          </p:cNvSpPr>
          <p:nvPr/>
        </p:nvSpPr>
        <p:spPr bwMode="auto">
          <a:xfrm>
            <a:off x="2771775" y="2060575"/>
            <a:ext cx="42703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5113" indent="-26511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200000"/>
              </a:lnSpc>
              <a:spcBef>
                <a:spcPts val="250"/>
              </a:spcBef>
              <a:buClr>
                <a:schemeClr val="accent1"/>
              </a:buClr>
              <a:buSzPct val="80000"/>
              <a:buFont typeface="Wingdings 2" panose="05020102010507070707" pitchFamily="18" charset="2"/>
              <a:buChar char=""/>
            </a:pPr>
            <a:r>
              <a:rPr lang="en-US" altLang="en-US" sz="2400">
                <a:latin typeface="Arial" panose="020B0604020202020204" pitchFamily="34" charset="0"/>
                <a:cs typeface="Arial" panose="020B0604020202020204" pitchFamily="34" charset="0"/>
              </a:rPr>
              <a:t>Điện cực thủy tinh</a:t>
            </a:r>
          </a:p>
          <a:p>
            <a:pPr algn="just" eaLnBrk="1" hangingPunct="1">
              <a:lnSpc>
                <a:spcPct val="200000"/>
              </a:lnSpc>
              <a:spcBef>
                <a:spcPts val="250"/>
              </a:spcBef>
              <a:buClr>
                <a:schemeClr val="accent1"/>
              </a:buClr>
              <a:buSzPct val="80000"/>
              <a:buFont typeface="Wingdings 2" panose="05020102010507070707" pitchFamily="18" charset="2"/>
              <a:buChar char=""/>
            </a:pPr>
            <a:r>
              <a:rPr lang="en-US" altLang="zh-CN" sz="2400">
                <a:latin typeface="Arial" panose="020B0604020202020204" pitchFamily="34" charset="0"/>
                <a:cs typeface="Arial" panose="020B0604020202020204" pitchFamily="34" charset="0"/>
              </a:rPr>
              <a:t>Điện cực màng lỏng</a:t>
            </a:r>
          </a:p>
          <a:p>
            <a:pPr algn="just" eaLnBrk="1" hangingPunct="1">
              <a:lnSpc>
                <a:spcPct val="200000"/>
              </a:lnSpc>
              <a:spcBef>
                <a:spcPts val="250"/>
              </a:spcBef>
              <a:buClr>
                <a:schemeClr val="accent1"/>
              </a:buClr>
              <a:buSzPct val="80000"/>
              <a:buFont typeface="Wingdings 2" panose="05020102010507070707" pitchFamily="18" charset="2"/>
              <a:buChar char=""/>
            </a:pPr>
            <a:r>
              <a:rPr lang="en-US" altLang="zh-CN" sz="2400">
                <a:latin typeface="Arial" panose="020B0604020202020204" pitchFamily="34" charset="0"/>
                <a:cs typeface="Arial" panose="020B0604020202020204" pitchFamily="34" charset="0"/>
              </a:rPr>
              <a:t>Điện cực màng rắn</a:t>
            </a:r>
          </a:p>
        </p:txBody>
      </p:sp>
      <p:sp>
        <p:nvSpPr>
          <p:cNvPr id="1863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1813382-DDA0-44C0-8092-C177458BF3B2}" type="slidenum">
              <a:rPr lang="en-US" altLang="ru-RU">
                <a:solidFill>
                  <a:srgbClr val="FFFFFF"/>
                </a:solidFill>
                <a:latin typeface="Arial" panose="020B0604020202020204" pitchFamily="34" charset="0"/>
                <a:cs typeface="Arial" panose="020B0604020202020204" pitchFamily="34" charset="0"/>
              </a:rPr>
              <a:pPr/>
              <a:t>166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178050" y="188913"/>
            <a:ext cx="5943600" cy="60960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spcBef>
                <a:spcPts val="600"/>
              </a:spcBef>
              <a:spcAft>
                <a:spcPts val="600"/>
              </a:spcAft>
              <a:defRPr/>
            </a:pPr>
            <a:r>
              <a:rPr lang="en-US" sz="2600" b="1" dirty="0" err="1">
                <a:solidFill>
                  <a:schemeClr val="tx1"/>
                </a:solidFill>
                <a:latin typeface="Arial" pitchFamily="34" charset="0"/>
                <a:cs typeface="Arial" pitchFamily="34" charset="0"/>
              </a:rPr>
              <a:t>Điện</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cực</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màng</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chọn</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lọc</a:t>
            </a:r>
            <a:r>
              <a:rPr lang="en-US" sz="2600" b="1" dirty="0">
                <a:solidFill>
                  <a:schemeClr val="tx1"/>
                </a:solidFill>
                <a:latin typeface="Arial" pitchFamily="34" charset="0"/>
                <a:cs typeface="Arial" pitchFamily="34" charset="0"/>
              </a:rPr>
              <a:t> ion</a:t>
            </a:r>
          </a:p>
        </p:txBody>
      </p:sp>
      <p:sp>
        <p:nvSpPr>
          <p:cNvPr id="5" name="Text Box 5"/>
          <p:cNvSpPr txBox="1">
            <a:spLocks noChangeArrowheads="1"/>
          </p:cNvSpPr>
          <p:nvPr/>
        </p:nvSpPr>
        <p:spPr bwMode="auto">
          <a:xfrm>
            <a:off x="806450" y="1639888"/>
            <a:ext cx="8229600" cy="348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 Là điện cực chọn lọc với ion H</a:t>
            </a:r>
            <a:r>
              <a:rPr lang="en-US" sz="2300" baseline="30000">
                <a:latin typeface="Arial" panose="020B0604020202020204" pitchFamily="34" charset="0"/>
              </a:rPr>
              <a:t>+</a:t>
            </a:r>
            <a:endParaRPr lang="en-US" sz="2300">
              <a:latin typeface="Arial" panose="020B0604020202020204" pitchFamily="34" charset="0"/>
            </a:endParaRP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Gồm một bầu thủy tinh rất mỏng có chứa dung dịch HCl (dung dịch Y) nhúng vào dung dịch này là điện cực so sánh Ag, AgCl có thế nhất định.</a:t>
            </a: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Để đo pH dung dịch (X) ta ghép điện cực thủy tinh với một điện cực so sánh (calomen bão hòa) ta được một pin gồm:</a:t>
            </a:r>
          </a:p>
          <a:p>
            <a:pPr algn="just" eaLnBrk="1" hangingPunct="1">
              <a:lnSpc>
                <a:spcPct val="120000"/>
              </a:lnSpc>
              <a:spcBef>
                <a:spcPts val="600"/>
              </a:spcBef>
              <a:spcAft>
                <a:spcPts val="600"/>
              </a:spcAft>
            </a:pPr>
            <a:r>
              <a:rPr lang="en-US" sz="2300">
                <a:latin typeface="Arial" panose="020B0604020202020204" pitchFamily="34" charset="0"/>
              </a:rPr>
              <a:t>        Ag</a:t>
            </a:r>
            <a:r>
              <a:rPr lang="en-US" sz="2300">
                <a:latin typeface="Arial" panose="020B0604020202020204" pitchFamily="34" charset="0"/>
                <a:sym typeface="Symbol" panose="05050102010706020507" pitchFamily="18" charset="2"/>
              </a:rPr>
              <a:t>AgClDd HCl Dd(X), Cl</a:t>
            </a:r>
            <a:r>
              <a:rPr lang="en-US" sz="2300" baseline="30000">
                <a:latin typeface="Arial" panose="020B0604020202020204" pitchFamily="34" charset="0"/>
                <a:sym typeface="Symbol" panose="05050102010706020507" pitchFamily="18" charset="2"/>
              </a:rPr>
              <a:t>-</a:t>
            </a:r>
            <a:r>
              <a:rPr lang="en-US" sz="2300">
                <a:latin typeface="Arial" panose="020B0604020202020204" pitchFamily="34" charset="0"/>
                <a:sym typeface="Symbol" panose="05050102010706020507" pitchFamily="18" charset="2"/>
              </a:rPr>
              <a:t> Hg</a:t>
            </a:r>
            <a:r>
              <a:rPr lang="en-US" sz="2300" baseline="-25000">
                <a:latin typeface="Arial" panose="020B0604020202020204" pitchFamily="34" charset="0"/>
                <a:sym typeface="Symbol" panose="05050102010706020507" pitchFamily="18" charset="2"/>
              </a:rPr>
              <a:t>2</a:t>
            </a:r>
            <a:r>
              <a:rPr lang="en-US" sz="2300">
                <a:latin typeface="Arial" panose="020B0604020202020204" pitchFamily="34" charset="0"/>
                <a:sym typeface="Symbol" panose="05050102010706020507" pitchFamily="18" charset="2"/>
              </a:rPr>
              <a:t>Cl</a:t>
            </a:r>
            <a:r>
              <a:rPr lang="en-US" sz="2300" baseline="-25000">
                <a:latin typeface="Arial" panose="020B0604020202020204" pitchFamily="34" charset="0"/>
                <a:sym typeface="Symbol" panose="05050102010706020507" pitchFamily="18" charset="2"/>
              </a:rPr>
              <a:t>2</a:t>
            </a:r>
            <a:r>
              <a:rPr lang="en-US" sz="2300">
                <a:latin typeface="Arial" panose="020B0604020202020204" pitchFamily="34" charset="0"/>
                <a:sym typeface="Symbol" panose="05050102010706020507" pitchFamily="18" charset="2"/>
              </a:rPr>
              <a:t>Hg </a:t>
            </a:r>
            <a:endParaRPr lang="en-US" sz="2300" baseline="30000">
              <a:latin typeface="Arial" panose="020B0604020202020204" pitchFamily="34" charset="0"/>
              <a:sym typeface="Symbol" panose="05050102010706020507" pitchFamily="18" charset="2"/>
            </a:endParaRPr>
          </a:p>
        </p:txBody>
      </p:sp>
      <p:sp>
        <p:nvSpPr>
          <p:cNvPr id="6" name="Rounded Rectangle 5"/>
          <p:cNvSpPr/>
          <p:nvPr/>
        </p:nvSpPr>
        <p:spPr>
          <a:xfrm>
            <a:off x="3092450" y="950913"/>
            <a:ext cx="41148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spcBef>
                <a:spcPts val="600"/>
              </a:spcBef>
              <a:spcAft>
                <a:spcPts val="600"/>
              </a:spcAft>
              <a:defRPr/>
            </a:pPr>
            <a:r>
              <a:rPr lang="en-US" sz="2600" b="1" dirty="0" err="1">
                <a:solidFill>
                  <a:schemeClr val="tx1"/>
                </a:solidFill>
                <a:latin typeface="Arial" pitchFamily="34" charset="0"/>
                <a:cs typeface="Arial" pitchFamily="34" charset="0"/>
              </a:rPr>
              <a:t>Điện</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cực</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thủy</a:t>
            </a:r>
            <a:r>
              <a:rPr lang="en-US" sz="2600" b="1" dirty="0">
                <a:solidFill>
                  <a:schemeClr val="tx1"/>
                </a:solidFill>
                <a:latin typeface="Arial" pitchFamily="34" charset="0"/>
                <a:cs typeface="Arial" pitchFamily="34" charset="0"/>
              </a:rPr>
              <a:t> </a:t>
            </a:r>
            <a:r>
              <a:rPr lang="en-US" sz="2600" b="1" dirty="0" err="1">
                <a:solidFill>
                  <a:schemeClr val="tx1"/>
                </a:solidFill>
                <a:latin typeface="Arial" pitchFamily="34" charset="0"/>
                <a:cs typeface="Arial" pitchFamily="34" charset="0"/>
              </a:rPr>
              <a:t>tinh</a:t>
            </a:r>
            <a:endParaRPr lang="en-US" sz="2600" b="1" dirty="0">
              <a:solidFill>
                <a:schemeClr val="tx1"/>
              </a:solidFill>
              <a:latin typeface="Arial" pitchFamily="34" charset="0"/>
              <a:cs typeface="Arial" pitchFamily="34" charset="0"/>
            </a:endParaRPr>
          </a:p>
        </p:txBody>
      </p:sp>
      <p:sp>
        <p:nvSpPr>
          <p:cNvPr id="18739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F682FE2-DE93-43E2-8922-58CEF705B554}" type="slidenum">
              <a:rPr lang="en-US" altLang="ru-RU">
                <a:solidFill>
                  <a:srgbClr val="FFFFFF"/>
                </a:solidFill>
                <a:latin typeface="Arial" panose="020B0604020202020204" pitchFamily="34" charset="0"/>
                <a:cs typeface="Arial" panose="020B0604020202020204" pitchFamily="34" charset="0"/>
              </a:rPr>
              <a:pPr/>
              <a:t>167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418" name="Group 13"/>
          <p:cNvGrpSpPr>
            <a:grpSpLocks/>
          </p:cNvGrpSpPr>
          <p:nvPr/>
        </p:nvGrpSpPr>
        <p:grpSpPr bwMode="auto">
          <a:xfrm>
            <a:off x="1187450" y="373063"/>
            <a:ext cx="4648200" cy="5957887"/>
            <a:chOff x="1593" y="720"/>
            <a:chExt cx="4023" cy="3407"/>
          </a:xfrm>
        </p:grpSpPr>
        <p:pic>
          <p:nvPicPr>
            <p:cNvPr id="188421" name="Picture 5" descr="pHelectrode"/>
            <p:cNvPicPr>
              <a:picLocks noChangeAspect="1" noChangeArrowheads="1"/>
            </p:cNvPicPr>
            <p:nvPr/>
          </p:nvPicPr>
          <p:blipFill>
            <a:blip r:embed="rId2">
              <a:extLst>
                <a:ext uri="{28A0092B-C50C-407E-A947-70E740481C1C}">
                  <a14:useLocalDpi xmlns:a14="http://schemas.microsoft.com/office/drawing/2010/main" val="0"/>
                </a:ext>
              </a:extLst>
            </a:blip>
            <a:srcRect r="4198"/>
            <a:stretch>
              <a:fillRect/>
            </a:stretch>
          </p:blipFill>
          <p:spPr bwMode="auto">
            <a:xfrm>
              <a:off x="1772" y="720"/>
              <a:ext cx="3844" cy="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2" name="Text Box 6"/>
            <p:cNvSpPr txBox="1">
              <a:spLocks noChangeArrowheads="1"/>
            </p:cNvSpPr>
            <p:nvPr/>
          </p:nvSpPr>
          <p:spPr bwMode="auto">
            <a:xfrm>
              <a:off x="3224" y="3933"/>
              <a:ext cx="816" cy="194"/>
            </a:xfrm>
            <a:prstGeom prst="rect">
              <a:avLst/>
            </a:prstGeom>
            <a:solidFill>
              <a:srgbClr val="FCFC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1600">
                  <a:latin typeface="Times New Roman" panose="02020603050405020304" pitchFamily="18" charset="0"/>
                  <a:cs typeface="Times New Roman" panose="02020603050405020304" pitchFamily="18" charset="0"/>
                </a:rPr>
                <a:t>Khuấy từ</a:t>
              </a:r>
            </a:p>
          </p:txBody>
        </p:sp>
        <p:sp>
          <p:nvSpPr>
            <p:cNvPr id="188423" name="Text Box 7"/>
            <p:cNvSpPr txBox="1">
              <a:spLocks noChangeArrowheads="1"/>
            </p:cNvSpPr>
            <p:nvPr/>
          </p:nvSpPr>
          <p:spPr bwMode="auto">
            <a:xfrm>
              <a:off x="1593" y="3847"/>
              <a:ext cx="1583" cy="229"/>
            </a:xfrm>
            <a:prstGeom prst="rect">
              <a:avLst/>
            </a:prstGeom>
            <a:solidFill>
              <a:srgbClr val="FCFC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Màng thủy tinh</a:t>
              </a:r>
            </a:p>
          </p:txBody>
        </p:sp>
        <p:sp>
          <p:nvSpPr>
            <p:cNvPr id="188424" name="Text Box 8"/>
            <p:cNvSpPr txBox="1">
              <a:spLocks noChangeArrowheads="1"/>
            </p:cNvSpPr>
            <p:nvPr/>
          </p:nvSpPr>
          <p:spPr bwMode="auto">
            <a:xfrm>
              <a:off x="2064" y="3072"/>
              <a:ext cx="624" cy="405"/>
            </a:xfrm>
            <a:prstGeom prst="rect">
              <a:avLst/>
            </a:prstGeom>
            <a:solidFill>
              <a:srgbClr val="FCFC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Dây Ag</a:t>
              </a:r>
            </a:p>
          </p:txBody>
        </p:sp>
        <p:sp>
          <p:nvSpPr>
            <p:cNvPr id="188425" name="Text Box 9"/>
            <p:cNvSpPr txBox="1">
              <a:spLocks noChangeArrowheads="1"/>
            </p:cNvSpPr>
            <p:nvPr/>
          </p:nvSpPr>
          <p:spPr bwMode="auto">
            <a:xfrm>
              <a:off x="1806" y="2056"/>
              <a:ext cx="1026" cy="581"/>
            </a:xfrm>
            <a:prstGeom prst="rect">
              <a:avLst/>
            </a:prstGeom>
            <a:solidFill>
              <a:srgbClr val="FCFC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Dd chưa biết gía trị pH</a:t>
              </a:r>
            </a:p>
          </p:txBody>
        </p:sp>
        <p:sp>
          <p:nvSpPr>
            <p:cNvPr id="188426" name="Text Box 10"/>
            <p:cNvSpPr txBox="1">
              <a:spLocks noChangeArrowheads="1"/>
            </p:cNvSpPr>
            <p:nvPr/>
          </p:nvSpPr>
          <p:spPr bwMode="auto">
            <a:xfrm>
              <a:off x="1773" y="981"/>
              <a:ext cx="1314" cy="581"/>
            </a:xfrm>
            <a:prstGeom prst="rect">
              <a:avLst/>
            </a:prstGeom>
            <a:solidFill>
              <a:srgbClr val="FCFC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2000">
                  <a:latin typeface="Times New Roman" panose="02020603050405020304" pitchFamily="18" charset="0"/>
                  <a:cs typeface="Times New Roman" panose="02020603050405020304" pitchFamily="18" charset="0"/>
                </a:rPr>
                <a:t>Điện cực calomel bão hòa</a:t>
              </a:r>
            </a:p>
          </p:txBody>
        </p:sp>
        <p:sp>
          <p:nvSpPr>
            <p:cNvPr id="188427" name="Text Box 11"/>
            <p:cNvSpPr txBox="1">
              <a:spLocks noChangeArrowheads="1"/>
            </p:cNvSpPr>
            <p:nvPr/>
          </p:nvSpPr>
          <p:spPr bwMode="auto">
            <a:xfrm>
              <a:off x="4224" y="1536"/>
              <a:ext cx="1257" cy="405"/>
            </a:xfrm>
            <a:prstGeom prst="rect">
              <a:avLst/>
            </a:prstGeom>
            <a:solidFill>
              <a:srgbClr val="FCFCF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Điện cực thủy tinh</a:t>
              </a:r>
            </a:p>
          </p:txBody>
        </p:sp>
      </p:grpSp>
      <p:pic>
        <p:nvPicPr>
          <p:cNvPr id="188419" name="Picture 4" descr="C:\Documents and Settings\DPTer\Desktop\New Folder\dctt.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5613" y="463550"/>
            <a:ext cx="352107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FF24FD6-9828-4872-8DBE-ACA6ECD5805D}" type="slidenum">
              <a:rPr lang="en-US" altLang="ru-RU">
                <a:solidFill>
                  <a:srgbClr val="FFFFFF"/>
                </a:solidFill>
                <a:latin typeface="Arial" panose="020B0604020202020204" pitchFamily="34" charset="0"/>
                <a:cs typeface="Arial" panose="020B0604020202020204" pitchFamily="34" charset="0"/>
              </a:rPr>
              <a:pPr/>
              <a:t>168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F:\Hoc tap\LHC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738" y="765175"/>
            <a:ext cx="6191250"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3" name="Rectangle 1"/>
          <p:cNvSpPr>
            <a:spLocks noChangeArrowheads="1"/>
          </p:cNvSpPr>
          <p:nvPr/>
        </p:nvSpPr>
        <p:spPr bwMode="auto">
          <a:xfrm>
            <a:off x="250825" y="4381500"/>
            <a:ext cx="85693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sz="2200">
                <a:solidFill>
                  <a:srgbClr val="12171B"/>
                </a:solidFill>
              </a:rPr>
              <a:t>Người ta thay thế thành phần thủy tinh phù hợp sao cho điện thế màng không còn phụ thuộc vào giá trị pH để chế tạo các điện cực màng thủy tinh dùng để xác định các cation hóa trị I như Na</a:t>
            </a:r>
            <a:r>
              <a:rPr lang="en-US" sz="2200" baseline="30000">
                <a:solidFill>
                  <a:srgbClr val="12171B"/>
                </a:solidFill>
              </a:rPr>
              <a:t>+</a:t>
            </a:r>
            <a:r>
              <a:rPr lang="en-US" sz="2200">
                <a:solidFill>
                  <a:srgbClr val="12171B"/>
                </a:solidFill>
              </a:rPr>
              <a:t>, K</a:t>
            </a:r>
            <a:r>
              <a:rPr lang="en-US" sz="2200" baseline="30000">
                <a:solidFill>
                  <a:srgbClr val="12171B"/>
                </a:solidFill>
              </a:rPr>
              <a:t>+</a:t>
            </a:r>
            <a:r>
              <a:rPr lang="en-US" sz="2200">
                <a:solidFill>
                  <a:srgbClr val="12171B"/>
                </a:solidFill>
              </a:rPr>
              <a:t>, NH</a:t>
            </a:r>
            <a:r>
              <a:rPr lang="en-US" sz="2200" baseline="-25000">
                <a:solidFill>
                  <a:srgbClr val="12171B"/>
                </a:solidFill>
              </a:rPr>
              <a:t>4</a:t>
            </a:r>
            <a:r>
              <a:rPr lang="en-US" sz="2200" baseline="30000">
                <a:solidFill>
                  <a:srgbClr val="12171B"/>
                </a:solidFill>
              </a:rPr>
              <a:t>+</a:t>
            </a:r>
            <a:r>
              <a:rPr lang="en-US" sz="2200">
                <a:solidFill>
                  <a:srgbClr val="12171B"/>
                </a:solidFill>
              </a:rPr>
              <a:t>, Cs</a:t>
            </a:r>
            <a:r>
              <a:rPr lang="en-US" sz="2200" baseline="30000">
                <a:solidFill>
                  <a:srgbClr val="12171B"/>
                </a:solidFill>
              </a:rPr>
              <a:t>+</a:t>
            </a:r>
            <a:r>
              <a:rPr lang="en-US" sz="2200">
                <a:solidFill>
                  <a:srgbClr val="12171B"/>
                </a:solidFill>
              </a:rPr>
              <a:t>, Li</a:t>
            </a:r>
            <a:r>
              <a:rPr lang="en-US" sz="2200" baseline="30000">
                <a:solidFill>
                  <a:srgbClr val="12171B"/>
                </a:solidFill>
              </a:rPr>
              <a:t>+</a:t>
            </a:r>
            <a:r>
              <a:rPr lang="en-US" sz="2200">
                <a:solidFill>
                  <a:srgbClr val="12171B"/>
                </a:solidFill>
              </a:rPr>
              <a:t> và Ag</a:t>
            </a:r>
            <a:r>
              <a:rPr lang="en-US" sz="2200" baseline="30000">
                <a:solidFill>
                  <a:srgbClr val="12171B"/>
                </a:solidFill>
              </a:rPr>
              <a:t>+</a:t>
            </a:r>
            <a:r>
              <a:rPr lang="en-US" sz="2200">
                <a:solidFill>
                  <a:srgbClr val="12171B"/>
                </a:solidFill>
              </a:rPr>
              <a:t>.</a:t>
            </a:r>
          </a:p>
        </p:txBody>
      </p:sp>
      <p:sp>
        <p:nvSpPr>
          <p:cNvPr id="189444"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38868B3-4679-411A-96EA-5348ED3CB0AE}" type="slidenum">
              <a:rPr lang="en-US" altLang="ru-RU">
                <a:solidFill>
                  <a:srgbClr val="FFFFFF"/>
                </a:solidFill>
                <a:latin typeface="Arial" panose="020B0604020202020204" pitchFamily="34" charset="0"/>
                <a:cs typeface="Arial" panose="020B0604020202020204" pitchFamily="34" charset="0"/>
              </a:rPr>
              <a:pPr/>
              <a:t>169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F:\Hoc tap\fig-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163" y="1557338"/>
            <a:ext cx="7010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6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6414ED0-D2F3-484E-B72C-78A1E5D10492}" type="slidenum">
              <a:rPr lang="en-US" altLang="ru-RU">
                <a:solidFill>
                  <a:srgbClr val="FFFFFF"/>
                </a:solidFill>
                <a:latin typeface="Arial" panose="020B0604020202020204" pitchFamily="34" charset="0"/>
                <a:cs typeface="Arial" panose="020B0604020202020204" pitchFamily="34" charset="0"/>
              </a:rPr>
              <a:pPr/>
              <a:t>170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Hoc tap\pHstem.gif_width6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557338"/>
            <a:ext cx="7696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53E9A4-48DC-4EF5-A16F-FD9353213FBE}" type="slidenum">
              <a:rPr lang="en-US" altLang="ru-RU">
                <a:solidFill>
                  <a:srgbClr val="FFFFFF"/>
                </a:solidFill>
                <a:latin typeface="Arial" panose="020B0604020202020204" pitchFamily="34" charset="0"/>
                <a:cs typeface="Arial" panose="020B0604020202020204" pitchFamily="34" charset="0"/>
              </a:rPr>
              <a:pPr/>
              <a:t>171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412875" y="1773238"/>
            <a:ext cx="72009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buClr>
                <a:srgbClr val="00B050"/>
              </a:buClr>
              <a:buSzPct val="80000"/>
              <a:buFont typeface="Wingdings 2" panose="05020102010507070707" pitchFamily="18" charset="2"/>
              <a:buNone/>
            </a:pPr>
            <a:r>
              <a:rPr lang="en-US" altLang="en-US" sz="2300">
                <a:latin typeface="Arial" panose="020B0604020202020204" pitchFamily="34" charset="0"/>
                <a:cs typeface="Arial" panose="020B0604020202020204" pitchFamily="34" charset="0"/>
              </a:rPr>
              <a:t>Khi được nhúng trong dung dịch khảo sát thì 2 điện cực của máy hoạt động giống như 1 chiếc pin (giống chuẩn độ điện thế). Sự chênh lệnh điện thế giữa 2 điện cực cho ta biết chỉ số pH.</a:t>
            </a:r>
          </a:p>
        </p:txBody>
      </p:sp>
      <p:sp>
        <p:nvSpPr>
          <p:cNvPr id="192515" name="Rectangle 1"/>
          <p:cNvSpPr>
            <a:spLocks noChangeArrowheads="1"/>
          </p:cNvSpPr>
          <p:nvPr/>
        </p:nvSpPr>
        <p:spPr bwMode="auto">
          <a:xfrm>
            <a:off x="2484438" y="5343525"/>
            <a:ext cx="4316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buFont typeface="Wingdings" panose="05000000000000000000" pitchFamily="2" charset="2"/>
              <a:buNone/>
            </a:pPr>
            <a:r>
              <a:rPr lang="en-US" altLang="zh-CN" sz="2400">
                <a:latin typeface="Arial" panose="020B0604020202020204" pitchFamily="34" charset="0"/>
                <a:cs typeface="Arial" panose="020B0604020202020204" pitchFamily="34" charset="0"/>
              </a:rPr>
              <a:t>E</a:t>
            </a:r>
            <a:r>
              <a:rPr lang="en-US" altLang="zh-CN" sz="2400" baseline="-25000">
                <a:latin typeface="Arial" panose="020B0604020202020204" pitchFamily="34" charset="0"/>
                <a:cs typeface="Arial" panose="020B0604020202020204" pitchFamily="34" charset="0"/>
              </a:rPr>
              <a:t>đc </a:t>
            </a:r>
            <a:r>
              <a:rPr lang="en-US" altLang="zh-CN" sz="2400">
                <a:latin typeface="Arial" panose="020B0604020202020204" pitchFamily="34" charset="0"/>
                <a:cs typeface="Arial" panose="020B0604020202020204" pitchFamily="34" charset="0"/>
              </a:rPr>
              <a:t>= A - 0.059 pH sai trang 42</a:t>
            </a:r>
          </a:p>
        </p:txBody>
      </p:sp>
      <p:sp>
        <p:nvSpPr>
          <p:cNvPr id="192516"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E61A553-2E20-480F-AE49-C25B8375C194}" type="slidenum">
              <a:rPr lang="en-US" altLang="ru-RU">
                <a:solidFill>
                  <a:srgbClr val="FFFFFF"/>
                </a:solidFill>
                <a:latin typeface="Arial" panose="020B0604020202020204" pitchFamily="34" charset="0"/>
                <a:cs typeface="Arial" panose="020B0604020202020204" pitchFamily="34" charset="0"/>
              </a:rPr>
              <a:pPr/>
              <a:t>172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1331913" y="714375"/>
            <a:ext cx="7272337" cy="549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Ø"/>
            </a:pPr>
            <a:r>
              <a:rPr lang="en-US" sz="2300" b="1" i="1">
                <a:latin typeface="Arial" panose="020B0604020202020204" pitchFamily="34" charset="0"/>
              </a:rPr>
              <a:t>Ưu điểm:</a:t>
            </a: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Rất nhạy với ion H</a:t>
            </a:r>
            <a:r>
              <a:rPr lang="en-US" sz="2300" baseline="30000">
                <a:latin typeface="Arial" panose="020B0604020202020204" pitchFamily="34" charset="0"/>
              </a:rPr>
              <a:t>+</a:t>
            </a:r>
            <a:endParaRPr lang="en-US" sz="2300">
              <a:latin typeface="Arial" panose="020B0604020202020204" pitchFamily="34" charset="0"/>
            </a:endParaRP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Thủy tinh gần như trơ với tất cả các hóa chất nên có thể sử dụng ở nhiều môi trường khác nhau.</a:t>
            </a:r>
          </a:p>
          <a:p>
            <a:pPr algn="just" eaLnBrk="1" hangingPunct="1">
              <a:lnSpc>
                <a:spcPct val="120000"/>
              </a:lnSpc>
              <a:spcBef>
                <a:spcPts val="600"/>
              </a:spcBef>
              <a:spcAft>
                <a:spcPts val="600"/>
              </a:spcAft>
              <a:buFont typeface="Wingdings" panose="05000000000000000000" pitchFamily="2" charset="2"/>
              <a:buChar char="Ø"/>
            </a:pPr>
            <a:r>
              <a:rPr lang="en-US" sz="2300" b="1" i="1">
                <a:latin typeface="Arial" panose="020B0604020202020204" pitchFamily="34" charset="0"/>
              </a:rPr>
              <a:t>Nhược điểm:</a:t>
            </a: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rPr>
              <a:t>Điện cực thủy tinh dễ bể</a:t>
            </a:r>
          </a:p>
          <a:p>
            <a:pPr algn="just" eaLnBrk="1" hangingPunct="1">
              <a:lnSpc>
                <a:spcPct val="120000"/>
              </a:lnSpc>
              <a:spcBef>
                <a:spcPts val="600"/>
              </a:spcBef>
              <a:spcAft>
                <a:spcPts val="600"/>
              </a:spcAft>
              <a:buFont typeface="Wingdings" panose="05000000000000000000" pitchFamily="2" charset="2"/>
              <a:buChar char="§"/>
            </a:pPr>
            <a:r>
              <a:rPr lang="en-US" sz="2300">
                <a:latin typeface="Arial" panose="020B0604020202020204" pitchFamily="34" charset="0"/>
                <a:sym typeface="Symbol" panose="05050102010706020507" pitchFamily="18" charset="2"/>
              </a:rPr>
              <a:t>Chỉ cho kết quả chính xác trong khoảng pH=1-10, với pH&gt;10</a:t>
            </a:r>
            <a:r>
              <a:rPr lang="en-US" sz="2300">
                <a:latin typeface="Arial" panose="020B0604020202020204" pitchFamily="34" charset="0"/>
                <a:sym typeface="Wingdings" panose="05000000000000000000" pitchFamily="2" charset="2"/>
              </a:rPr>
              <a:t> E tùy thuộc a</a:t>
            </a:r>
            <a:r>
              <a:rPr lang="en-US" sz="2300" baseline="-25000">
                <a:latin typeface="Arial" panose="020B0604020202020204" pitchFamily="34" charset="0"/>
                <a:sym typeface="Wingdings" panose="05000000000000000000" pitchFamily="2" charset="2"/>
              </a:rPr>
              <a:t>Na+</a:t>
            </a:r>
            <a:r>
              <a:rPr lang="en-US" sz="2300" baseline="30000">
                <a:latin typeface="Arial" panose="020B0604020202020204" pitchFamily="34" charset="0"/>
                <a:sym typeface="Wingdings" panose="05000000000000000000" pitchFamily="2" charset="2"/>
              </a:rPr>
              <a:t> </a:t>
            </a:r>
            <a:r>
              <a:rPr lang="en-US" sz="2300">
                <a:latin typeface="Arial" panose="020B0604020202020204" pitchFamily="34" charset="0"/>
                <a:sym typeface="Wingdings" panose="05000000000000000000" pitchFamily="2" charset="2"/>
              </a:rPr>
              <a:t>cho kết quả sai số pH&gt;10 (sai số kiềm, sai số âm); với pH&lt;1  E tùy thuộc a</a:t>
            </a:r>
            <a:r>
              <a:rPr lang="en-US" sz="2300" baseline="-25000">
                <a:latin typeface="Arial" panose="020B0604020202020204" pitchFamily="34" charset="0"/>
                <a:sym typeface="Wingdings" panose="05000000000000000000" pitchFamily="2" charset="2"/>
              </a:rPr>
              <a:t>H+</a:t>
            </a:r>
            <a:r>
              <a:rPr lang="en-US" sz="2300">
                <a:latin typeface="Arial" panose="020B0604020202020204" pitchFamily="34" charset="0"/>
                <a:sym typeface="Wingdings" panose="05000000000000000000" pitchFamily="2" charset="2"/>
              </a:rPr>
              <a:t> cho kết quả sai số pH&lt;1 (sai số axit, sai số dương).</a:t>
            </a:r>
            <a:endParaRPr lang="en-US" sz="2300">
              <a:latin typeface="Arial" panose="020B0604020202020204" pitchFamily="34" charset="0"/>
              <a:sym typeface="Symbol" panose="05050102010706020507" pitchFamily="18" charset="2"/>
            </a:endParaRPr>
          </a:p>
        </p:txBody>
      </p:sp>
      <p:sp>
        <p:nvSpPr>
          <p:cNvPr id="7" name="Rounded Rectangle 6"/>
          <p:cNvSpPr/>
          <p:nvPr/>
        </p:nvSpPr>
        <p:spPr>
          <a:xfrm>
            <a:off x="3635375" y="104775"/>
            <a:ext cx="3538538"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spcBef>
                <a:spcPts val="600"/>
              </a:spcBef>
              <a:spcAft>
                <a:spcPts val="600"/>
              </a:spcAft>
              <a:defRPr/>
            </a:pPr>
            <a:r>
              <a:rPr lang="en-US" sz="2400" b="1" dirty="0" err="1">
                <a:solidFill>
                  <a:schemeClr val="tx1"/>
                </a:solidFill>
                <a:latin typeface="Arial" pitchFamily="34" charset="0"/>
                <a:cs typeface="Arial" pitchFamily="34" charset="0"/>
              </a:rPr>
              <a:t>Điện</a:t>
            </a:r>
            <a:r>
              <a:rPr lang="en-US" sz="2400" b="1" dirty="0">
                <a:solidFill>
                  <a:schemeClr val="tx1"/>
                </a:solidFill>
                <a:latin typeface="Arial" pitchFamily="34" charset="0"/>
                <a:cs typeface="Arial" pitchFamily="34" charset="0"/>
              </a:rPr>
              <a:t> </a:t>
            </a:r>
            <a:r>
              <a:rPr lang="en-US" sz="2400" b="1" dirty="0" err="1">
                <a:solidFill>
                  <a:schemeClr val="tx1"/>
                </a:solidFill>
                <a:latin typeface="Arial" pitchFamily="34" charset="0"/>
                <a:cs typeface="Arial" pitchFamily="34" charset="0"/>
              </a:rPr>
              <a:t>cực</a:t>
            </a:r>
            <a:r>
              <a:rPr lang="en-US" sz="2400" b="1" dirty="0">
                <a:solidFill>
                  <a:schemeClr val="tx1"/>
                </a:solidFill>
                <a:latin typeface="Arial" pitchFamily="34" charset="0"/>
                <a:cs typeface="Arial" pitchFamily="34" charset="0"/>
              </a:rPr>
              <a:t> </a:t>
            </a:r>
            <a:r>
              <a:rPr lang="en-US" sz="2400" b="1" dirty="0" err="1">
                <a:solidFill>
                  <a:schemeClr val="tx1"/>
                </a:solidFill>
                <a:latin typeface="Arial" pitchFamily="34" charset="0"/>
                <a:cs typeface="Arial" pitchFamily="34" charset="0"/>
              </a:rPr>
              <a:t>thủy</a:t>
            </a:r>
            <a:r>
              <a:rPr lang="en-US" sz="2400" b="1" dirty="0">
                <a:solidFill>
                  <a:schemeClr val="tx1"/>
                </a:solidFill>
                <a:latin typeface="Arial" pitchFamily="34" charset="0"/>
                <a:cs typeface="Arial" pitchFamily="34" charset="0"/>
              </a:rPr>
              <a:t> </a:t>
            </a:r>
            <a:r>
              <a:rPr lang="en-US" sz="2400" b="1" dirty="0" err="1">
                <a:solidFill>
                  <a:schemeClr val="tx1"/>
                </a:solidFill>
                <a:latin typeface="Arial" pitchFamily="34" charset="0"/>
                <a:cs typeface="Arial" pitchFamily="34" charset="0"/>
              </a:rPr>
              <a:t>tinh</a:t>
            </a:r>
            <a:endParaRPr lang="en-US" sz="2400" b="1" dirty="0">
              <a:solidFill>
                <a:schemeClr val="tx1"/>
              </a:solidFill>
              <a:latin typeface="Arial" pitchFamily="34" charset="0"/>
              <a:cs typeface="Arial" pitchFamily="34" charset="0"/>
            </a:endParaRPr>
          </a:p>
        </p:txBody>
      </p:sp>
      <p:sp>
        <p:nvSpPr>
          <p:cNvPr id="19354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8C638FC-0EDA-461B-A033-CC6DF2EA9A9E}" type="slidenum">
              <a:rPr lang="en-US" altLang="ru-RU">
                <a:solidFill>
                  <a:srgbClr val="FFFFFF"/>
                </a:solidFill>
                <a:latin typeface="Arial" panose="020B0604020202020204" pitchFamily="34" charset="0"/>
                <a:cs typeface="Arial" panose="020B0604020202020204" pitchFamily="34" charset="0"/>
              </a:rPr>
              <a:pPr/>
              <a:t>173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7" dur="500"/>
                                        <p:tgtEl>
                                          <p:spTgt spid="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randombar(horizontal)">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973138" y="150813"/>
            <a:ext cx="5254625" cy="714375"/>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3.3. </a:t>
            </a:r>
            <a:r>
              <a:rPr lang="vi-VN" sz="2800" b="1">
                <a:solidFill>
                  <a:srgbClr val="072B39"/>
                </a:solidFill>
                <a:latin typeface="Times New Roman" panose="02020603050405020304" pitchFamily="18" charset="0"/>
                <a:cs typeface="Times New Roman" panose="02020603050405020304" pitchFamily="18" charset="0"/>
              </a:rPr>
              <a:t>Các phương pháp điện thế </a:t>
            </a:r>
            <a:endParaRPr lang="en-US" sz="2800" b="1">
              <a:solidFill>
                <a:srgbClr val="072B39"/>
              </a:solidFill>
              <a:latin typeface="Times New Roman" panose="02020603050405020304" pitchFamily="18" charset="0"/>
              <a:cs typeface="Times New Roman" panose="02020603050405020304" pitchFamily="18" charset="0"/>
            </a:endParaRPr>
          </a:p>
        </p:txBody>
      </p:sp>
      <p:grpSp>
        <p:nvGrpSpPr>
          <p:cNvPr id="194563" name="Group 4"/>
          <p:cNvGrpSpPr>
            <a:grpSpLocks/>
          </p:cNvGrpSpPr>
          <p:nvPr/>
        </p:nvGrpSpPr>
        <p:grpSpPr bwMode="auto">
          <a:xfrm>
            <a:off x="1835150" y="1625600"/>
            <a:ext cx="6553200" cy="4467225"/>
            <a:chOff x="1371600" y="1524001"/>
            <a:chExt cx="6553200" cy="4467224"/>
          </a:xfrm>
        </p:grpSpPr>
        <p:sp>
          <p:nvSpPr>
            <p:cNvPr id="194565" name="AutoShape 4"/>
            <p:cNvSpPr>
              <a:spLocks noChangeArrowheads="1"/>
            </p:cNvSpPr>
            <p:nvPr/>
          </p:nvSpPr>
          <p:spPr bwMode="gray">
            <a:xfrm>
              <a:off x="5638800" y="3324226"/>
              <a:ext cx="2286000" cy="2666999"/>
            </a:xfrm>
            <a:prstGeom prst="roundRect">
              <a:avLst>
                <a:gd name="adj" fmla="val 16667"/>
              </a:avLst>
            </a:prstGeom>
            <a:gradFill rotWithShape="1">
              <a:gsLst>
                <a:gs pos="0">
                  <a:srgbClr val="FFFFFF"/>
                </a:gs>
                <a:gs pos="100000">
                  <a:srgbClr val="9EF2CC"/>
                </a:gs>
              </a:gsLst>
              <a:lin ang="2700000" scaled="1"/>
            </a:gradFill>
            <a:ln w="38100">
              <a:solidFill>
                <a:srgbClr val="969696"/>
              </a:solidFill>
              <a:round/>
              <a:headEnd/>
              <a:tailEnd/>
            </a:ln>
            <a:effectLst>
              <a:outerShdw dist="91581" dir="3378596" algn="ctr" rotWithShape="0">
                <a:srgbClr val="B2B2B2">
                  <a:alpha val="50000"/>
                </a:srgbClr>
              </a:outerShdw>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94566" name="Text Box 5"/>
            <p:cNvSpPr txBox="1">
              <a:spLocks noChangeArrowheads="1"/>
            </p:cNvSpPr>
            <p:nvPr/>
          </p:nvSpPr>
          <p:spPr bwMode="gray">
            <a:xfrm>
              <a:off x="5791200" y="3810000"/>
              <a:ext cx="2057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latin typeface="Arial" panose="020B0604020202020204" pitchFamily="34" charset="0"/>
                  <a:cs typeface="Arial" panose="020B0604020202020204" pitchFamily="34" charset="0"/>
                </a:rPr>
                <a:t>Phương pháp chuẩn độ điện thế</a:t>
              </a:r>
            </a:p>
          </p:txBody>
        </p:sp>
        <p:sp>
          <p:nvSpPr>
            <p:cNvPr id="194567" name="AutoShape 6"/>
            <p:cNvSpPr>
              <a:spLocks noChangeArrowheads="1"/>
            </p:cNvSpPr>
            <p:nvPr/>
          </p:nvSpPr>
          <p:spPr bwMode="gray">
            <a:xfrm>
              <a:off x="1371600" y="3324226"/>
              <a:ext cx="2286000" cy="2666999"/>
            </a:xfrm>
            <a:prstGeom prst="roundRect">
              <a:avLst>
                <a:gd name="adj" fmla="val 16667"/>
              </a:avLst>
            </a:prstGeom>
            <a:gradFill rotWithShape="1">
              <a:gsLst>
                <a:gs pos="0">
                  <a:srgbClr val="FFFFFF"/>
                </a:gs>
                <a:gs pos="100000">
                  <a:srgbClr val="C9E4FF"/>
                </a:gs>
              </a:gsLst>
              <a:lin ang="2700000" scaled="1"/>
            </a:gradFill>
            <a:ln w="38100">
              <a:solidFill>
                <a:srgbClr val="969696"/>
              </a:solidFill>
              <a:round/>
              <a:headEnd/>
              <a:tailEnd/>
            </a:ln>
            <a:effectLst>
              <a:outerShdw dist="91581" dir="3378596" algn="ctr" rotWithShape="0">
                <a:srgbClr val="B2B2B2">
                  <a:alpha val="50000"/>
                </a:srgbClr>
              </a:outerShdw>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94568" name="Text Box 7"/>
            <p:cNvSpPr txBox="1">
              <a:spLocks noChangeArrowheads="1"/>
            </p:cNvSpPr>
            <p:nvPr/>
          </p:nvSpPr>
          <p:spPr bwMode="gray">
            <a:xfrm>
              <a:off x="1524000" y="3746718"/>
              <a:ext cx="203835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solidFill>
                    <a:srgbClr val="000000"/>
                  </a:solidFill>
                  <a:latin typeface="Arial" panose="020B0604020202020204" pitchFamily="34" charset="0"/>
                  <a:cs typeface="Arial" panose="020B0604020202020204" pitchFamily="34" charset="0"/>
                </a:rPr>
                <a:t>Phương pháp điện thế kế trực tiếp</a:t>
              </a:r>
            </a:p>
          </p:txBody>
        </p:sp>
        <p:sp>
          <p:nvSpPr>
            <p:cNvPr id="194569" name="Freeform 9"/>
            <p:cNvSpPr>
              <a:spLocks/>
            </p:cNvSpPr>
            <p:nvPr/>
          </p:nvSpPr>
          <p:spPr bwMode="gray">
            <a:xfrm>
              <a:off x="3451225" y="3227388"/>
              <a:ext cx="903288" cy="1241425"/>
            </a:xfrm>
            <a:custGeom>
              <a:avLst/>
              <a:gdLst>
                <a:gd name="T0" fmla="*/ 2147483646 w 580"/>
                <a:gd name="T1" fmla="*/ 0 h 798"/>
                <a:gd name="T2" fmla="*/ 2147483646 w 580"/>
                <a:gd name="T3" fmla="*/ 2147483646 h 798"/>
                <a:gd name="T4" fmla="*/ 2147483646 w 580"/>
                <a:gd name="T5" fmla="*/ 2147483646 h 798"/>
                <a:gd name="T6" fmla="*/ 2147483646 w 580"/>
                <a:gd name="T7" fmla="*/ 2147483646 h 798"/>
                <a:gd name="T8" fmla="*/ 2147483646 w 580"/>
                <a:gd name="T9" fmla="*/ 2147483646 h 798"/>
                <a:gd name="T10" fmla="*/ 2147483646 w 580"/>
                <a:gd name="T11" fmla="*/ 2147483646 h 798"/>
                <a:gd name="T12" fmla="*/ 2147483646 w 580"/>
                <a:gd name="T13" fmla="*/ 2147483646 h 798"/>
                <a:gd name="T14" fmla="*/ 2147483646 w 580"/>
                <a:gd name="T15" fmla="*/ 2147483646 h 798"/>
                <a:gd name="T16" fmla="*/ 2147483646 w 580"/>
                <a:gd name="T17" fmla="*/ 2147483646 h 798"/>
                <a:gd name="T18" fmla="*/ 2147483646 w 580"/>
                <a:gd name="T19" fmla="*/ 2147483646 h 798"/>
                <a:gd name="T20" fmla="*/ 2147483646 w 580"/>
                <a:gd name="T21" fmla="*/ 2147483646 h 798"/>
                <a:gd name="T22" fmla="*/ 2147483646 w 580"/>
                <a:gd name="T23" fmla="*/ 2147483646 h 798"/>
                <a:gd name="T24" fmla="*/ 0 w 580"/>
                <a:gd name="T25" fmla="*/ 2147483646 h 798"/>
                <a:gd name="T26" fmla="*/ 2147483646 w 580"/>
                <a:gd name="T27" fmla="*/ 2147483646 h 798"/>
                <a:gd name="T28" fmla="*/ 2147483646 w 580"/>
                <a:gd name="T29" fmla="*/ 2147483646 h 798"/>
                <a:gd name="T30" fmla="*/ 2147483646 w 580"/>
                <a:gd name="T31" fmla="*/ 2147483646 h 798"/>
                <a:gd name="T32" fmla="*/ 2147483646 w 580"/>
                <a:gd name="T33" fmla="*/ 2147483646 h 798"/>
                <a:gd name="T34" fmla="*/ 2147483646 w 580"/>
                <a:gd name="T35" fmla="*/ 2147483646 h 798"/>
                <a:gd name="T36" fmla="*/ 2147483646 w 580"/>
                <a:gd name="T37" fmla="*/ 2147483646 h 798"/>
                <a:gd name="T38" fmla="*/ 2147483646 w 580"/>
                <a:gd name="T39" fmla="*/ 2147483646 h 798"/>
                <a:gd name="T40" fmla="*/ 2147483646 w 580"/>
                <a:gd name="T41" fmla="*/ 2147483646 h 798"/>
                <a:gd name="T42" fmla="*/ 2147483646 w 580"/>
                <a:gd name="T43" fmla="*/ 2147483646 h 798"/>
                <a:gd name="T44" fmla="*/ 2147483646 w 580"/>
                <a:gd name="T45" fmla="*/ 2147483646 h 798"/>
                <a:gd name="T46" fmla="*/ 2147483646 w 580"/>
                <a:gd name="T47" fmla="*/ 2147483646 h 798"/>
                <a:gd name="T48" fmla="*/ 2147483646 w 580"/>
                <a:gd name="T49" fmla="*/ 2147483646 h 798"/>
                <a:gd name="T50" fmla="*/ 2147483646 w 580"/>
                <a:gd name="T51" fmla="*/ 2147483646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0099CC"/>
                </a:gs>
                <a:gs pos="100000">
                  <a:srgbClr val="AEDFE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570" name="Freeform 11"/>
            <p:cNvSpPr>
              <a:spLocks/>
            </p:cNvSpPr>
            <p:nvPr/>
          </p:nvSpPr>
          <p:spPr bwMode="gray">
            <a:xfrm flipH="1">
              <a:off x="4951413" y="3227388"/>
              <a:ext cx="903287" cy="1241425"/>
            </a:xfrm>
            <a:custGeom>
              <a:avLst/>
              <a:gdLst>
                <a:gd name="T0" fmla="*/ 2147483646 w 580"/>
                <a:gd name="T1" fmla="*/ 0 h 798"/>
                <a:gd name="T2" fmla="*/ 2147483646 w 580"/>
                <a:gd name="T3" fmla="*/ 2147483646 h 798"/>
                <a:gd name="T4" fmla="*/ 2147483646 w 580"/>
                <a:gd name="T5" fmla="*/ 2147483646 h 798"/>
                <a:gd name="T6" fmla="*/ 2147483646 w 580"/>
                <a:gd name="T7" fmla="*/ 2147483646 h 798"/>
                <a:gd name="T8" fmla="*/ 2147483646 w 580"/>
                <a:gd name="T9" fmla="*/ 2147483646 h 798"/>
                <a:gd name="T10" fmla="*/ 2147483646 w 580"/>
                <a:gd name="T11" fmla="*/ 2147483646 h 798"/>
                <a:gd name="T12" fmla="*/ 2147483646 w 580"/>
                <a:gd name="T13" fmla="*/ 2147483646 h 798"/>
                <a:gd name="T14" fmla="*/ 2147483646 w 580"/>
                <a:gd name="T15" fmla="*/ 2147483646 h 798"/>
                <a:gd name="T16" fmla="*/ 2147483646 w 580"/>
                <a:gd name="T17" fmla="*/ 2147483646 h 798"/>
                <a:gd name="T18" fmla="*/ 2147483646 w 580"/>
                <a:gd name="T19" fmla="*/ 2147483646 h 798"/>
                <a:gd name="T20" fmla="*/ 2147483646 w 580"/>
                <a:gd name="T21" fmla="*/ 2147483646 h 798"/>
                <a:gd name="T22" fmla="*/ 2147483646 w 580"/>
                <a:gd name="T23" fmla="*/ 2147483646 h 798"/>
                <a:gd name="T24" fmla="*/ 0 w 580"/>
                <a:gd name="T25" fmla="*/ 2147483646 h 798"/>
                <a:gd name="T26" fmla="*/ 2147483646 w 580"/>
                <a:gd name="T27" fmla="*/ 2147483646 h 798"/>
                <a:gd name="T28" fmla="*/ 2147483646 w 580"/>
                <a:gd name="T29" fmla="*/ 2147483646 h 798"/>
                <a:gd name="T30" fmla="*/ 2147483646 w 580"/>
                <a:gd name="T31" fmla="*/ 2147483646 h 798"/>
                <a:gd name="T32" fmla="*/ 2147483646 w 580"/>
                <a:gd name="T33" fmla="*/ 2147483646 h 798"/>
                <a:gd name="T34" fmla="*/ 2147483646 w 580"/>
                <a:gd name="T35" fmla="*/ 2147483646 h 798"/>
                <a:gd name="T36" fmla="*/ 2147483646 w 580"/>
                <a:gd name="T37" fmla="*/ 2147483646 h 798"/>
                <a:gd name="T38" fmla="*/ 2147483646 w 580"/>
                <a:gd name="T39" fmla="*/ 2147483646 h 798"/>
                <a:gd name="T40" fmla="*/ 2147483646 w 580"/>
                <a:gd name="T41" fmla="*/ 2147483646 h 798"/>
                <a:gd name="T42" fmla="*/ 2147483646 w 580"/>
                <a:gd name="T43" fmla="*/ 2147483646 h 798"/>
                <a:gd name="T44" fmla="*/ 2147483646 w 580"/>
                <a:gd name="T45" fmla="*/ 2147483646 h 798"/>
                <a:gd name="T46" fmla="*/ 2147483646 w 580"/>
                <a:gd name="T47" fmla="*/ 2147483646 h 798"/>
                <a:gd name="T48" fmla="*/ 2147483646 w 580"/>
                <a:gd name="T49" fmla="*/ 2147483646 h 798"/>
                <a:gd name="T50" fmla="*/ 2147483646 w 580"/>
                <a:gd name="T51" fmla="*/ 2147483646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9966"/>
                </a:gs>
                <a:gs pos="100000">
                  <a:srgbClr val="FFDFCE"/>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94571" name="Group 12"/>
            <p:cNvGrpSpPr>
              <a:grpSpLocks/>
            </p:cNvGrpSpPr>
            <p:nvPr/>
          </p:nvGrpSpPr>
          <p:grpSpPr bwMode="auto">
            <a:xfrm>
              <a:off x="2033641" y="1524001"/>
              <a:ext cx="4897938" cy="1603376"/>
              <a:chOff x="2017" y="1314"/>
              <a:chExt cx="1868" cy="1010"/>
            </a:xfrm>
          </p:grpSpPr>
          <p:grpSp>
            <p:nvGrpSpPr>
              <p:cNvPr id="194573" name="Group 13"/>
              <p:cNvGrpSpPr>
                <a:grpSpLocks/>
              </p:cNvGrpSpPr>
              <p:nvPr/>
            </p:nvGrpSpPr>
            <p:grpSpPr bwMode="auto">
              <a:xfrm>
                <a:off x="2017" y="1434"/>
                <a:ext cx="1868" cy="890"/>
                <a:chOff x="1994" y="1057"/>
                <a:chExt cx="1905" cy="907"/>
              </a:xfrm>
            </p:grpSpPr>
            <p:sp>
              <p:nvSpPr>
                <p:cNvPr id="194578" name="Oval 14"/>
                <p:cNvSpPr>
                  <a:spLocks noChangeArrowheads="1"/>
                </p:cNvSpPr>
                <p:nvPr/>
              </p:nvSpPr>
              <p:spPr bwMode="gray">
                <a:xfrm>
                  <a:off x="1994" y="1057"/>
                  <a:ext cx="1905" cy="907"/>
                </a:xfrm>
                <a:prstGeom prst="ellipse">
                  <a:avLst/>
                </a:prstGeom>
                <a:gradFill rotWithShape="1">
                  <a:gsLst>
                    <a:gs pos="0">
                      <a:srgbClr val="204882"/>
                    </a:gs>
                    <a:gs pos="100000">
                      <a:srgbClr val="3371CD"/>
                    </a:gs>
                  </a:gsLst>
                  <a:lin ang="2700000" scaled="1"/>
                </a:gradFill>
                <a:ln>
                  <a:noFill/>
                </a:ln>
                <a:effectLst>
                  <a:outerShdw dist="35921" dir="2700000" algn="ctr" rotWithShape="0">
                    <a:srgbClr val="000000"/>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94579" name="Oval 15"/>
                <p:cNvSpPr>
                  <a:spLocks noChangeArrowheads="1"/>
                </p:cNvSpPr>
                <p:nvPr/>
              </p:nvSpPr>
              <p:spPr bwMode="gray">
                <a:xfrm>
                  <a:off x="2104" y="1057"/>
                  <a:ext cx="1600" cy="740"/>
                </a:xfrm>
                <a:prstGeom prst="ellipse">
                  <a:avLst/>
                </a:prstGeom>
                <a:gradFill rotWithShape="1">
                  <a:gsLst>
                    <a:gs pos="0">
                      <a:srgbClr val="A5C0E9"/>
                    </a:gs>
                    <a:gs pos="100000">
                      <a:srgbClr val="3371CD"/>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grpSp>
          <p:sp>
            <p:nvSpPr>
              <p:cNvPr id="194574" name="Oval 16"/>
              <p:cNvSpPr>
                <a:spLocks noChangeArrowheads="1"/>
              </p:cNvSpPr>
              <p:nvPr/>
            </p:nvSpPr>
            <p:spPr bwMode="gray">
              <a:xfrm>
                <a:off x="2086" y="1314"/>
                <a:ext cx="1691" cy="845"/>
              </a:xfrm>
              <a:prstGeom prst="ellipse">
                <a:avLst/>
              </a:prstGeom>
              <a:gradFill rotWithShape="1">
                <a:gsLst>
                  <a:gs pos="0">
                    <a:srgbClr val="6A583B"/>
                  </a:gs>
                  <a:gs pos="100000">
                    <a:srgbClr val="E6BF80"/>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94575" name="Oval 17"/>
              <p:cNvSpPr>
                <a:spLocks noChangeArrowheads="1"/>
              </p:cNvSpPr>
              <p:nvPr/>
            </p:nvSpPr>
            <p:spPr bwMode="gray">
              <a:xfrm>
                <a:off x="2108" y="1319"/>
                <a:ext cx="1650" cy="824"/>
              </a:xfrm>
              <a:prstGeom prst="ellipse">
                <a:avLst/>
              </a:prstGeom>
              <a:gradFill rotWithShape="1">
                <a:gsLst>
                  <a:gs pos="0">
                    <a:srgbClr val="E6BF80">
                      <a:alpha val="0"/>
                    </a:srgbClr>
                  </a:gs>
                  <a:gs pos="100000">
                    <a:srgbClr val="F6E9D3"/>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94576" name="Oval 18"/>
              <p:cNvSpPr>
                <a:spLocks noChangeArrowheads="1"/>
              </p:cNvSpPr>
              <p:nvPr/>
            </p:nvSpPr>
            <p:spPr bwMode="gray">
              <a:xfrm>
                <a:off x="2125" y="1327"/>
                <a:ext cx="1570" cy="770"/>
              </a:xfrm>
              <a:prstGeom prst="ellipse">
                <a:avLst/>
              </a:prstGeom>
              <a:gradFill rotWithShape="1">
                <a:gsLst>
                  <a:gs pos="0">
                    <a:srgbClr val="B69765"/>
                  </a:gs>
                  <a:gs pos="100000">
                    <a:srgbClr val="E6BF80">
                      <a:alpha val="48000"/>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94577" name="Oval 19"/>
              <p:cNvSpPr>
                <a:spLocks noChangeArrowheads="1"/>
              </p:cNvSpPr>
              <p:nvPr/>
            </p:nvSpPr>
            <p:spPr bwMode="gray">
              <a:xfrm>
                <a:off x="2208" y="1344"/>
                <a:ext cx="1382" cy="624"/>
              </a:xfrm>
              <a:prstGeom prst="ellipse">
                <a:avLst/>
              </a:prstGeom>
              <a:gradFill rotWithShape="1">
                <a:gsLst>
                  <a:gs pos="0">
                    <a:srgbClr val="FFFFFF"/>
                  </a:gs>
                  <a:gs pos="100000">
                    <a:srgbClr val="E6BF80">
                      <a:alpha val="37999"/>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grpSp>
        <p:sp>
          <p:nvSpPr>
            <p:cNvPr id="194572" name="Text Box 20"/>
            <p:cNvSpPr txBox="1">
              <a:spLocks noChangeArrowheads="1"/>
            </p:cNvSpPr>
            <p:nvPr/>
          </p:nvSpPr>
          <p:spPr bwMode="gray">
            <a:xfrm>
              <a:off x="3049284" y="1752600"/>
              <a:ext cx="302679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b="1">
                  <a:latin typeface="Times New Roman" panose="02020603050405020304" pitchFamily="18" charset="0"/>
                  <a:cs typeface="Times New Roman" panose="02020603050405020304" pitchFamily="18" charset="0"/>
                </a:rPr>
                <a:t>Các phương pháp </a:t>
              </a:r>
            </a:p>
            <a:p>
              <a:pPr algn="ctr" eaLnBrk="1" hangingPunct="1"/>
              <a:r>
                <a:rPr lang="en-US" altLang="en-US" sz="2800" b="1">
                  <a:latin typeface="Times New Roman" panose="02020603050405020304" pitchFamily="18" charset="0"/>
                  <a:cs typeface="Times New Roman" panose="02020603050405020304" pitchFamily="18" charset="0"/>
                </a:rPr>
                <a:t>điện thế</a:t>
              </a:r>
            </a:p>
          </p:txBody>
        </p:sp>
      </p:grpSp>
      <p:sp>
        <p:nvSpPr>
          <p:cNvPr id="19456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ACB8B39-3F29-46B6-8C83-D0199687F2BE}" type="slidenum">
              <a:rPr lang="en-US" altLang="ru-RU">
                <a:solidFill>
                  <a:srgbClr val="FFFFFF"/>
                </a:solidFill>
                <a:latin typeface="Arial" panose="020B0604020202020204" pitchFamily="34" charset="0"/>
                <a:cs typeface="Arial" panose="020B0604020202020204" pitchFamily="34" charset="0"/>
              </a:rPr>
              <a:pPr/>
              <a:t>174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492250" y="260350"/>
            <a:ext cx="65532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2800" b="1">
                <a:latin typeface="Times New Roman" panose="02020603050405020304" pitchFamily="18" charset="0"/>
                <a:cs typeface="Times New Roman" panose="02020603050405020304" pitchFamily="18" charset="0"/>
              </a:rPr>
              <a:t>Phương pháp điện thế kế trực tiếp</a:t>
            </a:r>
          </a:p>
        </p:txBody>
      </p:sp>
      <p:sp>
        <p:nvSpPr>
          <p:cNvPr id="6" name="Text Box 5"/>
          <p:cNvSpPr txBox="1">
            <a:spLocks noChangeArrowheads="1"/>
          </p:cNvSpPr>
          <p:nvPr/>
        </p:nvSpPr>
        <p:spPr bwMode="auto">
          <a:xfrm>
            <a:off x="1187450" y="1412875"/>
            <a:ext cx="7777163" cy="2728913"/>
          </a:xfrm>
          <a:prstGeom prst="rect">
            <a:avLst/>
          </a:prstGeom>
          <a:noFill/>
          <a:ln>
            <a:noFill/>
          </a:ln>
          <a:effec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sz="2400">
                <a:latin typeface="Arial" panose="020B0604020202020204" pitchFamily="34" charset="0"/>
              </a:rPr>
              <a:t>Đo thế của điện cực chỉ thị so với điện cực so sánh</a:t>
            </a:r>
          </a:p>
          <a:p>
            <a:pPr algn="just" eaLnBrk="1" hangingPunct="1">
              <a:lnSpc>
                <a:spcPct val="120000"/>
              </a:lnSpc>
              <a:spcBef>
                <a:spcPts val="600"/>
              </a:spcBef>
              <a:spcAft>
                <a:spcPts val="600"/>
              </a:spcAft>
              <a:buFont typeface="Wingdings" panose="05000000000000000000" pitchFamily="2" charset="2"/>
              <a:buChar char="§"/>
            </a:pPr>
            <a:endParaRPr lang="en-US" sz="2400">
              <a:latin typeface="Arial" panose="020B0604020202020204" pitchFamily="34" charset="0"/>
            </a:endParaRPr>
          </a:p>
          <a:p>
            <a:pPr algn="just" eaLnBrk="1" hangingPunct="1">
              <a:lnSpc>
                <a:spcPct val="120000"/>
              </a:lnSpc>
              <a:spcBef>
                <a:spcPts val="600"/>
              </a:spcBef>
              <a:spcAft>
                <a:spcPts val="600"/>
              </a:spcAft>
              <a:buFont typeface="Wingdings" panose="05000000000000000000" pitchFamily="2" charset="2"/>
              <a:buChar char="§"/>
            </a:pPr>
            <a:r>
              <a:rPr lang="en-US" sz="2400">
                <a:latin typeface="Arial" panose="020B0604020202020204" pitchFamily="34" charset="0"/>
              </a:rPr>
              <a:t>Với E</a:t>
            </a:r>
            <a:r>
              <a:rPr lang="en-US" sz="2400" baseline="-25000">
                <a:latin typeface="Arial" panose="020B0604020202020204" pitchFamily="34" charset="0"/>
              </a:rPr>
              <a:t>SS</a:t>
            </a:r>
            <a:r>
              <a:rPr lang="en-US" sz="2400">
                <a:latin typeface="Arial" panose="020B0604020202020204" pitchFamily="34" charset="0"/>
              </a:rPr>
              <a:t> = const, ta tính được E</a:t>
            </a:r>
            <a:r>
              <a:rPr lang="en-US" sz="2400" baseline="-25000">
                <a:latin typeface="Arial" panose="020B0604020202020204" pitchFamily="34" charset="0"/>
              </a:rPr>
              <a:t>ct</a:t>
            </a:r>
            <a:r>
              <a:rPr lang="en-US" sz="2400">
                <a:latin typeface="Arial" panose="020B0604020202020204" pitchFamily="34" charset="0"/>
              </a:rPr>
              <a:t> và dựa vào phương trình Nersnt tính được nồng độ ion cần đo.</a:t>
            </a:r>
          </a:p>
          <a:p>
            <a:pPr algn="just" eaLnBrk="1" hangingPunct="1">
              <a:lnSpc>
                <a:spcPct val="120000"/>
              </a:lnSpc>
              <a:spcBef>
                <a:spcPts val="600"/>
              </a:spcBef>
              <a:spcAft>
                <a:spcPts val="600"/>
              </a:spcAft>
            </a:pPr>
            <a:endParaRPr lang="en-US" sz="2400">
              <a:latin typeface="Arial" panose="020B0604020202020204" pitchFamily="34" charset="0"/>
              <a:sym typeface="Symbol" panose="05050102010706020507" pitchFamily="18" charset="2"/>
            </a:endParaRPr>
          </a:p>
        </p:txBody>
      </p:sp>
      <p:graphicFrame>
        <p:nvGraphicFramePr>
          <p:cNvPr id="195588" name="Object 174"/>
          <p:cNvGraphicFramePr>
            <a:graphicFrameLocks noGrp="1" noChangeAspect="1"/>
          </p:cNvGraphicFramePr>
          <p:nvPr/>
        </p:nvGraphicFramePr>
        <p:xfrm>
          <a:off x="3924300" y="2168525"/>
          <a:ext cx="1954213" cy="495300"/>
        </p:xfrm>
        <a:graphic>
          <a:graphicData uri="http://schemas.openxmlformats.org/presentationml/2006/ole">
            <mc:AlternateContent xmlns:mc="http://schemas.openxmlformats.org/markup-compatibility/2006">
              <mc:Choice xmlns:v="urn:schemas-microsoft-com:vml" Requires="v">
                <p:oleObj spid="_x0000_s195591" name="Equation" r:id="rId3" imgW="901309" imgH="228501" progId="">
                  <p:embed/>
                </p:oleObj>
              </mc:Choice>
              <mc:Fallback>
                <p:oleObj name="Equation" r:id="rId3" imgW="901309" imgH="228501" progId="">
                  <p:embed/>
                  <p:pic>
                    <p:nvPicPr>
                      <p:cNvPr id="0" name="Object 17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2168525"/>
                        <a:ext cx="19542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95589" name="Picture 2" descr="https://encrypted-tbn2.gstatic.com/images?q=tbn:ANd9GcSYmML3zwHI_WXGVUcO8VGEby9v7crj17zQFodiZFSlYyGo7Sx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3573463"/>
            <a:ext cx="2808288"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9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87C19D1-AAE0-4701-A488-F433DA0C475C}" type="slidenum">
              <a:rPr lang="en-US" altLang="ru-RU">
                <a:solidFill>
                  <a:srgbClr val="FFFFFF"/>
                </a:solidFill>
                <a:latin typeface="Arial" panose="020B0604020202020204" pitchFamily="34" charset="0"/>
                <a:cs typeface="Arial" panose="020B0604020202020204" pitchFamily="34" charset="0"/>
              </a:rPr>
              <a:pPr/>
              <a:t>175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7"/>
          <p:cNvSpPr txBox="1">
            <a:spLocks noChangeArrowheads="1"/>
          </p:cNvSpPr>
          <p:nvPr/>
        </p:nvSpPr>
        <p:spPr bwMode="gray">
          <a:xfrm>
            <a:off x="1457325" y="573088"/>
            <a:ext cx="6786563" cy="695325"/>
          </a:xfrm>
          <a:prstGeom prst="rect">
            <a:avLst/>
          </a:prstGeom>
          <a:solidFill>
            <a:schemeClr val="accent1">
              <a:lumMod val="40000"/>
              <a:lumOff val="60000"/>
            </a:schemeClr>
          </a:solidFill>
          <a:ln>
            <a:solidFill>
              <a:schemeClr val="tx1"/>
            </a:solidFill>
          </a:ln>
        </p:spPr>
        <p:txBody>
          <a:bodyPr>
            <a:spAutoFit/>
          </a:bodyPr>
          <a:lstStyle>
            <a:lvl1pPr marL="342900" indent="-1143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40000"/>
              </a:lnSpc>
              <a:spcBef>
                <a:spcPct val="50000"/>
              </a:spcBef>
            </a:pPr>
            <a:r>
              <a:rPr lang="en-US" altLang="zh-CN" sz="2800" b="1">
                <a:solidFill>
                  <a:srgbClr val="000000"/>
                </a:solidFill>
                <a:latin typeface="Times New Roman" panose="02020603050405020304" pitchFamily="18" charset="0"/>
                <a:cs typeface="Times New Roman" panose="02020603050405020304" pitchFamily="18" charset="0"/>
              </a:rPr>
              <a:t>Sai số và giới hạn của phương pháp</a:t>
            </a:r>
          </a:p>
        </p:txBody>
      </p:sp>
      <p:sp>
        <p:nvSpPr>
          <p:cNvPr id="196611" name="Text Box 8"/>
          <p:cNvSpPr txBox="1">
            <a:spLocks noChangeArrowheads="1"/>
          </p:cNvSpPr>
          <p:nvPr/>
        </p:nvSpPr>
        <p:spPr bwMode="gray">
          <a:xfrm>
            <a:off x="1065213" y="1341438"/>
            <a:ext cx="7777162" cy="481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513" indent="-290513">
              <a:tabLst>
                <a:tab pos="290513" algn="l"/>
              </a:tabLst>
              <a:defRPr>
                <a:solidFill>
                  <a:schemeClr val="tx1"/>
                </a:solidFill>
                <a:latin typeface="Calibri" panose="020F0502020204030204" pitchFamily="34" charset="0"/>
              </a:defRPr>
            </a:lvl1pPr>
            <a:lvl2pPr marL="742950" indent="-285750">
              <a:tabLst>
                <a:tab pos="290513" algn="l"/>
              </a:tabLst>
              <a:defRPr>
                <a:solidFill>
                  <a:schemeClr val="tx1"/>
                </a:solidFill>
                <a:latin typeface="Calibri" panose="020F0502020204030204" pitchFamily="34" charset="0"/>
              </a:defRPr>
            </a:lvl2pPr>
            <a:lvl3pPr marL="1143000" indent="-228600">
              <a:tabLst>
                <a:tab pos="290513" algn="l"/>
              </a:tabLst>
              <a:defRPr>
                <a:solidFill>
                  <a:schemeClr val="tx1"/>
                </a:solidFill>
                <a:latin typeface="Calibri" panose="020F0502020204030204" pitchFamily="34" charset="0"/>
              </a:defRPr>
            </a:lvl3pPr>
            <a:lvl4pPr marL="1600200" indent="-228600">
              <a:tabLst>
                <a:tab pos="290513" algn="l"/>
              </a:tabLst>
              <a:defRPr>
                <a:solidFill>
                  <a:schemeClr val="tx1"/>
                </a:solidFill>
                <a:latin typeface="Calibri" panose="020F0502020204030204" pitchFamily="34" charset="0"/>
              </a:defRPr>
            </a:lvl4pPr>
            <a:lvl5pPr marL="2057400" indent="-228600">
              <a:tabLst>
                <a:tab pos="290513"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290513"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290513"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290513"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290513" algn="l"/>
              </a:tabLst>
              <a:defRPr>
                <a:solidFill>
                  <a:schemeClr val="tx1"/>
                </a:solidFill>
                <a:latin typeface="Calibri" panose="020F0502020204030204" pitchFamily="34" charset="0"/>
              </a:defRPr>
            </a:lvl9pPr>
          </a:lstStyle>
          <a:p>
            <a:pPr algn="ctr" eaLnBrk="1" hangingPunct="1">
              <a:lnSpc>
                <a:spcPct val="155000"/>
              </a:lnSpc>
              <a:spcBef>
                <a:spcPct val="20000"/>
              </a:spcBef>
            </a:pPr>
            <a:r>
              <a:rPr lang="en-US" altLang="ko-KR" sz="2000">
                <a:solidFill>
                  <a:srgbClr val="000000"/>
                </a:solidFill>
                <a:latin typeface="Times New Roman" panose="02020603050405020304" pitchFamily="18" charset="0"/>
                <a:ea typeface="Gulim" pitchFamily="34" charset="-127"/>
                <a:cs typeface="Times New Roman" panose="02020603050405020304" pitchFamily="18" charset="0"/>
              </a:rPr>
              <a:t>Reference electrode | salt bridge | analyte solution | indicator electrode</a:t>
            </a:r>
          </a:p>
          <a:p>
            <a:pPr algn="ctr" eaLnBrk="1" hangingPunct="1">
              <a:lnSpc>
                <a:spcPct val="155000"/>
              </a:lnSpc>
              <a:spcBef>
                <a:spcPct val="20000"/>
              </a:spcBef>
            </a:pPr>
            <a:r>
              <a:rPr lang="en-US" altLang="ko-KR" sz="2400">
                <a:solidFill>
                  <a:srgbClr val="000000"/>
                </a:solidFill>
                <a:latin typeface="Times New Roman" panose="02020603050405020304" pitchFamily="18" charset="0"/>
                <a:ea typeface="Gulim" pitchFamily="34" charset="-127"/>
                <a:cs typeface="Times New Roman" panose="02020603050405020304" pitchFamily="18" charset="0"/>
              </a:rPr>
              <a:t>E</a:t>
            </a:r>
            <a:r>
              <a:rPr lang="en-US" altLang="ko-KR" sz="2400" baseline="-25000">
                <a:solidFill>
                  <a:srgbClr val="000000"/>
                </a:solidFill>
                <a:latin typeface="Times New Roman" panose="02020603050405020304" pitchFamily="18" charset="0"/>
                <a:ea typeface="Gulim" pitchFamily="34" charset="-127"/>
                <a:cs typeface="Times New Roman" panose="02020603050405020304" pitchFamily="18" charset="0"/>
              </a:rPr>
              <a:t>ref </a:t>
            </a:r>
            <a:r>
              <a:rPr lang="en-US" altLang="ko-KR" sz="2400">
                <a:solidFill>
                  <a:srgbClr val="000000"/>
                </a:solidFill>
                <a:latin typeface="Times New Roman" panose="02020603050405020304" pitchFamily="18" charset="0"/>
                <a:ea typeface="Gulim" pitchFamily="34" charset="-127"/>
                <a:cs typeface="Times New Roman" panose="02020603050405020304" pitchFamily="18" charset="0"/>
              </a:rPr>
              <a:t>                   E</a:t>
            </a:r>
            <a:r>
              <a:rPr lang="en-US" altLang="ko-KR" sz="2400" baseline="-25000">
                <a:solidFill>
                  <a:srgbClr val="000000"/>
                </a:solidFill>
                <a:latin typeface="Times New Roman" panose="02020603050405020304" pitchFamily="18" charset="0"/>
                <a:ea typeface="Gulim" pitchFamily="34" charset="-127"/>
                <a:cs typeface="Times New Roman" panose="02020603050405020304" pitchFamily="18" charset="0"/>
              </a:rPr>
              <a:t>j </a:t>
            </a:r>
            <a:r>
              <a:rPr lang="en-US" altLang="ko-KR" sz="2400">
                <a:solidFill>
                  <a:srgbClr val="000000"/>
                </a:solidFill>
                <a:latin typeface="Times New Roman" panose="02020603050405020304" pitchFamily="18" charset="0"/>
                <a:ea typeface="Gulim" pitchFamily="34" charset="-127"/>
                <a:cs typeface="Times New Roman" panose="02020603050405020304" pitchFamily="18" charset="0"/>
              </a:rPr>
              <a:t>                                       E</a:t>
            </a:r>
            <a:r>
              <a:rPr lang="en-US" altLang="ko-KR" sz="2400" baseline="-25000">
                <a:solidFill>
                  <a:srgbClr val="000000"/>
                </a:solidFill>
                <a:latin typeface="Times New Roman" panose="02020603050405020304" pitchFamily="18" charset="0"/>
                <a:ea typeface="Gulim" pitchFamily="34" charset="-127"/>
                <a:cs typeface="Times New Roman" panose="02020603050405020304" pitchFamily="18" charset="0"/>
              </a:rPr>
              <a:t>ind </a:t>
            </a:r>
            <a:r>
              <a:rPr lang="en-US" altLang="ko-KR" sz="2400">
                <a:solidFill>
                  <a:srgbClr val="000000"/>
                </a:solidFill>
                <a:latin typeface="Times New Roman" panose="02020603050405020304" pitchFamily="18" charset="0"/>
                <a:ea typeface="Gulim" pitchFamily="34" charset="-127"/>
                <a:cs typeface="Times New Roman" panose="02020603050405020304" pitchFamily="18" charset="0"/>
              </a:rPr>
              <a:t>  </a:t>
            </a:r>
          </a:p>
          <a:p>
            <a:pPr algn="ctr" eaLnBrk="1" hangingPunct="1">
              <a:lnSpc>
                <a:spcPct val="155000"/>
              </a:lnSpc>
              <a:spcBef>
                <a:spcPct val="20000"/>
              </a:spcBef>
            </a:pPr>
            <a:r>
              <a:rPr lang="en-US" altLang="zh-CN" sz="28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E = </a:t>
            </a:r>
            <a:r>
              <a:rPr lang="en-US" altLang="ko-KR" sz="2800" b="1">
                <a:solidFill>
                  <a:srgbClr val="000000"/>
                </a:solidFill>
                <a:latin typeface="Times New Roman" panose="02020603050405020304" pitchFamily="18" charset="0"/>
                <a:ea typeface="Gulim" pitchFamily="34" charset="-127"/>
                <a:cs typeface="Times New Roman" panose="02020603050405020304" pitchFamily="18" charset="0"/>
              </a:rPr>
              <a:t>E</a:t>
            </a:r>
            <a:r>
              <a:rPr lang="en-US" altLang="ko-KR" sz="2800" b="1" baseline="-25000">
                <a:solidFill>
                  <a:srgbClr val="000000"/>
                </a:solidFill>
                <a:latin typeface="Times New Roman" panose="02020603050405020304" pitchFamily="18" charset="0"/>
                <a:ea typeface="Gulim" pitchFamily="34" charset="-127"/>
                <a:cs typeface="Times New Roman" panose="02020603050405020304" pitchFamily="18" charset="0"/>
              </a:rPr>
              <a:t>cell</a:t>
            </a:r>
            <a:r>
              <a:rPr lang="en-US" altLang="ko-KR" sz="2800" b="1">
                <a:solidFill>
                  <a:srgbClr val="000000"/>
                </a:solidFill>
                <a:latin typeface="Times New Roman" panose="02020603050405020304" pitchFamily="18" charset="0"/>
                <a:ea typeface="Gulim" pitchFamily="34" charset="-127"/>
                <a:cs typeface="Times New Roman" panose="02020603050405020304" pitchFamily="18" charset="0"/>
              </a:rPr>
              <a:t> = E</a:t>
            </a:r>
            <a:r>
              <a:rPr lang="en-US" altLang="ko-KR" sz="2800" b="1" baseline="-25000">
                <a:solidFill>
                  <a:srgbClr val="000000"/>
                </a:solidFill>
                <a:latin typeface="Times New Roman" panose="02020603050405020304" pitchFamily="18" charset="0"/>
                <a:ea typeface="Gulim" pitchFamily="34" charset="-127"/>
                <a:cs typeface="Times New Roman" panose="02020603050405020304" pitchFamily="18" charset="0"/>
              </a:rPr>
              <a:t>ind</a:t>
            </a:r>
            <a:r>
              <a:rPr lang="en-US" altLang="ko-KR" sz="2800" b="1">
                <a:solidFill>
                  <a:srgbClr val="000000"/>
                </a:solidFill>
                <a:latin typeface="Times New Roman" panose="02020603050405020304" pitchFamily="18" charset="0"/>
                <a:ea typeface="Gulim" pitchFamily="34" charset="-127"/>
                <a:cs typeface="Times New Roman" panose="02020603050405020304" pitchFamily="18" charset="0"/>
              </a:rPr>
              <a:t> –  E</a:t>
            </a:r>
            <a:r>
              <a:rPr lang="en-US" altLang="ko-KR" sz="2800" b="1" baseline="-25000">
                <a:solidFill>
                  <a:srgbClr val="000000"/>
                </a:solidFill>
                <a:latin typeface="Times New Roman" panose="02020603050405020304" pitchFamily="18" charset="0"/>
                <a:ea typeface="Gulim" pitchFamily="34" charset="-127"/>
                <a:cs typeface="Times New Roman" panose="02020603050405020304" pitchFamily="18" charset="0"/>
              </a:rPr>
              <a:t>ref</a:t>
            </a:r>
            <a:r>
              <a:rPr lang="en-US" altLang="ko-KR" sz="2800" b="1">
                <a:solidFill>
                  <a:srgbClr val="000000"/>
                </a:solidFill>
                <a:latin typeface="Times New Roman" panose="02020603050405020304" pitchFamily="18" charset="0"/>
                <a:ea typeface="Gulim" pitchFamily="34" charset="-127"/>
                <a:cs typeface="Times New Roman" panose="02020603050405020304" pitchFamily="18" charset="0"/>
              </a:rPr>
              <a:t>  + E</a:t>
            </a:r>
            <a:r>
              <a:rPr lang="en-US" altLang="ko-KR" sz="2800" b="1" baseline="-25000">
                <a:solidFill>
                  <a:srgbClr val="000000"/>
                </a:solidFill>
                <a:latin typeface="Times New Roman" panose="02020603050405020304" pitchFamily="18" charset="0"/>
                <a:ea typeface="Gulim" pitchFamily="34" charset="-127"/>
                <a:cs typeface="Times New Roman" panose="02020603050405020304" pitchFamily="18" charset="0"/>
              </a:rPr>
              <a:t>j </a:t>
            </a:r>
          </a:p>
          <a:p>
            <a:pPr algn="just" eaLnBrk="1" hangingPunct="1">
              <a:lnSpc>
                <a:spcPct val="155000"/>
              </a:lnSpc>
              <a:spcBef>
                <a:spcPct val="20000"/>
              </a:spcBef>
              <a:buFont typeface="Wingdings" panose="05000000000000000000" pitchFamily="2" charset="2"/>
              <a:buChar char="§"/>
            </a:pPr>
            <a:r>
              <a:rPr lang="en-US" altLang="zh-CN" sz="2800">
                <a:solidFill>
                  <a:srgbClr val="000000"/>
                </a:solidFill>
                <a:latin typeface="Times New Roman" panose="02020603050405020304" pitchFamily="18" charset="0"/>
                <a:cs typeface="Times New Roman" panose="02020603050405020304" pitchFamily="18" charset="0"/>
              </a:rPr>
              <a:t>Phải biết được điện thế nối, điện thế nối E</a:t>
            </a:r>
            <a:r>
              <a:rPr lang="en-US" altLang="zh-CN" sz="2800" baseline="-25000">
                <a:solidFill>
                  <a:srgbClr val="000000"/>
                </a:solidFill>
                <a:latin typeface="Times New Roman" panose="02020603050405020304" pitchFamily="18" charset="0"/>
                <a:cs typeface="Times New Roman" panose="02020603050405020304" pitchFamily="18" charset="0"/>
              </a:rPr>
              <a:t>j </a:t>
            </a:r>
            <a:r>
              <a:rPr lang="en-US" altLang="zh-CN" sz="2800">
                <a:solidFill>
                  <a:srgbClr val="000000"/>
                </a:solidFill>
                <a:latin typeface="Times New Roman" panose="02020603050405020304" pitchFamily="18" charset="0"/>
                <a:cs typeface="Times New Roman" panose="02020603050405020304" pitchFamily="18" charset="0"/>
              </a:rPr>
              <a:t>rất nhỏ (vài mV), nhưng nếu bỏ qua, kết quả sẽ sai khác đáng kể. Để giảm E</a:t>
            </a:r>
            <a:r>
              <a:rPr lang="en-US" altLang="zh-CN" sz="2800" baseline="-25000">
                <a:solidFill>
                  <a:srgbClr val="000000"/>
                </a:solidFill>
                <a:latin typeface="Times New Roman" panose="02020603050405020304" pitchFamily="18" charset="0"/>
                <a:cs typeface="Times New Roman" panose="02020603050405020304" pitchFamily="18" charset="0"/>
              </a:rPr>
              <a:t>j</a:t>
            </a:r>
            <a:r>
              <a:rPr lang="en-US" altLang="zh-CN" sz="2800">
                <a:solidFill>
                  <a:srgbClr val="000000"/>
                </a:solidFill>
                <a:latin typeface="Times New Roman" panose="02020603050405020304" pitchFamily="18" charset="0"/>
                <a:cs typeface="Times New Roman" panose="02020603050405020304" pitchFamily="18" charset="0"/>
              </a:rPr>
              <a:t>, ta có thể sử dụng cầu nối KCl</a:t>
            </a:r>
          </a:p>
          <a:p>
            <a:pPr algn="just" eaLnBrk="1" hangingPunct="1">
              <a:lnSpc>
                <a:spcPct val="155000"/>
              </a:lnSpc>
              <a:spcBef>
                <a:spcPct val="20000"/>
              </a:spcBef>
              <a:buFont typeface="Wingdings" panose="05000000000000000000" pitchFamily="2" charset="2"/>
              <a:buChar char="§"/>
            </a:pPr>
            <a:r>
              <a:rPr lang="en-US" altLang="zh-CN" sz="2800">
                <a:solidFill>
                  <a:srgbClr val="000000"/>
                </a:solidFill>
                <a:latin typeface="Times New Roman" panose="02020603050405020304" pitchFamily="18" charset="0"/>
                <a:cs typeface="Times New Roman" panose="02020603050405020304" pitchFamily="18" charset="0"/>
              </a:rPr>
              <a:t>Phương trình Nernst chỉ đúng với hoạt độ.</a:t>
            </a:r>
          </a:p>
        </p:txBody>
      </p:sp>
      <p:sp>
        <p:nvSpPr>
          <p:cNvPr id="19661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71BE0FF-8FDA-4DB2-B7BB-128452885822}" type="slidenum">
              <a:rPr lang="en-US" altLang="ru-RU">
                <a:solidFill>
                  <a:srgbClr val="FFFFFF"/>
                </a:solidFill>
                <a:latin typeface="Arial" panose="020B0604020202020204" pitchFamily="34" charset="0"/>
                <a:cs typeface="Arial" panose="020B0604020202020204" pitchFamily="34" charset="0"/>
              </a:rPr>
              <a:pPr/>
              <a:t>176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6"/>
          <p:cNvSpPr>
            <a:spLocks noChangeArrowheads="1"/>
          </p:cNvSpPr>
          <p:nvPr/>
        </p:nvSpPr>
        <p:spPr bwMode="auto">
          <a:xfrm>
            <a:off x="1763713" y="1133475"/>
            <a:ext cx="58293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800">
                <a:latin typeface="Times New Roman" panose="02020603050405020304" pitchFamily="18" charset="0"/>
                <a:cs typeface="Times New Roman" panose="02020603050405020304" pitchFamily="18" charset="0"/>
              </a:rPr>
              <a:t>E</a:t>
            </a:r>
            <a:r>
              <a:rPr lang="en-US" altLang="zh-CN" sz="2800" baseline="-25000">
                <a:latin typeface="Times New Roman" panose="02020603050405020304" pitchFamily="18" charset="0"/>
                <a:cs typeface="Times New Roman" panose="02020603050405020304" pitchFamily="18" charset="0"/>
              </a:rPr>
              <a:t>cell</a:t>
            </a:r>
            <a:r>
              <a:rPr lang="en-US" altLang="zh-CN" sz="2800">
                <a:latin typeface="Times New Roman" panose="02020603050405020304" pitchFamily="18" charset="0"/>
                <a:cs typeface="Times New Roman" panose="02020603050405020304" pitchFamily="18" charset="0"/>
              </a:rPr>
              <a:t> = E</a:t>
            </a:r>
            <a:r>
              <a:rPr lang="en-US" altLang="zh-CN" sz="2800" baseline="30000">
                <a:latin typeface="Times New Roman" panose="02020603050405020304" pitchFamily="18" charset="0"/>
                <a:cs typeface="Times New Roman" panose="02020603050405020304" pitchFamily="18" charset="0"/>
              </a:rPr>
              <a:t>0</a:t>
            </a:r>
            <a:r>
              <a:rPr lang="en-US" altLang="zh-CN" sz="2800" baseline="-25000">
                <a:latin typeface="Times New Roman" panose="02020603050405020304" pitchFamily="18" charset="0"/>
                <a:cs typeface="Times New Roman" panose="02020603050405020304" pitchFamily="18" charset="0"/>
              </a:rPr>
              <a:t>cell</a:t>
            </a:r>
            <a:r>
              <a:rPr lang="en-US" altLang="zh-CN" sz="2800">
                <a:latin typeface="Times New Roman" panose="02020603050405020304" pitchFamily="18" charset="0"/>
                <a:cs typeface="Times New Roman" panose="02020603050405020304" pitchFamily="18" charset="0"/>
              </a:rPr>
              <a:t> - (0.059)log[H</a:t>
            </a:r>
            <a:r>
              <a:rPr lang="en-US" altLang="zh-CN" sz="2800" baseline="300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 + constant</a:t>
            </a:r>
            <a:endParaRPr lang="en-US" altLang="zh-CN" sz="2800" baseline="-25000">
              <a:latin typeface="Times New Roman" panose="02020603050405020304" pitchFamily="18" charset="0"/>
              <a:cs typeface="Times New Roman" panose="02020603050405020304" pitchFamily="18" charset="0"/>
            </a:endParaRPr>
          </a:p>
        </p:txBody>
      </p:sp>
      <p:sp>
        <p:nvSpPr>
          <p:cNvPr id="197635" name="Text Box 17"/>
          <p:cNvSpPr txBox="1">
            <a:spLocks noChangeArrowheads="1"/>
          </p:cNvSpPr>
          <p:nvPr/>
        </p:nvSpPr>
        <p:spPr bwMode="auto">
          <a:xfrm>
            <a:off x="1730375" y="1857375"/>
            <a:ext cx="6081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800">
                <a:latin typeface="Times New Roman" panose="02020603050405020304" pitchFamily="18" charset="0"/>
                <a:cs typeface="Times New Roman" panose="02020603050405020304" pitchFamily="18" charset="0"/>
              </a:rPr>
              <a:t>E</a:t>
            </a:r>
            <a:r>
              <a:rPr lang="en-US" altLang="zh-CN" sz="2800" baseline="-25000">
                <a:latin typeface="Times New Roman" panose="02020603050405020304" pitchFamily="18" charset="0"/>
                <a:cs typeface="Times New Roman" panose="02020603050405020304" pitchFamily="18" charset="0"/>
              </a:rPr>
              <a:t>cell</a:t>
            </a:r>
            <a:r>
              <a:rPr lang="en-US" altLang="zh-CN" sz="2800">
                <a:latin typeface="Times New Roman" panose="02020603050405020304" pitchFamily="18" charset="0"/>
                <a:cs typeface="Times New Roman" panose="02020603050405020304" pitchFamily="18" charset="0"/>
              </a:rPr>
              <a:t> is directly proportional to log [H</a:t>
            </a:r>
            <a:r>
              <a:rPr lang="en-US" altLang="zh-CN" sz="2800" baseline="300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a:t>
            </a:r>
          </a:p>
        </p:txBody>
      </p:sp>
      <p:sp>
        <p:nvSpPr>
          <p:cNvPr id="236548" name="TextBox 7"/>
          <p:cNvSpPr txBox="1">
            <a:spLocks noChangeArrowheads="1"/>
          </p:cNvSpPr>
          <p:nvPr/>
        </p:nvSpPr>
        <p:spPr bwMode="auto">
          <a:xfrm>
            <a:off x="2481263" y="390525"/>
            <a:ext cx="4071937" cy="461963"/>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400" b="1">
                <a:solidFill>
                  <a:srgbClr val="000000"/>
                </a:solidFill>
                <a:latin typeface="Times New Roman" panose="02020603050405020304" pitchFamily="18" charset="0"/>
                <a:cs typeface="Times New Roman" panose="02020603050405020304" pitchFamily="18" charset="0"/>
              </a:rPr>
              <a:t>Đo pH</a:t>
            </a:r>
            <a:endParaRPr lang="zh-CN" altLang="en-US" sz="2400" b="1">
              <a:solidFill>
                <a:srgbClr val="000000"/>
              </a:solidFill>
              <a:latin typeface="Times New Roman" panose="02020603050405020304" pitchFamily="18" charset="0"/>
              <a:cs typeface="Times New Roman" panose="02020603050405020304" pitchFamily="18" charset="0"/>
            </a:endParaRPr>
          </a:p>
        </p:txBody>
      </p:sp>
      <p:pic>
        <p:nvPicPr>
          <p:cNvPr id="197637" name="Picture 4" descr="http://www.testolimited.com/content/images/thumbs/0000876_testo_206_ph2_set_one_hand_phc_measuring_instrument.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8863" y="3213100"/>
            <a:ext cx="3887787"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7638" name="Picture 6" descr="http://www.bdl-cee.com/editor/image/eshop_products/eshop_products_types/97738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6375" y="2795588"/>
            <a:ext cx="3392488"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63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0F9A0B9-23D0-48E8-8231-3EEF8F3DDB9E}" type="slidenum">
              <a:rPr lang="en-US" altLang="ru-RU">
                <a:solidFill>
                  <a:srgbClr val="FFFFFF"/>
                </a:solidFill>
                <a:latin typeface="Arial" panose="020B0604020202020204" pitchFamily="34" charset="0"/>
                <a:cs typeface="Arial" panose="020B0604020202020204" pitchFamily="34" charset="0"/>
              </a:rPr>
              <a:pPr/>
              <a:t>177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30540" presetClass="entr" presetSubtype="267897564"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712913" y="115888"/>
            <a:ext cx="65532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2800" b="1">
                <a:latin typeface="Times New Roman" panose="02020603050405020304" pitchFamily="18" charset="0"/>
                <a:cs typeface="Times New Roman" panose="02020603050405020304" pitchFamily="18" charset="0"/>
              </a:rPr>
              <a:t>Phương pháp chuẩn độ điện thế </a:t>
            </a:r>
          </a:p>
        </p:txBody>
      </p:sp>
      <p:sp>
        <p:nvSpPr>
          <p:cNvPr id="5" name="Text Box 5"/>
          <p:cNvSpPr txBox="1">
            <a:spLocks noChangeArrowheads="1"/>
          </p:cNvSpPr>
          <p:nvPr/>
        </p:nvSpPr>
        <p:spPr bwMode="auto">
          <a:xfrm>
            <a:off x="1293813" y="1484313"/>
            <a:ext cx="7391400"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sym typeface="Symbol" panose="05050102010706020507" pitchFamily="18" charset="2"/>
              </a:rPr>
              <a:t>Theo dõi quá trình chuẩn độ bằng cách đo thế điện cực sau mỗi lần thêm dung dịch chuẩn.</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sym typeface="Symbol" panose="05050102010706020507" pitchFamily="18" charset="2"/>
              </a:rPr>
              <a:t>Đường E theo V cho phép xác định điểm tương đương từ đó tính được nồng độ dung dịch cần nghiên cứu.</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sym typeface="Symbol" panose="05050102010706020507" pitchFamily="18" charset="2"/>
              </a:rPr>
              <a:t>Thế đo được dựa vào chủ yếu là điện cực chỉ thị và điện cực so sánh.</a:t>
            </a:r>
          </a:p>
          <a:p>
            <a:pPr algn="just" eaLnBrk="1" hangingPunct="1">
              <a:lnSpc>
                <a:spcPct val="120000"/>
              </a:lnSpc>
              <a:spcBef>
                <a:spcPts val="600"/>
              </a:spcBef>
              <a:spcAft>
                <a:spcPts val="600"/>
              </a:spcAft>
              <a:buFont typeface="Wingdings" panose="05000000000000000000" pitchFamily="2" charset="2"/>
              <a:buChar char="§"/>
            </a:pPr>
            <a:r>
              <a:rPr lang="en-US" altLang="en-US" sz="2300">
                <a:latin typeface="Arial" panose="020B0604020202020204" pitchFamily="34" charset="0"/>
                <a:cs typeface="Arial" panose="020B0604020202020204" pitchFamily="34" charset="0"/>
                <a:sym typeface="Symbol" panose="05050102010706020507" pitchFamily="18" charset="2"/>
              </a:rPr>
              <a:t>Điểm tương đương được xác định bằng bước nhảy thế trên đường cong chuẩn độ</a:t>
            </a:r>
          </a:p>
        </p:txBody>
      </p:sp>
      <p:sp>
        <p:nvSpPr>
          <p:cNvPr id="19866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60B5B2F-8F4D-438D-B65A-589F65DC9BE7}" type="slidenum">
              <a:rPr lang="en-US" altLang="ru-RU">
                <a:solidFill>
                  <a:srgbClr val="FFFFFF"/>
                </a:solidFill>
                <a:latin typeface="Arial" panose="020B0604020202020204" pitchFamily="34" charset="0"/>
                <a:cs typeface="Arial" panose="020B0604020202020204" pitchFamily="34" charset="0"/>
              </a:rPr>
              <a:pPr/>
              <a:t>178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712913" y="115888"/>
            <a:ext cx="65532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2800" b="1">
                <a:latin typeface="Aă"/>
                <a:cs typeface="Times New Roman" panose="02020603050405020304" pitchFamily="18" charset="0"/>
              </a:rPr>
              <a:t>Phương pháp chuẩn độ điện thế </a:t>
            </a:r>
          </a:p>
        </p:txBody>
      </p:sp>
      <p:sp>
        <p:nvSpPr>
          <p:cNvPr id="19968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52B7F49-5F1F-4E34-85C3-564FDB22F7CE}" type="slidenum">
              <a:rPr lang="en-US" altLang="ru-RU">
                <a:solidFill>
                  <a:srgbClr val="FFFFFF"/>
                </a:solidFill>
                <a:latin typeface="Arial" panose="020B0604020202020204" pitchFamily="34" charset="0"/>
                <a:cs typeface="Arial" panose="020B0604020202020204" pitchFamily="34" charset="0"/>
              </a:rPr>
              <a:pPr/>
              <a:t>179</a:t>
            </a:fld>
            <a:endParaRPr lang="en-US" altLang="ru-RU">
              <a:solidFill>
                <a:srgbClr val="FFFFFF"/>
              </a:solidFill>
              <a:latin typeface="Arial" panose="020B0604020202020204" pitchFamily="34" charset="0"/>
              <a:cs typeface="Arial" panose="020B0604020202020204" pitchFamily="34" charset="0"/>
            </a:endParaRPr>
          </a:p>
        </p:txBody>
      </p:sp>
      <p:pic>
        <p:nvPicPr>
          <p:cNvPr id="199684" name="Metrohm 716 DMS Titrino">
            <a:hlinkClick r:id="" action="ppaction://media"/>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0975" y="1628775"/>
            <a:ext cx="7162800"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9685" name="Rectangle 5"/>
          <p:cNvSpPr>
            <a:spLocks noChangeArrowheads="1"/>
          </p:cNvSpPr>
          <p:nvPr/>
        </p:nvSpPr>
        <p:spPr bwMode="auto">
          <a:xfrm>
            <a:off x="3582988" y="5935663"/>
            <a:ext cx="2692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Times New Roman" panose="02020603050405020304" pitchFamily="18" charset="0"/>
                <a:cs typeface="Times New Roman" panose="02020603050405020304" pitchFamily="18" charset="0"/>
              </a:rPr>
              <a:t>Metrohm 716 DMS Titrino</a:t>
            </a: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712913" y="565150"/>
            <a:ext cx="65532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2800" b="1">
                <a:latin typeface="Times New Roman" panose="02020603050405020304" pitchFamily="18" charset="0"/>
                <a:cs typeface="Times New Roman" panose="02020603050405020304" pitchFamily="18" charset="0"/>
              </a:rPr>
              <a:t>Phương pháp chuẩn độ điện thế </a:t>
            </a:r>
          </a:p>
        </p:txBody>
      </p:sp>
      <p:sp>
        <p:nvSpPr>
          <p:cNvPr id="200707" name="Text Box 6"/>
          <p:cNvSpPr txBox="1">
            <a:spLocks noChangeArrowheads="1"/>
          </p:cNvSpPr>
          <p:nvPr/>
        </p:nvSpPr>
        <p:spPr bwMode="auto">
          <a:xfrm>
            <a:off x="1317625" y="1628775"/>
            <a:ext cx="7343775" cy="293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7000" indent="3873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200000"/>
              </a:lnSpc>
              <a:spcBef>
                <a:spcPct val="30000"/>
              </a:spcBef>
            </a:pPr>
            <a:r>
              <a:rPr lang="en-US" altLang="zh-CN" sz="2400">
                <a:latin typeface="Arial" panose="020B0604020202020204" pitchFamily="34" charset="0"/>
                <a:cs typeface="Arial" panose="020B0604020202020204" pitchFamily="34" charset="0"/>
              </a:rPr>
              <a:t>Nguyên tắc của phương pháp chuẩn độ điện thế là dựa trên hiệu điện thế đo được giữa thế của một điện cực so với một điện cực so sánh để suy ra nồng độ của một chất điện hoạt.</a:t>
            </a:r>
          </a:p>
        </p:txBody>
      </p:sp>
      <p:sp>
        <p:nvSpPr>
          <p:cNvPr id="200708" name="TextBox 6"/>
          <p:cNvSpPr txBox="1">
            <a:spLocks noChangeArrowheads="1"/>
          </p:cNvSpPr>
          <p:nvPr/>
        </p:nvSpPr>
        <p:spPr bwMode="auto">
          <a:xfrm>
            <a:off x="3995738" y="5445125"/>
            <a:ext cx="2479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∆E= E</a:t>
            </a:r>
            <a:r>
              <a:rPr lang="en-US" altLang="en-US" sz="2800" baseline="-25000">
                <a:latin typeface="Times New Roman" panose="02020603050405020304" pitchFamily="18" charset="0"/>
                <a:cs typeface="Times New Roman" panose="02020603050405020304" pitchFamily="18" charset="0"/>
              </a:rPr>
              <a:t>ct</a:t>
            </a:r>
            <a:r>
              <a:rPr lang="en-US" altLang="en-US" sz="2800">
                <a:latin typeface="Times New Roman" panose="02020603050405020304" pitchFamily="18" charset="0"/>
                <a:cs typeface="Times New Roman" panose="02020603050405020304" pitchFamily="18" charset="0"/>
              </a:rPr>
              <a:t> - E</a:t>
            </a:r>
            <a:r>
              <a:rPr lang="en-US" altLang="en-US" sz="2800" baseline="-25000">
                <a:latin typeface="Times New Roman" panose="02020603050405020304" pitchFamily="18" charset="0"/>
                <a:cs typeface="Times New Roman" panose="02020603050405020304" pitchFamily="18" charset="0"/>
              </a:rPr>
              <a:t>ss</a:t>
            </a:r>
            <a:endParaRPr lang="en-US" altLang="en-US" sz="2800">
              <a:latin typeface="Times New Roman" panose="02020603050405020304" pitchFamily="18" charset="0"/>
              <a:cs typeface="Times New Roman" panose="02020603050405020304" pitchFamily="18" charset="0"/>
            </a:endParaRPr>
          </a:p>
        </p:txBody>
      </p:sp>
      <p:sp>
        <p:nvSpPr>
          <p:cNvPr id="20070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F59C60F-2690-45C5-9ED0-418821732966}" type="slidenum">
              <a:rPr lang="en-US" altLang="ru-RU">
                <a:solidFill>
                  <a:srgbClr val="FFFFFF"/>
                </a:solidFill>
                <a:latin typeface="Arial" panose="020B0604020202020204" pitchFamily="34" charset="0"/>
                <a:cs typeface="Arial" panose="020B0604020202020204" pitchFamily="34" charset="0"/>
              </a:rPr>
              <a:pPr/>
              <a:t>180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692275" y="246063"/>
            <a:ext cx="65532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2800" b="1">
                <a:latin typeface="Times New Roman" panose="02020603050405020304" pitchFamily="18" charset="0"/>
                <a:cs typeface="Times New Roman" panose="02020603050405020304" pitchFamily="18" charset="0"/>
              </a:rPr>
              <a:t>Phương pháp chuẩn độ điện thế </a:t>
            </a:r>
          </a:p>
        </p:txBody>
      </p:sp>
      <p:sp>
        <p:nvSpPr>
          <p:cNvPr id="201731" name="Content Placeholder 2"/>
          <p:cNvSpPr txBox="1">
            <a:spLocks/>
          </p:cNvSpPr>
          <p:nvPr/>
        </p:nvSpPr>
        <p:spPr bwMode="auto">
          <a:xfrm>
            <a:off x="904875" y="1482725"/>
            <a:ext cx="5029200" cy="497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0963">
              <a:defRPr>
                <a:solidFill>
                  <a:schemeClr val="tx1"/>
                </a:solidFill>
                <a:latin typeface="Calibri" panose="020F0502020204030204" pitchFamily="34" charset="0"/>
              </a:defRPr>
            </a:lvl1pPr>
            <a:lvl2pPr marL="639763" indent="-236538">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buSzPct val="80000"/>
              <a:buFont typeface="Wingdings 2" panose="05020102010507070707" pitchFamily="18" charset="2"/>
              <a:buNone/>
            </a:pPr>
            <a:r>
              <a:rPr lang="en-US" altLang="en-US" sz="2300">
                <a:latin typeface="Arial" panose="020B0604020202020204" pitchFamily="34" charset="0"/>
                <a:cs typeface="Arial" panose="020B0604020202020204" pitchFamily="34" charset="0"/>
              </a:rPr>
              <a:t>     Có hai phương pháp chuẩn độ:</a:t>
            </a:r>
          </a:p>
          <a:p>
            <a:pPr lvl="1" algn="just" eaLnBrk="1" hangingPunct="1">
              <a:lnSpc>
                <a:spcPct val="150000"/>
              </a:lnSpc>
              <a:buFont typeface="Wingdings" panose="05000000000000000000" pitchFamily="2" charset="2"/>
              <a:buChar char="Ø"/>
            </a:pPr>
            <a:r>
              <a:rPr lang="en-US" altLang="en-US" sz="2300">
                <a:latin typeface="Arial" panose="020B0604020202020204" pitchFamily="34" charset="0"/>
                <a:cs typeface="Arial" panose="020B0604020202020204" pitchFamily="34" charset="0"/>
              </a:rPr>
              <a:t>Chuẩn độ điện thế không dòng (I=0): Thế được đo khi hệ thống đạt đến cân bằng (thông dụng).</a:t>
            </a:r>
          </a:p>
          <a:p>
            <a:pPr lvl="1" algn="just" eaLnBrk="1" hangingPunct="1">
              <a:lnSpc>
                <a:spcPct val="150000"/>
              </a:lnSpc>
              <a:buFont typeface="Wingdings" panose="05000000000000000000" pitchFamily="2" charset="2"/>
              <a:buChar char="Ø"/>
            </a:pPr>
            <a:r>
              <a:rPr lang="en-US" altLang="en-US" sz="2300">
                <a:latin typeface="Arial" panose="020B0604020202020204" pitchFamily="34" charset="0"/>
                <a:cs typeface="Arial" panose="020B0604020202020204" pitchFamily="34" charset="0"/>
              </a:rPr>
              <a:t>Chuẩn độ điện thế có dòng: Áp dòng điện có cường độ rất nhỏ và không đổi để thế của điện cực nhanh chóng ổn định. </a:t>
            </a:r>
            <a:endParaRPr lang="vi-VN" altLang="en-US" sz="2300">
              <a:latin typeface="Arial" panose="020B0604020202020204" pitchFamily="34" charset="0"/>
              <a:cs typeface="Arial" panose="020B0604020202020204" pitchFamily="34" charset="0"/>
            </a:endParaRPr>
          </a:p>
        </p:txBody>
      </p:sp>
      <p:sp>
        <p:nvSpPr>
          <p:cNvPr id="20173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44B3C1F-FDB8-4421-8372-A24312F131A5}" type="slidenum">
              <a:rPr lang="en-US" altLang="ru-RU">
                <a:solidFill>
                  <a:srgbClr val="FFFFFF"/>
                </a:solidFill>
                <a:latin typeface="Arial" panose="020B0604020202020204" pitchFamily="34" charset="0"/>
                <a:cs typeface="Arial" panose="020B0604020202020204" pitchFamily="34" charset="0"/>
              </a:rPr>
              <a:pPr/>
              <a:t>181</a:t>
            </a:fld>
            <a:endParaRPr lang="en-US" altLang="ru-RU">
              <a:solidFill>
                <a:srgbClr val="FFFFFF"/>
              </a:solidFill>
              <a:latin typeface="Arial" panose="020B0604020202020204" pitchFamily="34" charset="0"/>
              <a:cs typeface="Arial" panose="020B0604020202020204" pitchFamily="34" charset="0"/>
            </a:endParaRPr>
          </a:p>
        </p:txBody>
      </p:sp>
      <p:pic>
        <p:nvPicPr>
          <p:cNvPr id="20173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94400" y="1620838"/>
            <a:ext cx="31321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784350" y="212725"/>
            <a:ext cx="6553200" cy="609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600"/>
              </a:spcBef>
              <a:spcAft>
                <a:spcPts val="600"/>
              </a:spcAft>
            </a:pPr>
            <a:r>
              <a:rPr lang="en-US" sz="2800" b="1">
                <a:latin typeface="Times New Roman" panose="02020603050405020304" pitchFamily="18" charset="0"/>
                <a:cs typeface="Times New Roman" panose="02020603050405020304" pitchFamily="18" charset="0"/>
              </a:rPr>
              <a:t>Phương pháp chuẩn độ điện thế </a:t>
            </a:r>
          </a:p>
        </p:txBody>
      </p:sp>
      <p:grpSp>
        <p:nvGrpSpPr>
          <p:cNvPr id="202755" name="Group 6"/>
          <p:cNvGrpSpPr>
            <a:grpSpLocks/>
          </p:cNvGrpSpPr>
          <p:nvPr/>
        </p:nvGrpSpPr>
        <p:grpSpPr bwMode="auto">
          <a:xfrm>
            <a:off x="1103313" y="1916113"/>
            <a:ext cx="7831137" cy="4613275"/>
            <a:chOff x="-1" y="1295400"/>
            <a:chExt cx="9144001" cy="4649788"/>
          </a:xfrm>
        </p:grpSpPr>
        <p:pic>
          <p:nvPicPr>
            <p:cNvPr id="202758" name="Picture 6" descr="titr_kri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95400"/>
              <a:ext cx="6156325" cy="464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2759" name="Picture 7" descr="2_odv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1295400"/>
              <a:ext cx="29876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Rounded Rectangle 13"/>
          <p:cNvSpPr/>
          <p:nvPr/>
        </p:nvSpPr>
        <p:spPr>
          <a:xfrm>
            <a:off x="1403350" y="984250"/>
            <a:ext cx="7315200" cy="609600"/>
          </a:xfrm>
          <a:prstGeom prst="round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spcBef>
                <a:spcPts val="600"/>
              </a:spcBef>
              <a:spcAft>
                <a:spcPts val="600"/>
              </a:spcAft>
              <a:defRPr/>
            </a:pPr>
            <a:r>
              <a:rPr lang="en-US" sz="2800" b="1">
                <a:solidFill>
                  <a:schemeClr val="tx1"/>
                </a:solidFill>
                <a:latin typeface="Times New Roman" pitchFamily="18" charset="0"/>
                <a:cs typeface="Times New Roman" pitchFamily="18" charset="0"/>
              </a:rPr>
              <a:t>Các Phương pháp xác định điểm tương đương</a:t>
            </a:r>
          </a:p>
        </p:txBody>
      </p:sp>
      <p:sp>
        <p:nvSpPr>
          <p:cNvPr id="20275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DA7ED44-4192-4672-B539-89877DA672BE}" type="slidenum">
              <a:rPr lang="en-US" altLang="ru-RU">
                <a:solidFill>
                  <a:srgbClr val="FFFFFF"/>
                </a:solidFill>
                <a:latin typeface="Arial" panose="020B0604020202020204" pitchFamily="34" charset="0"/>
                <a:cs typeface="Arial" panose="020B0604020202020204" pitchFamily="34" charset="0"/>
              </a:rPr>
              <a:pPr/>
              <a:t>182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3"/>
          <p:cNvSpPr txBox="1">
            <a:spLocks noChangeArrowheads="1"/>
          </p:cNvSpPr>
          <p:nvPr/>
        </p:nvSpPr>
        <p:spPr bwMode="gray">
          <a:xfrm>
            <a:off x="2051050" y="254000"/>
            <a:ext cx="1800225" cy="695325"/>
          </a:xfrm>
          <a:prstGeom prst="rect">
            <a:avLst/>
          </a:prstGeom>
          <a:solidFill>
            <a:schemeClr val="accent1">
              <a:lumMod val="40000"/>
              <a:lumOff val="60000"/>
            </a:schemeClr>
          </a:solidFill>
          <a:ln>
            <a:solidFill>
              <a:schemeClr val="tx1"/>
            </a:solidFill>
          </a:ln>
        </p:spPr>
        <p:txBody>
          <a:bodyPr>
            <a:spAutoFit/>
          </a:bodyPr>
          <a:lstStyle>
            <a:lvl1pPr marL="469900" indent="-2413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40000"/>
              </a:lnSpc>
              <a:spcBef>
                <a:spcPct val="50000"/>
              </a:spcBef>
            </a:pPr>
            <a:r>
              <a:rPr lang="en-US" altLang="zh-CN" sz="2800" b="1">
                <a:solidFill>
                  <a:srgbClr val="000000"/>
                </a:solidFill>
                <a:latin typeface="Times New Roman" panose="02020603050405020304" pitchFamily="18" charset="0"/>
                <a:cs typeface="Times New Roman" panose="02020603050405020304" pitchFamily="18" charset="0"/>
              </a:rPr>
              <a:t>Ưu điểm</a:t>
            </a:r>
          </a:p>
        </p:txBody>
      </p:sp>
      <p:sp>
        <p:nvSpPr>
          <p:cNvPr id="203779" name="Text Box 4"/>
          <p:cNvSpPr txBox="1">
            <a:spLocks noChangeArrowheads="1"/>
          </p:cNvSpPr>
          <p:nvPr/>
        </p:nvSpPr>
        <p:spPr bwMode="gray">
          <a:xfrm>
            <a:off x="1412875" y="949325"/>
            <a:ext cx="7200900"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30000"/>
              </a:spcBef>
              <a:buFont typeface="Wingdings" panose="05000000000000000000" pitchFamily="2" charset="2"/>
              <a:buChar char="§"/>
            </a:pPr>
            <a:r>
              <a:rPr lang="en-US" altLang="zh-CN" sz="2400">
                <a:latin typeface="Arial" panose="020B0604020202020204" pitchFamily="34" charset="0"/>
                <a:cs typeface="Arial" panose="020B0604020202020204" pitchFamily="34" charset="0"/>
              </a:rPr>
              <a:t>So với phương pháp điện thế kế trực tiếp, phương pháp này không bị cản trở bởi điện thế nối và hệ số hoạt độ.</a:t>
            </a:r>
          </a:p>
          <a:p>
            <a:pPr algn="just" eaLnBrk="1" hangingPunct="1">
              <a:lnSpc>
                <a:spcPct val="150000"/>
              </a:lnSpc>
              <a:spcBef>
                <a:spcPct val="30000"/>
              </a:spcBef>
              <a:buFont typeface="Wingdings" panose="05000000000000000000" pitchFamily="2" charset="2"/>
              <a:buChar char="§"/>
            </a:pPr>
            <a:r>
              <a:rPr lang="en-US" altLang="zh-CN" sz="2400">
                <a:latin typeface="Arial" panose="020B0604020202020204" pitchFamily="34" charset="0"/>
                <a:cs typeface="Arial" panose="020B0604020202020204" pitchFamily="34" charset="0"/>
              </a:rPr>
              <a:t>Độ chính xác cao.</a:t>
            </a:r>
          </a:p>
          <a:p>
            <a:pPr algn="just" eaLnBrk="1" hangingPunct="1">
              <a:lnSpc>
                <a:spcPct val="150000"/>
              </a:lnSpc>
              <a:spcBef>
                <a:spcPct val="30000"/>
              </a:spcBef>
              <a:buFont typeface="Wingdings" panose="05000000000000000000" pitchFamily="2" charset="2"/>
              <a:buChar char="§"/>
            </a:pPr>
            <a:r>
              <a:rPr lang="en-US" altLang="zh-CN" sz="2400">
                <a:latin typeface="Arial" panose="020B0604020202020204" pitchFamily="34" charset="0"/>
                <a:cs typeface="Arial" panose="020B0604020202020204" pitchFamily="34" charset="0"/>
              </a:rPr>
              <a:t>So với phương pháp chuẩn độ thể tích cổ điển (sử dụng chất chỉ thị), phương pháp này không mắc sai số chỉ thị, có thể sử dụng khi dung dịch có màu, nồng độ chất phân tích thấp.</a:t>
            </a:r>
            <a:endParaRPr lang="en-US" altLang="zh-CN" sz="2400">
              <a:latin typeface="Arial" panose="020B0604020202020204" pitchFamily="34" charset="0"/>
              <a:cs typeface="Arial" panose="020B0604020202020204" pitchFamily="34" charset="0"/>
              <a:sym typeface="Symbol" panose="05050102010706020507" pitchFamily="18" charset="2"/>
            </a:endParaRPr>
          </a:p>
        </p:txBody>
      </p:sp>
      <p:sp>
        <p:nvSpPr>
          <p:cNvPr id="20378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4FB32D-BDC5-487E-BD44-37749587BE37}" type="slidenum">
              <a:rPr lang="en-US" altLang="ru-RU">
                <a:solidFill>
                  <a:srgbClr val="FFFFFF"/>
                </a:solidFill>
                <a:latin typeface="Arial" panose="020B0604020202020204" pitchFamily="34" charset="0"/>
                <a:cs typeface="Arial" panose="020B0604020202020204" pitchFamily="34" charset="0"/>
              </a:rPr>
              <a:pPr/>
              <a:t>183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7"/>
          <p:cNvSpPr txBox="1">
            <a:spLocks noChangeArrowheads="1"/>
          </p:cNvSpPr>
          <p:nvPr/>
        </p:nvSpPr>
        <p:spPr bwMode="gray">
          <a:xfrm>
            <a:off x="2916238" y="476250"/>
            <a:ext cx="3095625" cy="695325"/>
          </a:xfrm>
          <a:prstGeom prst="rect">
            <a:avLst/>
          </a:prstGeom>
          <a:solidFill>
            <a:schemeClr val="accent1">
              <a:lumMod val="40000"/>
              <a:lumOff val="60000"/>
            </a:schemeClr>
          </a:solidFill>
          <a:ln>
            <a:solidFill>
              <a:schemeClr val="tx1"/>
            </a:solidFill>
          </a:ln>
        </p:spPr>
        <p:txBody>
          <a:bodyPr>
            <a:spAutoFit/>
          </a:bodyPr>
          <a:lstStyle>
            <a:lvl1pPr marL="469900" indent="-2413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40000"/>
              </a:lnSpc>
              <a:spcBef>
                <a:spcPct val="50000"/>
              </a:spcBef>
            </a:pPr>
            <a:r>
              <a:rPr lang="en-US" altLang="zh-CN" sz="2800" b="1">
                <a:solidFill>
                  <a:srgbClr val="000000"/>
                </a:solidFill>
                <a:latin typeface="Times New Roman" panose="02020603050405020304" pitchFamily="18" charset="0"/>
                <a:cs typeface="Times New Roman" panose="02020603050405020304" pitchFamily="18" charset="0"/>
              </a:rPr>
              <a:t>Nhược điểm</a:t>
            </a:r>
          </a:p>
        </p:txBody>
      </p:sp>
      <p:sp>
        <p:nvSpPr>
          <p:cNvPr id="204803" name="Text Box 8"/>
          <p:cNvSpPr txBox="1">
            <a:spLocks noChangeArrowheads="1"/>
          </p:cNvSpPr>
          <p:nvPr/>
        </p:nvSpPr>
        <p:spPr bwMode="gray">
          <a:xfrm>
            <a:off x="1258888" y="1773238"/>
            <a:ext cx="7040562" cy="223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30000"/>
              </a:spcBef>
            </a:pPr>
            <a:r>
              <a:rPr lang="en-US" altLang="zh-CN" sz="2400">
                <a:latin typeface="Arial" panose="020B0604020202020204" pitchFamily="34" charset="0"/>
                <a:cs typeface="Arial" panose="020B0604020202020204" pitchFamily="34" charset="0"/>
              </a:rPr>
              <a:t>Thường mất nhiều thời gian do cần nhiều điểm để vẽ đường cong chuẩn độ, nhưng nhược điểm này hoàn toàn khắc phục được khi sử dụng thiết bị chuẩn độ tự động.</a:t>
            </a:r>
            <a:endParaRPr lang="en-US" altLang="zh-CN" sz="2400">
              <a:latin typeface="Arial" panose="020B0604020202020204" pitchFamily="34" charset="0"/>
              <a:cs typeface="Arial" panose="020B0604020202020204" pitchFamily="34" charset="0"/>
              <a:sym typeface="Symbol" panose="05050102010706020507" pitchFamily="18" charset="2"/>
            </a:endParaRPr>
          </a:p>
        </p:txBody>
      </p:sp>
      <p:sp>
        <p:nvSpPr>
          <p:cNvPr id="20480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8512E6D-7E9E-403B-8BD6-D9FBA3EC4477}" type="slidenum">
              <a:rPr lang="en-US" altLang="ru-RU">
                <a:solidFill>
                  <a:srgbClr val="FFFFFF"/>
                </a:solidFill>
                <a:latin typeface="Arial" panose="020B0604020202020204" pitchFamily="34" charset="0"/>
                <a:cs typeface="Arial" panose="020B0604020202020204" pitchFamily="34" charset="0"/>
              </a:rPr>
              <a:pPr/>
              <a:t>184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gray">
          <a:xfrm>
            <a:off x="2051050" y="188913"/>
            <a:ext cx="6410325" cy="695325"/>
          </a:xfrm>
          <a:prstGeom prst="rect">
            <a:avLst/>
          </a:prstGeom>
          <a:solidFill>
            <a:schemeClr val="accent1">
              <a:lumMod val="40000"/>
              <a:lumOff val="60000"/>
            </a:schemeClr>
          </a:solidFill>
          <a:ln>
            <a:solidFill>
              <a:schemeClr val="tx1"/>
            </a:solidFill>
          </a:ln>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40000"/>
              </a:lnSpc>
              <a:spcBef>
                <a:spcPct val="50000"/>
              </a:spcBef>
              <a:buFont typeface="Wingdings" panose="05000000000000000000" pitchFamily="2" charset="2"/>
              <a:buNone/>
            </a:pPr>
            <a:r>
              <a:rPr lang="en-US" altLang="zh-CN" sz="2800" b="1">
                <a:solidFill>
                  <a:srgbClr val="000000"/>
                </a:solidFill>
                <a:latin typeface="Times New Roman" panose="02020603050405020304" pitchFamily="18" charset="0"/>
                <a:cs typeface="Times New Roman" panose="02020603050405020304" pitchFamily="18" charset="0"/>
              </a:rPr>
              <a:t>Phương pháp chuẩn độ điện thế</a:t>
            </a:r>
          </a:p>
        </p:txBody>
      </p:sp>
      <p:pic>
        <p:nvPicPr>
          <p:cNvPr id="205827" name="Picture 10" descr="http://rongbay10.vcmedia.vn/thumb_max/up_new/2013/03/14/1164118/201303090542_2648_21935_chuan_do_dien_th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738" y="842963"/>
            <a:ext cx="5256212"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2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6BAFF74-2F1C-4433-8549-1832A12C9B8A}" type="slidenum">
              <a:rPr lang="en-US" altLang="ru-RU">
                <a:solidFill>
                  <a:srgbClr val="FFFFFF"/>
                </a:solidFill>
                <a:latin typeface="Arial" panose="020B0604020202020204" pitchFamily="34" charset="0"/>
                <a:cs typeface="Arial" panose="020B0604020202020204" pitchFamily="34" charset="0"/>
              </a:rPr>
              <a:pPr/>
              <a:t>185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gray">
          <a:xfrm>
            <a:off x="1042988" y="220663"/>
            <a:ext cx="7543800" cy="628650"/>
          </a:xfrm>
          <a:prstGeom prst="rect">
            <a:avLst/>
          </a:prstGeom>
          <a:solidFill>
            <a:schemeClr val="accent1">
              <a:lumMod val="40000"/>
              <a:lumOff val="60000"/>
            </a:schemeClr>
          </a:solidFill>
          <a:ln>
            <a:solidFill>
              <a:schemeClr val="tx1"/>
            </a:solidFill>
          </a:ln>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40000"/>
              </a:lnSpc>
              <a:spcBef>
                <a:spcPct val="50000"/>
              </a:spcBef>
              <a:buFont typeface="Wingdings" panose="05000000000000000000" pitchFamily="2" charset="2"/>
              <a:buNone/>
            </a:pPr>
            <a:r>
              <a:rPr lang="en-US" altLang="zh-CN" sz="2800" b="1">
                <a:solidFill>
                  <a:srgbClr val="000000"/>
                </a:solidFill>
                <a:latin typeface="Times New Roman" panose="02020603050405020304" pitchFamily="18" charset="0"/>
                <a:cs typeface="Times New Roman" panose="02020603050405020304" pitchFamily="18" charset="0"/>
              </a:rPr>
              <a:t>Phương pháp chuẩn độ điện thế</a:t>
            </a:r>
          </a:p>
        </p:txBody>
      </p:sp>
      <p:graphicFrame>
        <p:nvGraphicFramePr>
          <p:cNvPr id="4" name="Diagram 3"/>
          <p:cNvGraphicFramePr/>
          <p:nvPr/>
        </p:nvGraphicFramePr>
        <p:xfrm>
          <a:off x="1763688" y="1124744"/>
          <a:ext cx="6554688" cy="505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685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A8BDAEE-14E7-4648-929D-7F3148EFBC3C}" type="slidenum">
              <a:rPr lang="en-US" altLang="ru-RU">
                <a:solidFill>
                  <a:srgbClr val="FFFFFF"/>
                </a:solidFill>
                <a:latin typeface="Arial" panose="020B0604020202020204" pitchFamily="34" charset="0"/>
                <a:cs typeface="Arial" panose="020B0604020202020204" pitchFamily="34" charset="0"/>
              </a:rPr>
              <a:pPr/>
              <a:t>186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4"/>
          <p:cNvSpPr txBox="1">
            <a:spLocks noChangeArrowheads="1"/>
          </p:cNvSpPr>
          <p:nvPr/>
        </p:nvSpPr>
        <p:spPr bwMode="auto">
          <a:xfrm>
            <a:off x="1908175" y="1341438"/>
            <a:ext cx="69850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1200"/>
              </a:spcBef>
              <a:buFont typeface="Wingdings" panose="05000000000000000000" pitchFamily="2" charset="2"/>
              <a:buChar char="§"/>
            </a:pPr>
            <a:r>
              <a:rPr lang="en-US" altLang="zh-CN" sz="2400">
                <a:latin typeface="Arial" panose="020B0604020202020204" pitchFamily="34" charset="0"/>
                <a:ea typeface="Gulim" pitchFamily="34" charset="-127"/>
                <a:cs typeface="Arial" panose="020B0604020202020204" pitchFamily="34" charset="0"/>
              </a:rPr>
              <a:t>Điện cực chỉ thị: điện cực thuỷ tinh, quinhydron</a:t>
            </a:r>
          </a:p>
          <a:p>
            <a:pPr algn="just" eaLnBrk="1" hangingPunct="1">
              <a:spcBef>
                <a:spcPts val="1200"/>
              </a:spcBef>
              <a:buFont typeface="Wingdings" panose="05000000000000000000" pitchFamily="2" charset="2"/>
              <a:buChar char="§"/>
            </a:pPr>
            <a:r>
              <a:rPr lang="en-US" altLang="zh-CN" sz="2400">
                <a:latin typeface="Arial" panose="020B0604020202020204" pitchFamily="34" charset="0"/>
                <a:ea typeface="Gulim" pitchFamily="34" charset="-127"/>
                <a:cs typeface="Arial" panose="020B0604020202020204" pitchFamily="34" charset="0"/>
              </a:rPr>
              <a:t>Điện cực so sánh: điện cực calomel bão hoà, điện cực Ag,AgCl</a:t>
            </a:r>
          </a:p>
        </p:txBody>
      </p:sp>
      <p:pic>
        <p:nvPicPr>
          <p:cNvPr id="2078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ounded Rectangle 12"/>
          <p:cNvSpPr/>
          <p:nvPr/>
        </p:nvSpPr>
        <p:spPr>
          <a:xfrm>
            <a:off x="2222500" y="3208338"/>
            <a:ext cx="6780213" cy="1081087"/>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6200000" scaled="1"/>
            <a:tileRect/>
          </a:gradFill>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buClr>
                <a:srgbClr val="C32D2E"/>
              </a:buClr>
              <a:buSzPct val="95000"/>
              <a:buFont typeface="Wingdings 2" panose="05020102010507070707" pitchFamily="18" charset="2"/>
              <a:buNone/>
            </a:pPr>
            <a:r>
              <a:rPr lang="en-US" altLang="en-US" sz="2400">
                <a:solidFill>
                  <a:srgbClr val="000000"/>
                </a:solidFill>
                <a:latin typeface="Arial" panose="020B0604020202020204" pitchFamily="34" charset="0"/>
                <a:cs typeface="Arial" panose="020B0604020202020204" pitchFamily="34" charset="0"/>
              </a:rPr>
              <a:t>Dùng được trong đa số các môi trường nhờ vào điện cực  thủy tinh, calome và máy đo pH.</a:t>
            </a:r>
          </a:p>
          <a:p>
            <a:pPr algn="ctr" eaLnBrk="1" hangingPunct="1"/>
            <a:endParaRPr lang="en-US" altLang="en-US" sz="2400">
              <a:solidFill>
                <a:srgbClr val="000000"/>
              </a:solidFill>
              <a:latin typeface="Arial" panose="020B0604020202020204" pitchFamily="34" charset="0"/>
              <a:cs typeface="Arial" panose="020B0604020202020204" pitchFamily="34" charset="0"/>
            </a:endParaRPr>
          </a:p>
        </p:txBody>
      </p:sp>
      <p:sp>
        <p:nvSpPr>
          <p:cNvPr id="14" name="AutoShape 3"/>
          <p:cNvSpPr>
            <a:spLocks noChangeArrowheads="1"/>
          </p:cNvSpPr>
          <p:nvPr/>
        </p:nvSpPr>
        <p:spPr bwMode="gray">
          <a:xfrm rot="20256817">
            <a:off x="366713" y="2895600"/>
            <a:ext cx="1725612" cy="1706563"/>
          </a:xfrm>
          <a:prstGeom prst="irregularSeal1">
            <a:avLst/>
          </a:prstGeom>
          <a:solidFill>
            <a:schemeClr val="accent2"/>
          </a:solidFill>
          <a:ln w="9525" algn="ctr">
            <a:noFill/>
            <a:miter lim="800000"/>
            <a:headEnd/>
            <a:tailEnd/>
          </a:ln>
          <a:effectLst>
            <a:outerShdw dist="107763" dir="2700000" algn="ctr" rotWithShape="0">
              <a:srgbClr val="B2B2B2"/>
            </a:outerShdw>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200" b="1">
                <a:latin typeface="Times New Roman" panose="02020603050405020304" pitchFamily="18" charset="0"/>
                <a:cs typeface="Times New Roman" panose="02020603050405020304" pitchFamily="18" charset="0"/>
              </a:rPr>
              <a:t>  Ưu điểm</a:t>
            </a:r>
            <a:endParaRPr lang="en-US" sz="2200" b="1">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5" name="Rounded Rectangle 14"/>
          <p:cNvSpPr/>
          <p:nvPr/>
        </p:nvSpPr>
        <p:spPr>
          <a:xfrm>
            <a:off x="2352675" y="4770438"/>
            <a:ext cx="6650038" cy="1081087"/>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6200000" scaled="1"/>
            <a:tileRect/>
          </a:gradFill>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buClr>
                <a:srgbClr val="9BBB59"/>
              </a:buClr>
              <a:buSzPct val="95000"/>
            </a:pPr>
            <a:r>
              <a:rPr lang="en-US" altLang="en-US" sz="2400">
                <a:solidFill>
                  <a:srgbClr val="000000"/>
                </a:solidFill>
                <a:latin typeface="Arial" panose="020B0604020202020204" pitchFamily="34" charset="0"/>
                <a:cs typeface="Arial" panose="020B0604020202020204" pitchFamily="34" charset="0"/>
              </a:rPr>
              <a:t> Dùng chuẩn độ axit mạnh, bazơ mạnh, axit yếu, bazơ yếu, đa axit và đa bazơ.</a:t>
            </a:r>
          </a:p>
          <a:p>
            <a:pPr algn="ctr" eaLnBrk="1" hangingPunct="1"/>
            <a:endParaRPr lang="en-US" altLang="en-US" sz="2400">
              <a:solidFill>
                <a:srgbClr val="000000"/>
              </a:solidFill>
              <a:latin typeface="Arial" panose="020B0604020202020204" pitchFamily="34" charset="0"/>
              <a:cs typeface="Arial" panose="020B0604020202020204" pitchFamily="34" charset="0"/>
            </a:endParaRPr>
          </a:p>
        </p:txBody>
      </p:sp>
      <p:sp>
        <p:nvSpPr>
          <p:cNvPr id="17" name="AutoShape 3"/>
          <p:cNvSpPr>
            <a:spLocks noChangeArrowheads="1"/>
          </p:cNvSpPr>
          <p:nvPr/>
        </p:nvSpPr>
        <p:spPr bwMode="gray">
          <a:xfrm rot="-1343183">
            <a:off x="622300" y="4614863"/>
            <a:ext cx="1725613" cy="1708150"/>
          </a:xfrm>
          <a:prstGeom prst="irregularSeal1">
            <a:avLst/>
          </a:prstGeom>
          <a:solidFill>
            <a:schemeClr val="accent2"/>
          </a:solidFill>
          <a:ln>
            <a:noFill/>
          </a:ln>
          <a:effectLst>
            <a:outerShdw dist="107763" dir="2700000" algn="ctr" rotWithShape="0">
              <a:srgbClr val="B2B2B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200" b="1">
                <a:latin typeface="Times New Roman" panose="02020603050405020304" pitchFamily="18" charset="0"/>
                <a:cs typeface="Times New Roman" panose="02020603050405020304" pitchFamily="18" charset="0"/>
              </a:rPr>
              <a:t>Ứng dụng</a:t>
            </a:r>
          </a:p>
        </p:txBody>
      </p:sp>
      <p:sp>
        <p:nvSpPr>
          <p:cNvPr id="20788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1153FA3-24B0-4EA5-B79E-63802FE79654}" type="slidenum">
              <a:rPr lang="en-US" altLang="ru-RU">
                <a:solidFill>
                  <a:srgbClr val="FFFFFF"/>
                </a:solidFill>
                <a:latin typeface="Arial" panose="020B0604020202020204" pitchFamily="34" charset="0"/>
                <a:cs typeface="Arial" panose="020B0604020202020204" pitchFamily="34" charset="0"/>
              </a:rPr>
              <a:pPr/>
              <a:t>187</a:t>
            </a:fld>
            <a:endParaRPr lang="en-US" altLang="ru-RU">
              <a:solidFill>
                <a:srgbClr val="FFFFFF"/>
              </a:solidFill>
              <a:latin typeface="Arial" panose="020B0604020202020204" pitchFamily="34" charset="0"/>
              <a:cs typeface="Arial" panose="020B0604020202020204" pitchFamily="34" charset="0"/>
            </a:endParaRPr>
          </a:p>
        </p:txBody>
      </p:sp>
      <p:sp>
        <p:nvSpPr>
          <p:cNvPr id="9" name="Прямоугольник 8"/>
          <p:cNvSpPr/>
          <p:nvPr/>
        </p:nvSpPr>
        <p:spPr>
          <a:xfrm>
            <a:off x="2365375" y="549275"/>
            <a:ext cx="3660775" cy="522288"/>
          </a:xfrm>
          <a:prstGeom prst="rect">
            <a:avLst/>
          </a:prstGeom>
          <a:solidFill>
            <a:schemeClr val="accent1">
              <a:lumMod val="40000"/>
              <a:lumOff val="60000"/>
            </a:schemeClr>
          </a:solidFill>
          <a:ln>
            <a:solidFill>
              <a:schemeClr val="tx1"/>
            </a:solidFill>
          </a:ln>
        </p:spPr>
        <p:txBody>
          <a:bodyPr wrap="none">
            <a:spAutoFit/>
          </a:bodyPr>
          <a:lstStyle/>
          <a:p>
            <a:pPr algn="just" eaLnBrk="1" fontAlgn="auto" hangingPunct="1">
              <a:spcBef>
                <a:spcPts val="600"/>
              </a:spcBef>
              <a:spcAft>
                <a:spcPts val="0"/>
              </a:spcAft>
              <a:defRPr/>
            </a:pPr>
            <a:r>
              <a:rPr lang="en-US" altLang="zh-CN" sz="2800" b="1" dirty="0" err="1">
                <a:solidFill>
                  <a:srgbClr val="000000"/>
                </a:solidFill>
                <a:latin typeface="+mn-lt"/>
              </a:rPr>
              <a:t>Chuẩn</a:t>
            </a:r>
            <a:r>
              <a:rPr lang="en-US" altLang="zh-CN" sz="2800" b="1" dirty="0">
                <a:solidFill>
                  <a:srgbClr val="000000"/>
                </a:solidFill>
                <a:latin typeface="+mn-lt"/>
              </a:rPr>
              <a:t> </a:t>
            </a:r>
            <a:r>
              <a:rPr lang="en-US" altLang="zh-CN" sz="2800" b="1" dirty="0" err="1">
                <a:solidFill>
                  <a:srgbClr val="000000"/>
                </a:solidFill>
                <a:latin typeface="+mn-lt"/>
              </a:rPr>
              <a:t>độ</a:t>
            </a:r>
            <a:r>
              <a:rPr lang="en-US" altLang="zh-CN" sz="2800" b="1" dirty="0">
                <a:solidFill>
                  <a:srgbClr val="000000"/>
                </a:solidFill>
                <a:latin typeface="+mn-lt"/>
              </a:rPr>
              <a:t> acid – </a:t>
            </a:r>
            <a:r>
              <a:rPr lang="en-US" altLang="zh-CN" sz="2800" b="1" dirty="0" err="1">
                <a:solidFill>
                  <a:srgbClr val="000000"/>
                </a:solidFill>
                <a:latin typeface="+mn-lt"/>
              </a:rPr>
              <a:t>baz</a:t>
            </a:r>
            <a:endParaRPr lang="en-US" altLang="zh-CN" sz="2800" b="1" dirty="0">
              <a:solidFill>
                <a:srgbClr val="000000"/>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style.rotation</p:attrName>
                                        </p:attrNameLst>
                                      </p:cBhvr>
                                      <p:tavLst>
                                        <p:tav tm="0">
                                          <p:val>
                                            <p:fltVal val="90"/>
                                          </p:val>
                                        </p:tav>
                                        <p:tav tm="100000">
                                          <p:val>
                                            <p:fltVal val="0"/>
                                          </p:val>
                                        </p:tav>
                                      </p:tavLst>
                                    </p:anim>
                                    <p:animEffect transition="in" filter="fade">
                                      <p:cBhvr>
                                        <p:cTn id="10" dur="1000"/>
                                        <p:tgtEl>
                                          <p:spTgt spid="13"/>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1000" fill="hold"/>
                                        <p:tgtEl>
                                          <p:spTgt spid="15"/>
                                        </p:tgtEl>
                                        <p:attrNameLst>
                                          <p:attrName>ppt_w</p:attrName>
                                        </p:attrNameLst>
                                      </p:cBhvr>
                                      <p:tavLst>
                                        <p:tav tm="0">
                                          <p:val>
                                            <p:fltVal val="0"/>
                                          </p:val>
                                        </p:tav>
                                        <p:tav tm="100000">
                                          <p:val>
                                            <p:strVal val="#ppt_w"/>
                                          </p:val>
                                        </p:tav>
                                      </p:tavLst>
                                    </p:anim>
                                    <p:anim calcmode="lin" valueType="num">
                                      <p:cBhvr>
                                        <p:cTn id="14" dur="1000" fill="hold"/>
                                        <p:tgtEl>
                                          <p:spTgt spid="15"/>
                                        </p:tgtEl>
                                        <p:attrNameLst>
                                          <p:attrName>ppt_h</p:attrName>
                                        </p:attrNameLst>
                                      </p:cBhvr>
                                      <p:tavLst>
                                        <p:tav tm="0">
                                          <p:val>
                                            <p:fltVal val="0"/>
                                          </p:val>
                                        </p:tav>
                                        <p:tav tm="100000">
                                          <p:val>
                                            <p:strVal val="#ppt_h"/>
                                          </p:val>
                                        </p:tav>
                                      </p:tavLst>
                                    </p:anim>
                                    <p:anim calcmode="lin" valueType="num">
                                      <p:cBhvr>
                                        <p:cTn id="15" dur="1000" fill="hold"/>
                                        <p:tgtEl>
                                          <p:spTgt spid="15"/>
                                        </p:tgtEl>
                                        <p:attrNameLst>
                                          <p:attrName>style.rotation</p:attrName>
                                        </p:attrNameLst>
                                      </p:cBhvr>
                                      <p:tavLst>
                                        <p:tav tm="0">
                                          <p:val>
                                            <p:fltVal val="90"/>
                                          </p:val>
                                        </p:tav>
                                        <p:tav tm="100000">
                                          <p:val>
                                            <p:fltVal val="0"/>
                                          </p:val>
                                        </p:tav>
                                      </p:tavLst>
                                    </p:anim>
                                    <p:animEffect transition="in" filter="fade">
                                      <p:cBhvr>
                                        <p:cTn id="16" dur="1000"/>
                                        <p:tgtEl>
                                          <p:spTgt spid="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ppt_w</p:attrName>
                                        </p:attrNameLst>
                                      </p:cBhvr>
                                      <p:tavLst>
                                        <p:tav tm="0">
                                          <p:val>
                                            <p:fltVal val="0"/>
                                          </p:val>
                                        </p:tav>
                                        <p:tav tm="100000">
                                          <p:val>
                                            <p:strVal val="#ppt_w"/>
                                          </p:val>
                                        </p:tav>
                                      </p:tavLst>
                                    </p:anim>
                                    <p:anim calcmode="lin" valueType="num">
                                      <p:cBhvr>
                                        <p:cTn id="22" dur="500" fill="hold"/>
                                        <p:tgtEl>
                                          <p:spTgt spid="14"/>
                                        </p:tgtEl>
                                        <p:attrNameLst>
                                          <p:attrName>ppt_h</p:attrName>
                                        </p:attrNameLst>
                                      </p:cBhvr>
                                      <p:tavLst>
                                        <p:tav tm="0">
                                          <p:val>
                                            <p:fltVal val="0"/>
                                          </p:val>
                                        </p:tav>
                                        <p:tav tm="100000">
                                          <p:val>
                                            <p:strVal val="#ppt_h"/>
                                          </p:val>
                                        </p:tav>
                                      </p:tavLst>
                                    </p:anim>
                                    <p:animEffect transition="in" filter="fade">
                                      <p:cBhvr>
                                        <p:cTn id="23" dur="500"/>
                                        <p:tgtEl>
                                          <p:spTgt spid="14"/>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fltVal val="0"/>
                                          </p:val>
                                        </p:tav>
                                        <p:tav tm="100000">
                                          <p:val>
                                            <p:strVal val="#ppt_h"/>
                                          </p:val>
                                        </p:tav>
                                      </p:tavLst>
                                    </p:anim>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ounded Rectangle 8"/>
          <p:cNvSpPr>
            <a:spLocks noRot="1" noChangeAspect="1" noMove="1" noResize="1" noEditPoints="1" noAdjustHandles="1" noChangeArrowheads="1" noChangeShapeType="1" noTextEdit="1"/>
          </p:cNvSpPr>
          <p:nvPr/>
        </p:nvSpPr>
        <p:spPr>
          <a:xfrm>
            <a:off x="179512" y="1"/>
            <a:ext cx="8784976" cy="6215062"/>
          </a:xfrm>
          <a:prstGeom prst="roundRect">
            <a:avLst/>
          </a:prstGeom>
          <a:blipFill rotWithShape="1">
            <a:blip r:embed="rId4" cstate="print"/>
            <a:stretch>
              <a:fillRect/>
            </a:stretch>
          </a:blipFill>
          <a:ln>
            <a:solidFill>
              <a:schemeClr val="accent6">
                <a:lumMod val="50000"/>
              </a:schemeClr>
            </a:solidFill>
          </a:ln>
        </p:spPr>
        <p:txBody>
          <a:bodyPr/>
          <a:lstStyle/>
          <a:p>
            <a:pPr eaLnBrk="1" fontAlgn="auto" hangingPunct="1">
              <a:spcBef>
                <a:spcPts val="0"/>
              </a:spcBef>
              <a:spcAft>
                <a:spcPts val="0"/>
              </a:spcAft>
              <a:defRPr/>
            </a:pPr>
            <a:r>
              <a:rPr lang="en-US">
                <a:noFill/>
                <a:latin typeface="+mn-lt"/>
              </a:rPr>
              <a:t> </a:t>
            </a:r>
          </a:p>
        </p:txBody>
      </p:sp>
      <p:sp>
        <p:nvSpPr>
          <p:cNvPr id="2099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389A8EF-6C3C-4F74-855A-7E09F5764A51}" type="slidenum">
              <a:rPr lang="en-US" altLang="ru-RU">
                <a:solidFill>
                  <a:srgbClr val="FFFFFF"/>
                </a:solidFill>
                <a:latin typeface="Arial" panose="020B0604020202020204" pitchFamily="34" charset="0"/>
                <a:cs typeface="Arial" panose="020B0604020202020204" pitchFamily="34" charset="0"/>
              </a:rPr>
              <a:pPr/>
              <a:t>188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9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p:cNvGraphicFramePr>
            <a:graphicFrameLocks noGrp="1"/>
          </p:cNvGraphicFramePr>
          <p:nvPr/>
        </p:nvGraphicFramePr>
        <p:xfrm>
          <a:off x="107504" y="944846"/>
          <a:ext cx="9001000" cy="5764891"/>
        </p:xfrm>
        <a:graphic>
          <a:graphicData uri="http://schemas.openxmlformats.org/drawingml/2006/table">
            <a:tbl>
              <a:tblPr firstRow="1" bandRow="1">
                <a:effectLst>
                  <a:outerShdw blurRad="50800" dist="38100" dir="5400000" algn="t" rotWithShape="0">
                    <a:prstClr val="black">
                      <a:alpha val="40000"/>
                    </a:prstClr>
                  </a:outerShdw>
                </a:effectLst>
              </a:tblPr>
              <a:tblGrid>
                <a:gridCol w="649671"/>
                <a:gridCol w="1123233"/>
                <a:gridCol w="625035"/>
                <a:gridCol w="912214"/>
                <a:gridCol w="820359"/>
                <a:gridCol w="625035"/>
                <a:gridCol w="820359"/>
                <a:gridCol w="1235218"/>
                <a:gridCol w="1277662"/>
                <a:gridCol w="912214"/>
              </a:tblGrid>
              <a:tr h="86499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TT</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63043" t="-2113" r="-650543"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91262" t="-2113" r="-1062136" b="-641549"/>
                      </a:stretch>
                    </a:blip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pH</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412687" t="-2113" r="-60447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666990" t="-2113" r="-68640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585185" t="-2113" r="-423704"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457921" t="-2113" r="-18316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536667" t="-2113" r="-76190"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891333" t="-2113" r="-6667" b="-641549"/>
                      </a:stretch>
                    </a:blip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1</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2,16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2,33</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3</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3</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2,56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3,5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2,81</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6</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chemeClr val="tx1"/>
                          </a:solidFill>
                          <a:effectLst/>
                          <a:latin typeface="Arial" pitchFamily="34" charset="0"/>
                          <a:cs typeface="Arial" pitchFamily="34" charset="0"/>
                        </a:rPr>
                        <a:t>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FF0000"/>
                          </a:solidFill>
                          <a:effectLst/>
                          <a:latin typeface="Arial" pitchFamily="34" charset="0"/>
                          <a:cs typeface="Arial" pitchFamily="34" charset="0"/>
                        </a:rPr>
                        <a:t>3,41</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chemeClr val="tx1"/>
                          </a:solidFill>
                          <a:effectLst/>
                          <a:latin typeface="Arial" pitchFamily="34" charset="0"/>
                          <a:cs typeface="Arial" pitchFamily="34" charset="0"/>
                        </a:rPr>
                        <a:t>4,5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FF0000"/>
                          </a:solidFill>
                          <a:effectLst/>
                          <a:latin typeface="Arial" pitchFamily="34" charset="0"/>
                          <a:cs typeface="Arial" pitchFamily="34" charset="0"/>
                        </a:rPr>
                        <a:t>9,95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11,42</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p>
                      <a:pPr algn="ctr"/>
                      <a:r>
                        <a:rPr lang="en-US" sz="2000" b="1" i="0" dirty="0">
                          <a:latin typeface="Times New Roman" pitchFamily="18" charset="0"/>
                          <a:cs typeface="Times New Roman" pitchFamily="18" charset="0"/>
                        </a:rPr>
                        <a:t>9</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5,5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11,97</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p>
                      <a:pPr algn="ctr"/>
                      <a:r>
                        <a:rPr lang="en-US" sz="2000" b="1" i="0" dirty="0">
                          <a:latin typeface="Times New Roman" pitchFamily="18" charset="0"/>
                          <a:cs typeface="Times New Roman" pitchFamily="18" charset="0"/>
                        </a:rPr>
                        <a:t>10</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6.0</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12,36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119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E65E6B5-D401-4C3D-AD27-3F8B74C64E13}" type="slidenum">
              <a:rPr lang="en-US" altLang="ru-RU">
                <a:solidFill>
                  <a:srgbClr val="FFFFFF"/>
                </a:solidFill>
                <a:latin typeface="Arial" panose="020B0604020202020204" pitchFamily="34" charset="0"/>
                <a:cs typeface="Arial" panose="020B0604020202020204" pitchFamily="34" charset="0"/>
              </a:rPr>
              <a:pPr/>
              <a:t>189</a:t>
            </a:fld>
            <a:endParaRPr lang="en-US" altLang="ru-RU">
              <a:solidFill>
                <a:srgbClr val="FFFFFF"/>
              </a:solidFill>
              <a:latin typeface="Arial" panose="020B0604020202020204" pitchFamily="34" charset="0"/>
              <a:cs typeface="Arial" panose="020B0604020202020204" pitchFamily="34" charset="0"/>
            </a:endParaRPr>
          </a:p>
        </p:txBody>
      </p:sp>
      <p:sp>
        <p:nvSpPr>
          <p:cNvPr id="3" name="TextBox 2"/>
          <p:cNvSpPr txBox="1"/>
          <p:nvPr/>
        </p:nvSpPr>
        <p:spPr>
          <a:xfrm>
            <a:off x="1520825" y="333375"/>
            <a:ext cx="6003925" cy="460375"/>
          </a:xfrm>
          <a:prstGeom prst="rect">
            <a:avLst/>
          </a:prstGeom>
          <a:solidFill>
            <a:schemeClr val="accent1">
              <a:lumMod val="40000"/>
              <a:lumOff val="60000"/>
            </a:schemeClr>
          </a:solidFill>
          <a:ln>
            <a:solidFill>
              <a:schemeClr val="tx1"/>
            </a:solid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400"/>
              <a:t>Bảng 1: giá trị pH trong quá trình chuẩn độ</a:t>
            </a:r>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a:xfrm>
            <a:off x="468313" y="981075"/>
            <a:ext cx="8064500" cy="5233988"/>
          </a:xfrm>
          <a:prstGeom prst="roundRect">
            <a:avLst/>
          </a:prstGeom>
          <a:noFill/>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sz="2800">
              <a:solidFill>
                <a:srgbClr val="000000"/>
              </a:solidFill>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1189038" y="280988"/>
            <a:ext cx="7512050"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defRPr/>
            </a:pPr>
            <a:r>
              <a:rPr lang="en-US" altLang="en-US" sz="2800" b="1" smtClean="0">
                <a:solidFill>
                  <a:srgbClr val="C00000"/>
                </a:solidFill>
                <a:latin typeface="Times New Roman" panose="02020603050405020304" pitchFamily="18" charset="0"/>
                <a:cs typeface="Times New Roman" panose="02020603050405020304" pitchFamily="18" charset="0"/>
              </a:rPr>
              <a:t>Xác định các đại lượng biến thiên</a:t>
            </a:r>
          </a:p>
        </p:txBody>
      </p:sp>
      <p:sp>
        <p:nvSpPr>
          <p:cNvPr id="15" name="TextBox 14"/>
          <p:cNvSpPr txBox="1">
            <a:spLocks noRot="1" noChangeAspect="1" noMove="1" noResize="1" noEditPoints="1" noAdjustHandles="1" noChangeArrowheads="1" noChangeShapeType="1" noTextEdit="1"/>
          </p:cNvSpPr>
          <p:nvPr/>
        </p:nvSpPr>
        <p:spPr>
          <a:xfrm>
            <a:off x="1731409" y="4237331"/>
            <a:ext cx="6428105" cy="1138453"/>
          </a:xfrm>
          <a:prstGeom prst="rect">
            <a:avLst/>
          </a:prstGeom>
          <a:blipFill rotWithShape="0">
            <a:blip r:embed="rId4"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21402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728E9C5-474F-485F-8079-6A9AAE878F0F}" type="slidenum">
              <a:rPr lang="en-US" altLang="ru-RU">
                <a:solidFill>
                  <a:srgbClr val="FFFFFF"/>
                </a:solidFill>
                <a:latin typeface="Times New Roman" panose="02020603050405020304" pitchFamily="18" charset="0"/>
                <a:cs typeface="Times New Roman" panose="02020603050405020304" pitchFamily="18" charset="0"/>
              </a:rPr>
              <a:pPr/>
              <a:t>190</a:t>
            </a:fld>
            <a:endParaRPr lang="en-US" altLang="ru-RU">
              <a:solidFill>
                <a:srgbClr val="FFFFFF"/>
              </a:solidFill>
              <a:latin typeface="Times New Roman" panose="02020603050405020304" pitchFamily="18" charset="0"/>
              <a:cs typeface="Times New Roman" panose="02020603050405020304" pitchFamily="18" charset="0"/>
            </a:endParaRPr>
          </a:p>
        </p:txBody>
      </p:sp>
      <p:sp>
        <p:nvSpPr>
          <p:cNvPr id="10" name="TextBox 9"/>
          <p:cNvSpPr txBox="1">
            <a:spLocks noRot="1" noChangeAspect="1" noMove="1" noResize="1" noEditPoints="1" noAdjustHandles="1" noChangeArrowheads="1" noChangeShapeType="1" noTextEdit="1"/>
          </p:cNvSpPr>
          <p:nvPr/>
        </p:nvSpPr>
        <p:spPr bwMode="auto">
          <a:xfrm>
            <a:off x="3153743" y="1265035"/>
            <a:ext cx="1850305" cy="795813"/>
          </a:xfrm>
          <a:prstGeom prst="rect">
            <a:avLst/>
          </a:prstGeom>
          <a:blipFill rotWithShape="1">
            <a:blip r:embed="rId5" cstate="print"/>
            <a:srcRect/>
            <a:stretch>
              <a:fillRect l="-6580" t="-3" r="-89508" b="1964"/>
            </a:stretch>
          </a:blipFill>
          <a:ln>
            <a:noFill/>
          </a:ln>
        </p:spPr>
        <p:txBody>
          <a:bodyPr/>
          <a:lstStyle/>
          <a:p>
            <a:pPr eaLnBrk="1" fontAlgn="auto" hangingPunct="1">
              <a:spcBef>
                <a:spcPts val="0"/>
              </a:spcBef>
              <a:spcAft>
                <a:spcPts val="0"/>
              </a:spcAft>
              <a:defRPr/>
            </a:pPr>
            <a:r>
              <a:rPr lang="en-US">
                <a:noFill/>
                <a:latin typeface="+mn-lt"/>
              </a:rPr>
              <a:t> </a:t>
            </a:r>
          </a:p>
        </p:txBody>
      </p:sp>
      <p:sp>
        <p:nvSpPr>
          <p:cNvPr id="14" name="TextBox 13"/>
          <p:cNvSpPr txBox="1">
            <a:spLocks noRot="1" noChangeAspect="1" noMove="1" noResize="1" noEditPoints="1" noAdjustHandles="1" noChangeArrowheads="1" noChangeShapeType="1" noTextEdit="1"/>
          </p:cNvSpPr>
          <p:nvPr/>
        </p:nvSpPr>
        <p:spPr>
          <a:xfrm>
            <a:off x="2201309" y="2324184"/>
            <a:ext cx="5028043" cy="1170000"/>
          </a:xfrm>
          <a:prstGeom prst="rect">
            <a:avLst/>
          </a:prstGeom>
          <a:blipFill rotWithShape="0">
            <a:blip r:embed="rId6" cstate="print"/>
            <a:stretch>
              <a:fillRect/>
            </a:stretch>
          </a:blipFill>
        </p:spPr>
        <p:txBody>
          <a:bodyPr/>
          <a:lstStyle/>
          <a:p>
            <a:pPr eaLnBrk="1" fontAlgn="auto" hangingPunct="1">
              <a:spcBef>
                <a:spcPts val="0"/>
              </a:spcBef>
              <a:spcAft>
                <a:spcPts val="0"/>
              </a:spcAft>
              <a:defRPr/>
            </a:pPr>
            <a:r>
              <a:rPr lang="en-US">
                <a:noFill/>
                <a:latin typeface="+mn-lt"/>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par>
                                <p:cTn id="18" presetID="53" presetClass="entr" presetSubtype="16"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par>
                                <p:cTn id="23" presetID="53" presetClass="entr" presetSubtype="16"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par>
                                <p:cTn id="28" presetID="53" presetClass="entr" presetSubtype="16"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1189038" y="44450"/>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pPr>
            <a:r>
              <a:rPr lang="en-US" altLang="en-US" sz="2800" b="1">
                <a:solidFill>
                  <a:srgbClr val="C00000"/>
                </a:solidFill>
                <a:latin typeface="Times New Roman" panose="02020603050405020304" pitchFamily="18" charset="0"/>
                <a:cs typeface="Times New Roman" panose="02020603050405020304" pitchFamily="18" charset="0"/>
              </a:rPr>
              <a:t>Giải</a:t>
            </a:r>
          </a:p>
        </p:txBody>
      </p:sp>
      <p:sp>
        <p:nvSpPr>
          <p:cNvPr id="21606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E72BE18-4573-48F3-AAAF-87AFCCF09FB8}" type="slidenum">
              <a:rPr lang="en-US" altLang="ru-RU">
                <a:solidFill>
                  <a:srgbClr val="FFFFFF"/>
                </a:solidFill>
                <a:latin typeface="Times New Roman" panose="02020603050405020304" pitchFamily="18" charset="0"/>
                <a:cs typeface="Times New Roman" panose="02020603050405020304" pitchFamily="18" charset="0"/>
              </a:rPr>
              <a:pPr/>
              <a:t>191</a:t>
            </a:fld>
            <a:endParaRPr lang="en-US" altLang="ru-RU">
              <a:solidFill>
                <a:srgbClr val="FFFFFF"/>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0" y="764704"/>
          <a:ext cx="9001000" cy="5764891"/>
        </p:xfrm>
        <a:graphic>
          <a:graphicData uri="http://schemas.openxmlformats.org/drawingml/2006/table">
            <a:tbl>
              <a:tblPr firstRow="1" bandRow="1">
                <a:effectLst>
                  <a:outerShdw blurRad="50800" dist="38100" dir="5400000" algn="t" rotWithShape="0">
                    <a:prstClr val="black">
                      <a:alpha val="40000"/>
                    </a:prstClr>
                  </a:outerShdw>
                </a:effectLst>
              </a:tblPr>
              <a:tblGrid>
                <a:gridCol w="649671"/>
                <a:gridCol w="1123233"/>
                <a:gridCol w="782872"/>
                <a:gridCol w="754377"/>
                <a:gridCol w="820359"/>
                <a:gridCol w="625035"/>
                <a:gridCol w="820359"/>
                <a:gridCol w="1235218"/>
                <a:gridCol w="1277662"/>
                <a:gridCol w="912214"/>
              </a:tblGrid>
              <a:tr h="86499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TT</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63043" t="-2113" r="-650543"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91262" t="-2113" r="-1062136" b="-641549"/>
                      </a:stretch>
                    </a:blip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pH</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412687" t="-2113" r="-60447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666990" t="-2113" r="-68640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585185" t="-2113" r="-423704"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457921" t="-2113" r="-18316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536667" t="-2113" r="-76190"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891333" t="-2113" r="-6667" b="-641549"/>
                      </a:stretch>
                    </a:blip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1</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2,16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0,17</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2,25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0,34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2,94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a:solidFill>
                            <a:srgbClr val="000000"/>
                          </a:solidFill>
                          <a:effectLst/>
                          <a:latin typeface="Arial"/>
                        </a:rPr>
                        <a:t>2,50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a:solidFill>
                            <a:schemeClr val="tx1"/>
                          </a:solidFill>
                          <a:effectLst/>
                          <a:latin typeface="Arial"/>
                        </a:rPr>
                        <a:t>0,12</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2,33</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0,23</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2,75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0,46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2,17</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a:solidFill>
                            <a:srgbClr val="000000"/>
                          </a:solidFill>
                          <a:effectLst/>
                          <a:latin typeface="Arial"/>
                        </a:rPr>
                        <a:t>3,00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a:solidFill>
                            <a:schemeClr val="tx1"/>
                          </a:solidFill>
                          <a:effectLst/>
                          <a:latin typeface="Arial"/>
                        </a:rPr>
                        <a:t>0,04</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3</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3</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2,56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0,25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3,25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2,00</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a:solidFill>
                            <a:srgbClr val="000000"/>
                          </a:solidFill>
                          <a:effectLst/>
                          <a:latin typeface="Arial"/>
                        </a:rPr>
                        <a:t>3,50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a:solidFill>
                            <a:schemeClr val="tx1"/>
                          </a:solidFill>
                          <a:effectLst/>
                          <a:latin typeface="Arial"/>
                        </a:rPr>
                        <a:t>0,70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3,5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2,81</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3,75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1,2</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0,83</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a:solidFill>
                            <a:srgbClr val="000000"/>
                          </a:solidFill>
                          <a:effectLst/>
                          <a:latin typeface="Arial"/>
                        </a:rPr>
                        <a:t>4,00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a:solidFill>
                            <a:schemeClr val="tx1"/>
                          </a:solidFill>
                          <a:effectLst/>
                          <a:latin typeface="Arial"/>
                        </a:rPr>
                        <a:t>11,88</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6</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FF0000"/>
                          </a:solidFill>
                          <a:effectLst/>
                          <a:latin typeface="Arial" pitchFamily="34" charset="0"/>
                          <a:cs typeface="Arial" pitchFamily="34" charset="0"/>
                        </a:rPr>
                        <a:t>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FF0000"/>
                          </a:solidFill>
                          <a:effectLst/>
                          <a:latin typeface="Arial" pitchFamily="34" charset="0"/>
                          <a:cs typeface="Arial" pitchFamily="34" charset="0"/>
                        </a:rPr>
                        <a:t>3,41</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6,54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4,25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13,08</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0,08</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a:solidFill>
                            <a:srgbClr val="000000"/>
                          </a:solidFill>
                          <a:effectLst/>
                          <a:latin typeface="Arial"/>
                        </a:rPr>
                        <a:t>4,50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a:solidFill>
                            <a:schemeClr val="tx1"/>
                          </a:solidFill>
                          <a:effectLst/>
                          <a:latin typeface="Arial"/>
                        </a:rPr>
                        <a:t>-10,14</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FF0000"/>
                          </a:solidFill>
                          <a:effectLst/>
                          <a:latin typeface="Arial" pitchFamily="34" charset="0"/>
                          <a:cs typeface="Arial" pitchFamily="34" charset="0"/>
                        </a:rPr>
                        <a:t>4,5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FF0000"/>
                          </a:solidFill>
                          <a:effectLst/>
                          <a:latin typeface="Arial" pitchFamily="34" charset="0"/>
                          <a:cs typeface="Arial" pitchFamily="34" charset="0"/>
                        </a:rPr>
                        <a:t>9,95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1,47</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4,75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2,94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FF0000"/>
                          </a:solidFill>
                          <a:effectLst/>
                          <a:latin typeface="Arial" pitchFamily="34" charset="0"/>
                          <a:cs typeface="Arial" pitchFamily="34" charset="0"/>
                        </a:rPr>
                        <a:t>0,34</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a:solidFill>
                            <a:srgbClr val="000000"/>
                          </a:solidFill>
                          <a:effectLst/>
                          <a:latin typeface="Arial"/>
                        </a:rPr>
                        <a:t>5,00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a:solidFill>
                            <a:schemeClr val="tx1"/>
                          </a:solidFill>
                          <a:effectLst/>
                          <a:latin typeface="Arial"/>
                        </a:rPr>
                        <a:t>-1,84</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11,42</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0,55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5,25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a:solidFill>
                            <a:srgbClr val="000000"/>
                          </a:solidFill>
                          <a:effectLst/>
                          <a:latin typeface="Arial" pitchFamily="34" charset="0"/>
                          <a:cs typeface="Arial" pitchFamily="34" charset="0"/>
                        </a:rPr>
                        <a:t>1,1</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0,91</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400" b="0" i="0" u="none" strike="noStrike" dirty="0">
                          <a:solidFill>
                            <a:srgbClr val="000000"/>
                          </a:solidFill>
                          <a:effectLst/>
                          <a:latin typeface="Arial"/>
                        </a:rPr>
                        <a:t>5,50</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200" b="0" i="0" u="none" strike="noStrike" dirty="0">
                          <a:solidFill>
                            <a:schemeClr val="tx1"/>
                          </a:solidFill>
                          <a:effectLst/>
                          <a:latin typeface="Arial"/>
                        </a:rPr>
                        <a:t>-0,32</a:t>
                      </a:r>
                    </a:p>
                  </a:txBody>
                  <a:tcPr marL="9525" marR="9525" marT="9525" marB="0" anchor="b">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p>
                      <a:pPr algn="ctr"/>
                      <a:r>
                        <a:rPr lang="en-US" sz="2000" b="1" i="0" dirty="0">
                          <a:latin typeface="Times New Roman" pitchFamily="18" charset="0"/>
                          <a:cs typeface="Times New Roman" pitchFamily="18" charset="0"/>
                        </a:rPr>
                        <a:t>9</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5,5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11,97</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0,39</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5,75</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0,78</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2000" b="0" i="0" u="none" strike="noStrike" dirty="0">
                          <a:solidFill>
                            <a:srgbClr val="000000"/>
                          </a:solidFill>
                          <a:effectLst/>
                          <a:latin typeface="Arial" pitchFamily="34" charset="0"/>
                          <a:cs typeface="Arial" pitchFamily="34" charset="0"/>
                        </a:rPr>
                        <a:t>1,28</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p>
                      <a:pPr algn="ctr"/>
                      <a:r>
                        <a:rPr lang="en-US" sz="2000" b="1" i="0" dirty="0">
                          <a:latin typeface="Times New Roman" pitchFamily="18" charset="0"/>
                          <a:cs typeface="Times New Roman" pitchFamily="18" charset="0"/>
                        </a:rPr>
                        <a:t>10</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6.0</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2000" b="0" i="0" u="none" strike="noStrike" dirty="0">
                          <a:solidFill>
                            <a:srgbClr val="000000"/>
                          </a:solidFill>
                          <a:effectLst/>
                          <a:latin typeface="Arial" pitchFamily="34" charset="0"/>
                          <a:cs typeface="Arial" pitchFamily="34" charset="0"/>
                        </a:rPr>
                        <a:t>12,36</a:t>
                      </a:r>
                    </a:p>
                  </a:txBody>
                  <a:tcPr marL="9525" marR="9525" marT="9525"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b="1" i="0" dirty="0">
                        <a:latin typeface="Arial" pitchFamily="34" charset="0"/>
                        <a:cs typeface="Arial"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1189038" y="44450"/>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pPr>
            <a:r>
              <a:rPr lang="en-US" altLang="en-US" sz="2800" b="1">
                <a:solidFill>
                  <a:srgbClr val="C00000"/>
                </a:solidFill>
                <a:latin typeface="Times New Roman" panose="02020603050405020304" pitchFamily="18" charset="0"/>
                <a:cs typeface="Times New Roman" panose="02020603050405020304" pitchFamily="18" charset="0"/>
              </a:rPr>
              <a:t>Giải</a:t>
            </a:r>
          </a:p>
        </p:txBody>
      </p:sp>
      <p:sp>
        <p:nvSpPr>
          <p:cNvPr id="21811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8D65F49-B1C9-4F89-961A-3E9BDDE6749D}" type="slidenum">
              <a:rPr lang="en-US" altLang="ru-RU">
                <a:solidFill>
                  <a:srgbClr val="FFFFFF"/>
                </a:solidFill>
                <a:latin typeface="Times New Roman" panose="02020603050405020304" pitchFamily="18" charset="0"/>
                <a:cs typeface="Times New Roman" panose="02020603050405020304" pitchFamily="18" charset="0"/>
              </a:rPr>
              <a:pPr/>
              <a:t>192</a:t>
            </a:fld>
            <a:endParaRPr lang="en-US" altLang="ru-RU">
              <a:solidFill>
                <a:srgbClr val="FFFFFF"/>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nvGraphicFramePr>
        <p:xfrm>
          <a:off x="866775" y="737449"/>
          <a:ext cx="7848872" cy="4835301"/>
        </p:xfrm>
        <a:graphic>
          <a:graphicData uri="http://schemas.openxmlformats.org/drawingml/2006/chart">
            <c:chart xmlns:c="http://schemas.openxmlformats.org/drawingml/2006/chart" xmlns:r="http://schemas.openxmlformats.org/officeDocument/2006/relationships" r:id="rId4"/>
          </a:graphicData>
        </a:graphic>
      </p:graphicFrame>
      <p:sp>
        <p:nvSpPr>
          <p:cNvPr id="218118" name="TextBox 2"/>
          <p:cNvSpPr txBox="1">
            <a:spLocks noChangeArrowheads="1"/>
          </p:cNvSpPr>
          <p:nvPr/>
        </p:nvSpPr>
        <p:spPr bwMode="auto">
          <a:xfrm>
            <a:off x="4643438" y="5561013"/>
            <a:ext cx="1243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a:latin typeface="Arial" panose="020B0604020202020204" pitchFamily="34" charset="0"/>
                <a:cs typeface="Arial" panose="020B0604020202020204" pitchFamily="34" charset="0"/>
              </a:rPr>
              <a:t>Vtd = 4,25</a:t>
            </a:r>
          </a:p>
        </p:txBody>
      </p:sp>
      <p:cxnSp>
        <p:nvCxnSpPr>
          <p:cNvPr id="5" name="Straight Arrow Connector 4"/>
          <p:cNvCxnSpPr/>
          <p:nvPr/>
        </p:nvCxnSpPr>
        <p:spPr>
          <a:xfrm>
            <a:off x="5435600" y="3284538"/>
            <a:ext cx="0" cy="1800225"/>
          </a:xfrm>
          <a:prstGeom prst="straightConnector1">
            <a:avLst/>
          </a:prstGeom>
          <a:ln w="38100">
            <a:solidFill>
              <a:srgbClr val="155679"/>
            </a:solidFill>
            <a:tailEnd type="arrow"/>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1189038" y="44450"/>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pPr>
            <a:r>
              <a:rPr lang="en-US" altLang="en-US" sz="2800" b="1">
                <a:solidFill>
                  <a:srgbClr val="C00000"/>
                </a:solidFill>
                <a:latin typeface="Times New Roman" panose="02020603050405020304" pitchFamily="18" charset="0"/>
                <a:cs typeface="Times New Roman" panose="02020603050405020304" pitchFamily="18" charset="0"/>
              </a:rPr>
              <a:t>Giải</a:t>
            </a:r>
          </a:p>
        </p:txBody>
      </p:sp>
      <p:sp>
        <p:nvSpPr>
          <p:cNvPr id="22016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2D18F73-7695-4A04-9DFC-4E8A314E5014}" type="slidenum">
              <a:rPr lang="en-US" altLang="ru-RU">
                <a:solidFill>
                  <a:srgbClr val="FFFFFF"/>
                </a:solidFill>
                <a:latin typeface="Times New Roman" panose="02020603050405020304" pitchFamily="18" charset="0"/>
                <a:cs typeface="Times New Roman" panose="02020603050405020304" pitchFamily="18" charset="0"/>
              </a:rPr>
              <a:pPr/>
              <a:t>193</a:t>
            </a:fld>
            <a:endParaRPr lang="en-US" altLang="ru-RU">
              <a:solidFill>
                <a:srgbClr val="FFFFFF"/>
              </a:solidFill>
              <a:latin typeface="Times New Roman" panose="02020603050405020304" pitchFamily="18" charset="0"/>
              <a:cs typeface="Times New Roman" panose="02020603050405020304" pitchFamily="18" charset="0"/>
            </a:endParaRPr>
          </a:p>
        </p:txBody>
      </p:sp>
      <p:sp>
        <p:nvSpPr>
          <p:cNvPr id="220165" name="TextBox 2"/>
          <p:cNvSpPr txBox="1">
            <a:spLocks noChangeArrowheads="1"/>
          </p:cNvSpPr>
          <p:nvPr/>
        </p:nvSpPr>
        <p:spPr bwMode="auto">
          <a:xfrm>
            <a:off x="4635500" y="5341938"/>
            <a:ext cx="1241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a:latin typeface="Arial" panose="020B0604020202020204" pitchFamily="34" charset="0"/>
                <a:cs typeface="Arial" panose="020B0604020202020204" pitchFamily="34" charset="0"/>
              </a:rPr>
              <a:t>Vtd = 4,25</a:t>
            </a:r>
          </a:p>
        </p:txBody>
      </p:sp>
      <p:graphicFrame>
        <p:nvGraphicFramePr>
          <p:cNvPr id="220166" name="Chart 6"/>
          <p:cNvGraphicFramePr>
            <a:graphicFrameLocks/>
          </p:cNvGraphicFramePr>
          <p:nvPr/>
        </p:nvGraphicFramePr>
        <p:xfrm>
          <a:off x="338138" y="930275"/>
          <a:ext cx="8383587" cy="4278313"/>
        </p:xfrm>
        <a:graphic>
          <a:graphicData uri="http://schemas.openxmlformats.org/presentationml/2006/ole">
            <mc:AlternateContent xmlns:mc="http://schemas.openxmlformats.org/markup-compatibility/2006">
              <mc:Choice xmlns:v="urn:schemas-microsoft-com:vml" Requires="v">
                <p:oleObj spid="_x0000_s220168" r:id="rId6" imgW="8382727" imgH="4273666" progId="Excel.Chart.8">
                  <p:embed/>
                </p:oleObj>
              </mc:Choice>
              <mc:Fallback>
                <p:oleObj r:id="rId6" imgW="8382727" imgH="4273666" progId="Excel.Chart.8">
                  <p:embed/>
                  <p:pic>
                    <p:nvPicPr>
                      <p:cNvPr id="0" name="Char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8138" y="930275"/>
                        <a:ext cx="8383587"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 name="Straight Arrow Connector 4"/>
          <p:cNvCxnSpPr/>
          <p:nvPr/>
        </p:nvCxnSpPr>
        <p:spPr>
          <a:xfrm>
            <a:off x="5435600" y="1773238"/>
            <a:ext cx="0" cy="3168650"/>
          </a:xfrm>
          <a:prstGeom prst="straightConnector1">
            <a:avLst/>
          </a:prstGeom>
          <a:ln w="28575">
            <a:solidFill>
              <a:srgbClr val="155679"/>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a:spLocks noChangeArrowheads="1"/>
          </p:cNvSpPr>
          <p:nvPr/>
        </p:nvSpPr>
        <p:spPr bwMode="auto">
          <a:xfrm>
            <a:off x="1189038" y="44450"/>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pPr>
            <a:r>
              <a:rPr lang="en-US" altLang="en-US" sz="2800" b="1">
                <a:solidFill>
                  <a:srgbClr val="C00000"/>
                </a:solidFill>
                <a:latin typeface="Times New Roman" panose="02020603050405020304" pitchFamily="18" charset="0"/>
                <a:cs typeface="Times New Roman" panose="02020603050405020304" pitchFamily="18" charset="0"/>
              </a:rPr>
              <a:t>Giải</a:t>
            </a:r>
          </a:p>
        </p:txBody>
      </p:sp>
      <p:sp>
        <p:nvSpPr>
          <p:cNvPr id="22221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9A88BB6-990B-420D-BE79-A8DA99679DAE}" type="slidenum">
              <a:rPr lang="en-US" altLang="ru-RU">
                <a:solidFill>
                  <a:srgbClr val="FFFFFF"/>
                </a:solidFill>
                <a:latin typeface="Times New Roman" panose="02020603050405020304" pitchFamily="18" charset="0"/>
                <a:cs typeface="Times New Roman" panose="02020603050405020304" pitchFamily="18" charset="0"/>
              </a:rPr>
              <a:pPr/>
              <a:t>194</a:t>
            </a:fld>
            <a:endParaRPr lang="en-US" altLang="ru-RU">
              <a:solidFill>
                <a:srgbClr val="FFFFFF"/>
              </a:solidFill>
              <a:latin typeface="Times New Roman" panose="02020603050405020304" pitchFamily="18" charset="0"/>
              <a:cs typeface="Times New Roman" panose="02020603050405020304" pitchFamily="18" charset="0"/>
            </a:endParaRPr>
          </a:p>
        </p:txBody>
      </p:sp>
      <p:sp>
        <p:nvSpPr>
          <p:cNvPr id="222212" name="TextBox 2"/>
          <p:cNvSpPr txBox="1">
            <a:spLocks noChangeArrowheads="1"/>
          </p:cNvSpPr>
          <p:nvPr/>
        </p:nvSpPr>
        <p:spPr bwMode="auto">
          <a:xfrm>
            <a:off x="4635500" y="5341938"/>
            <a:ext cx="1241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a:latin typeface="Arial" panose="020B0604020202020204" pitchFamily="34" charset="0"/>
                <a:cs typeface="Arial" panose="020B0604020202020204" pitchFamily="34" charset="0"/>
              </a:rPr>
              <a:t>Vtd = 4,25</a:t>
            </a:r>
          </a:p>
        </p:txBody>
      </p:sp>
      <p:graphicFrame>
        <p:nvGraphicFramePr>
          <p:cNvPr id="8" name="Chart 7"/>
          <p:cNvGraphicFramePr>
            <a:graphicFrameLocks/>
          </p:cNvGraphicFramePr>
          <p:nvPr/>
        </p:nvGraphicFramePr>
        <p:xfrm>
          <a:off x="827584" y="836712"/>
          <a:ext cx="7776864" cy="439248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2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ounded Rectangle 14"/>
          <p:cNvSpPr/>
          <p:nvPr/>
        </p:nvSpPr>
        <p:spPr>
          <a:xfrm>
            <a:off x="830263" y="692150"/>
            <a:ext cx="7974012" cy="324167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solidFill>
                <a:srgbClr val="000000"/>
              </a:solidFill>
              <a:latin typeface="Times New Roman" panose="02020603050405020304" pitchFamily="18" charset="0"/>
              <a:cs typeface="Times New Roman" panose="02020603050405020304" pitchFamily="18" charset="0"/>
            </a:endParaRPr>
          </a:p>
        </p:txBody>
      </p:sp>
      <p:sp>
        <p:nvSpPr>
          <p:cNvPr id="16" name="TextBox 15"/>
          <p:cNvSpPr txBox="1">
            <a:spLocks noChangeArrowheads="1"/>
          </p:cNvSpPr>
          <p:nvPr/>
        </p:nvSpPr>
        <p:spPr bwMode="auto">
          <a:xfrm>
            <a:off x="1292225" y="825500"/>
            <a:ext cx="7510463"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0000"/>
              </a:spcBef>
            </a:pPr>
            <a:r>
              <a:rPr lang="en-US" altLang="en-US" sz="2400">
                <a:latin typeface="Arial" panose="020B0604020202020204" pitchFamily="34" charset="0"/>
                <a:cs typeface="Arial" panose="020B0604020202020204" pitchFamily="34" charset="0"/>
              </a:rPr>
              <a:t>     Như vậy: Bản chất của bước nhảy là dựa vào sự biến thiên của các đường dòng thế trong quá trình chuẩn độ . Từ các giá trị bước nhảy chuẩn độ ta xác định thể tích dung dịch chuẩn tại điểm tương đương.</a:t>
            </a:r>
          </a:p>
        </p:txBody>
      </p:sp>
      <p:sp>
        <p:nvSpPr>
          <p:cNvPr id="22426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590D484-134B-4579-91B0-3F11F84C4935}" type="slidenum">
              <a:rPr lang="en-US" altLang="ru-RU">
                <a:solidFill>
                  <a:srgbClr val="FFFFFF"/>
                </a:solidFill>
                <a:latin typeface="Arial" panose="020B0604020202020204" pitchFamily="34" charset="0"/>
                <a:cs typeface="Arial" panose="020B0604020202020204" pitchFamily="34" charset="0"/>
              </a:rPr>
              <a:pPr/>
              <a:t>195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3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ounded Rectangle 14"/>
          <p:cNvSpPr/>
          <p:nvPr/>
        </p:nvSpPr>
        <p:spPr>
          <a:xfrm>
            <a:off x="179388" y="692150"/>
            <a:ext cx="8424862" cy="552291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solidFill>
                <a:srgbClr val="000000"/>
              </a:solidFill>
              <a:latin typeface="Times New Roman" panose="02020603050405020304" pitchFamily="18" charset="0"/>
              <a:cs typeface="Times New Roman" panose="02020603050405020304" pitchFamily="18" charset="0"/>
            </a:endParaRPr>
          </a:p>
        </p:txBody>
      </p:sp>
      <p:sp>
        <p:nvSpPr>
          <p:cNvPr id="16" name="TextBox 15"/>
          <p:cNvSpPr txBox="1">
            <a:spLocks noRot="1" noChangeAspect="1" noMove="1" noResize="1" noEditPoints="1" noAdjustHandles="1" noChangeArrowheads="1" noChangeShapeType="1" noTextEdit="1"/>
          </p:cNvSpPr>
          <p:nvPr/>
        </p:nvSpPr>
        <p:spPr bwMode="auto">
          <a:xfrm>
            <a:off x="323528" y="825500"/>
            <a:ext cx="8479161" cy="5029967"/>
          </a:xfrm>
          <a:prstGeom prst="rect">
            <a:avLst/>
          </a:prstGeom>
          <a:blipFill rotWithShape="1">
            <a:blip r:embed="rId4" cstate="print"/>
            <a:stretch>
              <a:fillRect l="-1078"/>
            </a:stretch>
          </a:blipFill>
          <a:ln>
            <a:noFill/>
          </a:ln>
        </p:spPr>
        <p:txBody>
          <a:bodyPr/>
          <a:lstStyle/>
          <a:p>
            <a:pPr eaLnBrk="1" fontAlgn="auto" hangingPunct="1">
              <a:spcBef>
                <a:spcPts val="0"/>
              </a:spcBef>
              <a:spcAft>
                <a:spcPts val="0"/>
              </a:spcAft>
              <a:defRPr/>
            </a:pPr>
            <a:r>
              <a:rPr lang="en-US">
                <a:noFill/>
                <a:latin typeface="+mn-lt"/>
              </a:rPr>
              <a:t> </a:t>
            </a:r>
          </a:p>
        </p:txBody>
      </p:sp>
      <p:sp>
        <p:nvSpPr>
          <p:cNvPr id="22630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A09A3C4-BCD6-465B-94F9-8E12A3EFBB4A}" type="slidenum">
              <a:rPr lang="en-US" altLang="ru-RU">
                <a:solidFill>
                  <a:srgbClr val="FFFFFF"/>
                </a:solidFill>
                <a:latin typeface="Arial" panose="020B0604020202020204" pitchFamily="34" charset="0"/>
                <a:cs typeface="Arial" panose="020B0604020202020204" pitchFamily="34" charset="0"/>
              </a:rPr>
              <a:pPr/>
              <a:t>196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3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a:spLocks noChangeArrowheads="1"/>
          </p:cNvSpPr>
          <p:nvPr/>
        </p:nvSpPr>
        <p:spPr bwMode="auto">
          <a:xfrm>
            <a:off x="360363" y="1125538"/>
            <a:ext cx="8640762" cy="529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23938" indent="-10239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0000"/>
              </a:spcBef>
            </a:pPr>
            <a:r>
              <a:rPr lang="en-US" altLang="en-US" sz="2400">
                <a:latin typeface="Arial" panose="020B0604020202020204" pitchFamily="34" charset="0"/>
                <a:cs typeface="Arial" panose="020B0604020202020204" pitchFamily="34" charset="0"/>
              </a:rPr>
              <a:t>Ví dụ: Chuẩn độ 10ml axit axetic (HAc) đã được pha loãng 100 lần bằng NaOH 0.15N. Điện cực kép bao gồm  điện cực là điện cực so sánh calomen và điện cực thủy tinh. </a:t>
            </a:r>
          </a:p>
          <a:p>
            <a:pPr algn="just" eaLnBrk="1" hangingPunct="1">
              <a:lnSpc>
                <a:spcPct val="150000"/>
              </a:lnSpc>
              <a:spcBef>
                <a:spcPct val="20000"/>
              </a:spcBef>
              <a:buFontTx/>
              <a:buAutoNum type="alphaLcPeriod"/>
            </a:pPr>
            <a:r>
              <a:rPr lang="en-US" altLang="en-US" sz="2400">
                <a:latin typeface="Arial" panose="020B0604020202020204" pitchFamily="34" charset="0"/>
                <a:cs typeface="Arial" panose="020B0604020202020204" pitchFamily="34" charset="0"/>
              </a:rPr>
              <a:t>Xác định điểm tương đương bằng pháp pháp đồ thị và giải tích.</a:t>
            </a:r>
          </a:p>
          <a:p>
            <a:pPr algn="just" eaLnBrk="1" hangingPunct="1">
              <a:lnSpc>
                <a:spcPct val="150000"/>
              </a:lnSpc>
              <a:spcBef>
                <a:spcPct val="20000"/>
              </a:spcBef>
              <a:buFontTx/>
              <a:buAutoNum type="alphaLcPeriod"/>
            </a:pPr>
            <a:r>
              <a:rPr lang="en-US" altLang="en-US" sz="2400">
                <a:latin typeface="Arial" panose="020B0604020202020204" pitchFamily="34" charset="0"/>
                <a:cs typeface="Arial" panose="020B0604020202020204" pitchFamily="34" charset="0"/>
              </a:rPr>
              <a:t>Tính nồng độ axit axetic ban đầu.</a:t>
            </a:r>
          </a:p>
          <a:p>
            <a:pPr algn="just" eaLnBrk="1" hangingPunct="1">
              <a:lnSpc>
                <a:spcPct val="150000"/>
              </a:lnSpc>
              <a:spcBef>
                <a:spcPct val="20000"/>
              </a:spcBef>
            </a:pPr>
            <a:r>
              <a:rPr lang="en-US" altLang="en-US" sz="2400">
                <a:solidFill>
                  <a:srgbClr val="FF0000"/>
                </a:solidFill>
                <a:latin typeface="Arial" panose="020B0604020202020204" pitchFamily="34" charset="0"/>
                <a:cs typeface="Arial" panose="020B0604020202020204" pitchFamily="34" charset="0"/>
              </a:rPr>
              <a:t>Bảng kết quả biến thiên pH theo thể tích NaOH được ghi nhận như bảng sau:</a:t>
            </a:r>
          </a:p>
        </p:txBody>
      </p:sp>
      <p:sp>
        <p:nvSpPr>
          <p:cNvPr id="22835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73463D0-8AC7-4B8C-9583-0836EBEFEA5F}" type="slidenum">
              <a:rPr lang="en-US" altLang="ru-RU">
                <a:solidFill>
                  <a:srgbClr val="FFFFFF"/>
                </a:solidFill>
                <a:latin typeface="Arial" panose="020B0604020202020204" pitchFamily="34" charset="0"/>
                <a:cs typeface="Arial" panose="020B0604020202020204" pitchFamily="34" charset="0"/>
              </a:rPr>
              <a:pPr/>
              <a:t>197</a:t>
            </a:fld>
            <a:endParaRPr lang="en-US" altLang="ru-RU">
              <a:solidFill>
                <a:srgbClr val="FFFFFF"/>
              </a:solidFill>
              <a:latin typeface="Arial" panose="020B0604020202020204" pitchFamily="34" charset="0"/>
              <a:cs typeface="Arial" panose="020B0604020202020204" pitchFamily="34" charset="0"/>
            </a:endParaRPr>
          </a:p>
        </p:txBody>
      </p:sp>
      <p:sp>
        <p:nvSpPr>
          <p:cNvPr id="228357" name="Rectangle 2"/>
          <p:cNvSpPr>
            <a:spLocks noChangeArrowheads="1"/>
          </p:cNvSpPr>
          <p:nvPr/>
        </p:nvSpPr>
        <p:spPr bwMode="auto">
          <a:xfrm>
            <a:off x="1403350" y="476250"/>
            <a:ext cx="5581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solidFill>
                  <a:srgbClr val="000000"/>
                </a:solidFill>
                <a:latin typeface="Arial" panose="020B0604020202020204" pitchFamily="34" charset="0"/>
                <a:cs typeface="Arial" panose="020B0604020202020204" pitchFamily="34" charset="0"/>
              </a:rPr>
              <a:t> b. Chuẩn độ axit yếu bằng baz mạnh</a:t>
            </a:r>
            <a:endParaRPr lang="en-US" altLang="ru-RU" sz="24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4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p:cNvGraphicFramePr>
            <a:graphicFrameLocks noGrp="1"/>
          </p:cNvGraphicFramePr>
          <p:nvPr/>
        </p:nvGraphicFramePr>
        <p:xfrm>
          <a:off x="107504" y="144012"/>
          <a:ext cx="9001000" cy="6309324"/>
        </p:xfrm>
        <a:graphic>
          <a:graphicData uri="http://schemas.openxmlformats.org/drawingml/2006/table">
            <a:tbl>
              <a:tblPr firstRow="1" bandRow="1">
                <a:effectLst>
                  <a:outerShdw blurRad="50800" dist="38100" dir="5400000" algn="t" rotWithShape="0">
                    <a:prstClr val="black">
                      <a:alpha val="40000"/>
                    </a:prstClr>
                  </a:outerShdw>
                </a:effectLst>
              </a:tblPr>
              <a:tblGrid>
                <a:gridCol w="649671"/>
                <a:gridCol w="1123233"/>
                <a:gridCol w="625035"/>
                <a:gridCol w="912214"/>
                <a:gridCol w="820359"/>
                <a:gridCol w="625035"/>
                <a:gridCol w="820359"/>
                <a:gridCol w="1235218"/>
                <a:gridCol w="1277662"/>
                <a:gridCol w="912214"/>
              </a:tblGrid>
              <a:tr h="864994">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TT</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p>
                      <a:endParaRPr lang="en-US"/>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63043" t="-2113" r="-650543"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91262" t="-2113" r="-1062136" b="-641549"/>
                      </a:stretch>
                    </a:blip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pH</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412687" t="-2113" r="-604478" b="-641549"/>
                      </a:stretch>
                    </a:blipFill>
                  </a:tcPr>
                </a:tc>
                <a:tc>
                  <a:txBody>
                    <a:bodyPr/>
                    <a:lstStyle/>
                    <a:p>
                      <a:endParaRPr lang="en-US"/>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666990" t="-2113" r="-68640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585185" t="-2113" r="-423704" b="-641549"/>
                      </a:stretch>
                    </a:blipFill>
                  </a:tcPr>
                </a:tc>
                <a:tc>
                  <a:txBody>
                    <a:bodyPr/>
                    <a:lstStyle/>
                    <a:p>
                      <a:endParaRPr lang="en-US"/>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457921" t="-2113" r="-183168"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536667" t="-2113" r="-76190" b="-641549"/>
                      </a:stretch>
                    </a:blipFill>
                  </a:tcPr>
                </a:tc>
                <a:tc>
                  <a:txBody>
                    <a:bodyPr/>
                    <a:lstStyle/>
                    <a:p>
                      <a:endParaRPr lang="en-US"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891333" t="-2113" r="-6667" b="-641549"/>
                      </a:stretch>
                    </a:blipFill>
                  </a:tcPr>
                </a:tc>
              </a:tr>
              <a:tr h="544433">
                <a:tc vMerge="1">
                  <a:txBody>
                    <a:bodyPr/>
                    <a:lstStyle/>
                    <a:p>
                      <a:endParaRPr lang="en-US" dirty="0"/>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(3)</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(4)</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(6)</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(9)</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(10)</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1</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6,17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0,45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8,3</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1,25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0,8</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8,4</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6,41</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8,4</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2,35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0,71</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3,55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0,282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3</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8,6</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7,12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8,6</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8,0</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0,2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2,31</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11,55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0,087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4</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8,8</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9,43</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solidFill>
                          <a:schemeClr val="tx1"/>
                        </a:solidFill>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8,8</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latin typeface="Times New Roman" pitchFamily="18" charset="0"/>
                          <a:cs typeface="Times New Roman" pitchFamily="18" charset="0"/>
                        </a:rPr>
                        <a:t>-8,2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0,67</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8,9</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3,35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0,299</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444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9,0</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10,10</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2000" b="1" i="0" dirty="0">
                        <a:latin typeface="Times New Roman" pitchFamily="18" charset="0"/>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9,2</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latin typeface="Times New Roman" pitchFamily="18" charset="0"/>
                          <a:cs typeface="Times New Roman" pitchFamily="18" charset="0"/>
                        </a:rPr>
                        <a:t>-2,05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3040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3163CDB-F54A-4B27-AE2C-346330544492}" type="slidenum">
              <a:rPr lang="en-US" altLang="ru-RU">
                <a:solidFill>
                  <a:srgbClr val="FFFFFF"/>
                </a:solidFill>
                <a:latin typeface="Arial" panose="020B0604020202020204" pitchFamily="34" charset="0"/>
                <a:cs typeface="Arial" panose="020B0604020202020204" pitchFamily="34" charset="0"/>
              </a:rPr>
              <a:pPr/>
              <a:t>198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4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23" name="TextBox 3"/>
          <p:cNvSpPr txBox="1">
            <a:spLocks noChangeArrowheads="1"/>
          </p:cNvSpPr>
          <p:nvPr/>
        </p:nvSpPr>
        <p:spPr bwMode="auto">
          <a:xfrm>
            <a:off x="1331913" y="260350"/>
            <a:ext cx="7488237"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20000"/>
              </a:spcBef>
            </a:pPr>
            <a:r>
              <a:rPr lang="en-US" altLang="en-US" sz="2600" b="1">
                <a:solidFill>
                  <a:srgbClr val="002060"/>
                </a:solidFill>
                <a:latin typeface="Times New Roman" panose="02020603050405020304" pitchFamily="18" charset="0"/>
                <a:cs typeface="Times New Roman" panose="02020603050405020304" pitchFamily="18" charset="0"/>
              </a:rPr>
              <a:t>Xác định V tương đương bằng phương pháp đồ thị</a:t>
            </a:r>
          </a:p>
        </p:txBody>
      </p:sp>
      <p:sp>
        <p:nvSpPr>
          <p:cNvPr id="232452" name="TextBox 4"/>
          <p:cNvSpPr txBox="1">
            <a:spLocks noChangeArrowheads="1"/>
          </p:cNvSpPr>
          <p:nvPr/>
        </p:nvSpPr>
        <p:spPr bwMode="auto">
          <a:xfrm>
            <a:off x="1743075" y="5892800"/>
            <a:ext cx="65579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600">
                <a:solidFill>
                  <a:srgbClr val="002060"/>
                </a:solidFill>
                <a:latin typeface="Times New Roman" panose="02020603050405020304" pitchFamily="18" charset="0"/>
                <a:cs typeface="Times New Roman" panose="02020603050405020304" pitchFamily="18" charset="0"/>
              </a:rPr>
              <a:t>Dựa vào điểm uốn của đường cong pH = f(V</a:t>
            </a:r>
            <a:r>
              <a:rPr lang="en-US" altLang="en-US" sz="2600" baseline="-25000">
                <a:solidFill>
                  <a:srgbClr val="002060"/>
                </a:solidFill>
                <a:latin typeface="Times New Roman" panose="02020603050405020304" pitchFamily="18" charset="0"/>
                <a:cs typeface="Times New Roman" panose="02020603050405020304" pitchFamily="18" charset="0"/>
              </a:rPr>
              <a:t>TT</a:t>
            </a:r>
            <a:r>
              <a:rPr lang="en-US" altLang="en-US" sz="2600">
                <a:solidFill>
                  <a:srgbClr val="002060"/>
                </a:solidFill>
                <a:latin typeface="Times New Roman" panose="02020603050405020304" pitchFamily="18" charset="0"/>
                <a:cs typeface="Times New Roman" panose="02020603050405020304" pitchFamily="18" charset="0"/>
              </a:rPr>
              <a:t>)</a:t>
            </a:r>
          </a:p>
        </p:txBody>
      </p:sp>
      <p:graphicFrame>
        <p:nvGraphicFramePr>
          <p:cNvPr id="232453" name="Object 174"/>
          <p:cNvGraphicFramePr>
            <a:graphicFrameLocks noChangeAspect="1"/>
          </p:cNvGraphicFramePr>
          <p:nvPr/>
        </p:nvGraphicFramePr>
        <p:xfrm>
          <a:off x="1333500" y="1090613"/>
          <a:ext cx="7696200" cy="4437062"/>
        </p:xfrm>
        <a:graphic>
          <a:graphicData uri="http://schemas.openxmlformats.org/presentationml/2006/ole">
            <mc:AlternateContent xmlns:mc="http://schemas.openxmlformats.org/markup-compatibility/2006">
              <mc:Choice xmlns:v="urn:schemas-microsoft-com:vml" Requires="v">
                <p:oleObj spid="_x0000_s232455" name="Visio" r:id="rId5" imgW="6124418" imgH="4092733" progId="">
                  <p:embed/>
                </p:oleObj>
              </mc:Choice>
              <mc:Fallback>
                <p:oleObj name="Visio" r:id="rId5" imgW="6124418" imgH="4092733" progId="">
                  <p:embed/>
                  <p:pic>
                    <p:nvPicPr>
                      <p:cNvPr id="0" name="Object 1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500" y="1090613"/>
                        <a:ext cx="7696200"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245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7ED4A43-3A77-4662-8BFE-F16C51DEB245}" type="slidenum">
              <a:rPr lang="en-US" altLang="ru-RU">
                <a:solidFill>
                  <a:srgbClr val="FFFFFF"/>
                </a:solidFill>
                <a:latin typeface="Arial" panose="020B0604020202020204" pitchFamily="34" charset="0"/>
                <a:cs typeface="Arial" panose="020B0604020202020204" pitchFamily="34" charset="0"/>
              </a:rPr>
              <a:pPr/>
              <a:t>199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4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913" y="260350"/>
            <a:ext cx="7488237"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20000"/>
              </a:spcBef>
            </a:pPr>
            <a:r>
              <a:rPr lang="en-US" sz="2600" b="1">
                <a:solidFill>
                  <a:srgbClr val="002060"/>
                </a:solidFill>
                <a:latin typeface="Times New Roman" panose="02020603050405020304" pitchFamily="18" charset="0"/>
                <a:cs typeface="Times New Roman" panose="02020603050405020304" pitchFamily="18" charset="0"/>
              </a:rPr>
              <a:t>Xác định V tương đương bằng phương pháp đồ thị</a:t>
            </a:r>
          </a:p>
        </p:txBody>
      </p:sp>
      <p:graphicFrame>
        <p:nvGraphicFramePr>
          <p:cNvPr id="234500" name="Object 173"/>
          <p:cNvGraphicFramePr>
            <a:graphicFrameLocks noChangeAspect="1"/>
          </p:cNvGraphicFramePr>
          <p:nvPr/>
        </p:nvGraphicFramePr>
        <p:xfrm>
          <a:off x="1747838" y="923925"/>
          <a:ext cx="7396162" cy="4637088"/>
        </p:xfrm>
        <a:graphic>
          <a:graphicData uri="http://schemas.openxmlformats.org/presentationml/2006/ole">
            <mc:AlternateContent xmlns:mc="http://schemas.openxmlformats.org/markup-compatibility/2006">
              <mc:Choice xmlns:v="urn:schemas-microsoft-com:vml" Requires="v">
                <p:oleObj spid="_x0000_s234503" name="Visio" r:id="rId5" imgW="6124418" imgH="4092733" progId="">
                  <p:embed/>
                </p:oleObj>
              </mc:Choice>
              <mc:Fallback>
                <p:oleObj name="Visio" r:id="rId5" imgW="6124418" imgH="4092733" progId="">
                  <p:embed/>
                  <p:pic>
                    <p:nvPicPr>
                      <p:cNvPr id="0" name="Object 1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7838" y="923925"/>
                        <a:ext cx="7396162" cy="463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p:cNvSpPr txBox="1">
            <a:spLocks noRot="1" noChangeAspect="1" noMove="1" noResize="1" noEditPoints="1" noAdjustHandles="1" noChangeArrowheads="1" noChangeShapeType="1" noTextEdit="1"/>
          </p:cNvSpPr>
          <p:nvPr/>
        </p:nvSpPr>
        <p:spPr>
          <a:xfrm>
            <a:off x="2267744" y="5803001"/>
            <a:ext cx="5020926" cy="714939"/>
          </a:xfrm>
          <a:prstGeom prst="rect">
            <a:avLst/>
          </a:prstGeom>
          <a:blipFill rotWithShape="0">
            <a:blip r:embed="rId7" cstate="print"/>
            <a:stretch>
              <a:fillRect l="-2184" r="-1092" b="-5983"/>
            </a:stretch>
          </a:blipFill>
        </p:spPr>
        <p:txBody>
          <a:bodyPr/>
          <a:lstStyle/>
          <a:p>
            <a:pPr eaLnBrk="1" fontAlgn="auto" hangingPunct="1">
              <a:spcBef>
                <a:spcPts val="0"/>
              </a:spcBef>
              <a:spcAft>
                <a:spcPts val="0"/>
              </a:spcAft>
              <a:defRPr/>
            </a:pPr>
            <a:r>
              <a:rPr lang="en-US">
                <a:noFill/>
                <a:latin typeface="+mn-lt"/>
              </a:rPr>
              <a:t> </a:t>
            </a:r>
          </a:p>
        </p:txBody>
      </p:sp>
      <p:sp>
        <p:nvSpPr>
          <p:cNvPr id="23450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0BE49C-9962-42BF-9182-E2BB6A1109B4}" type="slidenum">
              <a:rPr lang="en-US" altLang="ru-RU">
                <a:solidFill>
                  <a:srgbClr val="FFFFFF"/>
                </a:solidFill>
                <a:latin typeface="Arial" panose="020B0604020202020204" pitchFamily="34" charset="0"/>
                <a:cs typeface="Arial" panose="020B0604020202020204" pitchFamily="34" charset="0"/>
              </a:rPr>
              <a:pPr/>
              <a:t>200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5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5219" name="TextBox 5"/>
          <p:cNvSpPr txBox="1">
            <a:spLocks noChangeArrowheads="1"/>
          </p:cNvSpPr>
          <p:nvPr/>
        </p:nvSpPr>
        <p:spPr bwMode="auto">
          <a:xfrm>
            <a:off x="900113" y="333375"/>
            <a:ext cx="7775575"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pPr>
            <a:r>
              <a:rPr lang="en-US" altLang="en-US" sz="2600" b="1">
                <a:solidFill>
                  <a:srgbClr val="002060"/>
                </a:solidFill>
                <a:latin typeface="Times New Roman" panose="02020603050405020304" pitchFamily="18" charset="0"/>
                <a:cs typeface="Times New Roman" panose="02020603050405020304" pitchFamily="18" charset="0"/>
              </a:rPr>
              <a:t>Xác định V tương đương bằng phương pháp đồ thị</a:t>
            </a:r>
          </a:p>
        </p:txBody>
      </p:sp>
      <p:graphicFrame>
        <p:nvGraphicFramePr>
          <p:cNvPr id="236548" name="Object 173"/>
          <p:cNvGraphicFramePr>
            <a:graphicFrameLocks noChangeAspect="1"/>
          </p:cNvGraphicFramePr>
          <p:nvPr/>
        </p:nvGraphicFramePr>
        <p:xfrm>
          <a:off x="1979613" y="992188"/>
          <a:ext cx="7359650" cy="4918075"/>
        </p:xfrm>
        <a:graphic>
          <a:graphicData uri="http://schemas.openxmlformats.org/presentationml/2006/ole">
            <mc:AlternateContent xmlns:mc="http://schemas.openxmlformats.org/markup-compatibility/2006">
              <mc:Choice xmlns:v="urn:schemas-microsoft-com:vml" Requires="v">
                <p:oleObj spid="_x0000_s236551" name="Visio" r:id="rId5" imgW="6124418" imgH="4092733" progId="">
                  <p:embed/>
                </p:oleObj>
              </mc:Choice>
              <mc:Fallback>
                <p:oleObj name="Visio" r:id="rId5" imgW="6124418" imgH="4092733" progId="">
                  <p:embed/>
                  <p:pic>
                    <p:nvPicPr>
                      <p:cNvPr id="0" name="Object 1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992188"/>
                        <a:ext cx="7359650"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6549" name="TextBox 11"/>
          <p:cNvSpPr txBox="1">
            <a:spLocks noChangeArrowheads="1"/>
          </p:cNvSpPr>
          <p:nvPr/>
        </p:nvSpPr>
        <p:spPr bwMode="auto">
          <a:xfrm>
            <a:off x="3451225" y="5916613"/>
            <a:ext cx="37226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600">
                <a:solidFill>
                  <a:srgbClr val="002060"/>
                </a:solidFill>
                <a:latin typeface="Times New Roman" panose="02020603050405020304" pitchFamily="18" charset="0"/>
                <a:cs typeface="Times New Roman" panose="02020603050405020304" pitchFamily="18" charset="0"/>
              </a:rPr>
              <a:t>Sử dụng đường cong Gran</a:t>
            </a:r>
          </a:p>
        </p:txBody>
      </p:sp>
      <p:sp>
        <p:nvSpPr>
          <p:cNvPr id="23655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6EF6CB3-C82A-4966-8EE4-B811AD09C5F8}" type="slidenum">
              <a:rPr lang="en-US" altLang="ru-RU">
                <a:solidFill>
                  <a:srgbClr val="FFFFFF"/>
                </a:solidFill>
                <a:latin typeface="Arial" panose="020B0604020202020204" pitchFamily="34" charset="0"/>
                <a:cs typeface="Arial" panose="020B0604020202020204" pitchFamily="34" charset="0"/>
              </a:rPr>
              <a:pPr/>
              <a:t>201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267" name="TextBox 7"/>
          <p:cNvSpPr txBox="1">
            <a:spLocks noChangeArrowheads="1"/>
          </p:cNvSpPr>
          <p:nvPr/>
        </p:nvSpPr>
        <p:spPr bwMode="auto">
          <a:xfrm>
            <a:off x="755650" y="404813"/>
            <a:ext cx="7704138"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20000"/>
              </a:spcBef>
            </a:pPr>
            <a:r>
              <a:rPr lang="en-US" altLang="en-US" sz="2600" b="1">
                <a:solidFill>
                  <a:srgbClr val="002060"/>
                </a:solidFill>
                <a:latin typeface="Times New Roman" panose="02020603050405020304" pitchFamily="18" charset="0"/>
                <a:cs typeface="Times New Roman" panose="02020603050405020304" pitchFamily="18" charset="0"/>
              </a:rPr>
              <a:t>Xác định V tương đương bằng phương pháp đồ thị</a:t>
            </a:r>
          </a:p>
        </p:txBody>
      </p:sp>
      <p:graphicFrame>
        <p:nvGraphicFramePr>
          <p:cNvPr id="238596" name="Object 173"/>
          <p:cNvGraphicFramePr>
            <a:graphicFrameLocks noChangeAspect="1"/>
          </p:cNvGraphicFramePr>
          <p:nvPr/>
        </p:nvGraphicFramePr>
        <p:xfrm>
          <a:off x="1068388" y="896938"/>
          <a:ext cx="8905875" cy="4543425"/>
        </p:xfrm>
        <a:graphic>
          <a:graphicData uri="http://schemas.openxmlformats.org/presentationml/2006/ole">
            <mc:AlternateContent xmlns:mc="http://schemas.openxmlformats.org/markup-compatibility/2006">
              <mc:Choice xmlns:v="urn:schemas-microsoft-com:vml" Requires="v">
                <p:oleObj spid="_x0000_s238599" name="Visio" r:id="rId5" imgW="6124418" imgH="4092733" progId="">
                  <p:embed/>
                </p:oleObj>
              </mc:Choice>
              <mc:Fallback>
                <p:oleObj name="Visio" r:id="rId5" imgW="6124418" imgH="4092733" progId="">
                  <p:embed/>
                  <p:pic>
                    <p:nvPicPr>
                      <p:cNvPr id="0" name="Object 1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8388" y="896938"/>
                        <a:ext cx="8905875"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p:cNvSpPr txBox="1">
            <a:spLocks noRot="1" noChangeAspect="1" noMove="1" noResize="1" noEditPoints="1" noAdjustHandles="1" noChangeArrowheads="1" noChangeShapeType="1" noTextEdit="1"/>
          </p:cNvSpPr>
          <p:nvPr/>
        </p:nvSpPr>
        <p:spPr>
          <a:xfrm>
            <a:off x="1081869" y="5560448"/>
            <a:ext cx="7637925" cy="764312"/>
          </a:xfrm>
          <a:prstGeom prst="rect">
            <a:avLst/>
          </a:prstGeom>
          <a:blipFill rotWithShape="0">
            <a:blip r:embed="rId7" cstate="print"/>
            <a:stretch>
              <a:fillRect l="-1437" r="-479" b="-5556"/>
            </a:stretch>
          </a:blipFill>
        </p:spPr>
        <p:txBody>
          <a:bodyPr/>
          <a:lstStyle/>
          <a:p>
            <a:pPr eaLnBrk="1" fontAlgn="auto" hangingPunct="1">
              <a:spcBef>
                <a:spcPts val="0"/>
              </a:spcBef>
              <a:spcAft>
                <a:spcPts val="0"/>
              </a:spcAft>
              <a:defRPr/>
            </a:pPr>
            <a:r>
              <a:rPr lang="en-US">
                <a:noFill/>
                <a:latin typeface="+mn-lt"/>
              </a:rPr>
              <a:t> </a:t>
            </a:r>
          </a:p>
        </p:txBody>
      </p:sp>
      <p:sp>
        <p:nvSpPr>
          <p:cNvPr id="23859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8E2429B-35A5-4A4C-A229-9C2194E7CA17}" type="slidenum">
              <a:rPr lang="en-US" altLang="ru-RU">
                <a:solidFill>
                  <a:srgbClr val="FFFFFF"/>
                </a:solidFill>
                <a:latin typeface="Arial" panose="020B0604020202020204" pitchFamily="34" charset="0"/>
                <a:cs typeface="Arial" panose="020B0604020202020204" pitchFamily="34" charset="0"/>
              </a:rPr>
              <a:pPr/>
              <a:t>202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6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611188" y="333375"/>
            <a:ext cx="8353425"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ct val="20000"/>
              </a:spcBef>
              <a:spcAft>
                <a:spcPts val="0"/>
              </a:spcAft>
              <a:defRPr/>
            </a:pPr>
            <a:r>
              <a:rPr lang="en-US" altLang="en-US" sz="2600" b="1" dirty="0" err="1">
                <a:solidFill>
                  <a:srgbClr val="002060"/>
                </a:solidFill>
                <a:latin typeface="Times New Roman" panose="02020603050405020304" pitchFamily="18" charset="0"/>
                <a:cs typeface="Times New Roman" panose="02020603050405020304" pitchFamily="18" charset="0"/>
              </a:rPr>
              <a:t>Xác</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định</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điểm</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tương</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đương</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bằng</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phương</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pháp</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giải</a:t>
            </a:r>
            <a:r>
              <a:rPr lang="en-US" altLang="en-US" sz="2600" b="1" dirty="0">
                <a:solidFill>
                  <a:srgbClr val="002060"/>
                </a:solidFill>
                <a:latin typeface="Times New Roman" panose="02020603050405020304" pitchFamily="18" charset="0"/>
                <a:cs typeface="Times New Roman" panose="02020603050405020304" pitchFamily="18" charset="0"/>
              </a:rPr>
              <a:t> </a:t>
            </a:r>
            <a:r>
              <a:rPr lang="en-US" altLang="en-US" sz="2600" b="1" dirty="0" err="1">
                <a:solidFill>
                  <a:srgbClr val="002060"/>
                </a:solidFill>
                <a:latin typeface="Times New Roman" panose="02020603050405020304" pitchFamily="18" charset="0"/>
                <a:cs typeface="Times New Roman" panose="02020603050405020304" pitchFamily="18" charset="0"/>
              </a:rPr>
              <a:t>tích</a:t>
            </a:r>
            <a:endParaRPr lang="en-US" altLang="en-US" sz="2600" b="1" dirty="0">
              <a:solidFill>
                <a:srgbClr val="002060"/>
              </a:solidFill>
              <a:latin typeface="Times New Roman" panose="02020603050405020304" pitchFamily="18" charset="0"/>
              <a:cs typeface="Times New Roman" panose="02020603050405020304" pitchFamily="18" charset="0"/>
            </a:endParaRPr>
          </a:p>
        </p:txBody>
      </p:sp>
      <p:sp>
        <p:nvSpPr>
          <p:cNvPr id="10" name="Rounded Rectangle 9"/>
          <p:cNvSpPr/>
          <p:nvPr/>
        </p:nvSpPr>
        <p:spPr>
          <a:xfrm>
            <a:off x="1185863" y="1125538"/>
            <a:ext cx="7745412" cy="5211762"/>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sz="2200" b="1">
              <a:solidFill>
                <a:srgbClr val="000000"/>
              </a:solidFill>
            </a:endParaRPr>
          </a:p>
        </p:txBody>
      </p:sp>
      <p:sp>
        <p:nvSpPr>
          <p:cNvPr id="16" name="TextBox 15"/>
          <p:cNvSpPr txBox="1">
            <a:spLocks noRot="1" noChangeAspect="1" noMove="1" noResize="1" noEditPoints="1" noAdjustHandles="1" noChangeArrowheads="1" noChangeShapeType="1" noTextEdit="1"/>
          </p:cNvSpPr>
          <p:nvPr/>
        </p:nvSpPr>
        <p:spPr>
          <a:xfrm>
            <a:off x="1368152" y="994292"/>
            <a:ext cx="7380312" cy="4877297"/>
          </a:xfrm>
          <a:prstGeom prst="rect">
            <a:avLst/>
          </a:prstGeom>
          <a:blipFill rotWithShape="0">
            <a:blip r:embed="rId4" cstate="print"/>
            <a:stretch>
              <a:fillRect l="-1652" r="-1652"/>
            </a:stretch>
          </a:blipFill>
        </p:spPr>
        <p:txBody>
          <a:bodyPr/>
          <a:lstStyle/>
          <a:p>
            <a:pPr eaLnBrk="1" fontAlgn="auto" hangingPunct="1">
              <a:spcBef>
                <a:spcPts val="0"/>
              </a:spcBef>
              <a:spcAft>
                <a:spcPts val="0"/>
              </a:spcAft>
              <a:defRPr/>
            </a:pPr>
            <a:r>
              <a:rPr lang="en-US" dirty="0">
                <a:noFill/>
                <a:latin typeface="+mn-lt"/>
              </a:rPr>
              <a:t> </a:t>
            </a:r>
          </a:p>
        </p:txBody>
      </p:sp>
      <p:sp>
        <p:nvSpPr>
          <p:cNvPr id="24064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06FD801-2952-4244-A9CA-05908FE02F5D}" type="slidenum">
              <a:rPr lang="en-US" altLang="ru-RU">
                <a:solidFill>
                  <a:srgbClr val="FFFFFF"/>
                </a:solidFill>
                <a:latin typeface="Arial" panose="020B0604020202020204" pitchFamily="34" charset="0"/>
                <a:cs typeface="Arial" panose="020B0604020202020204" pitchFamily="34" charset="0"/>
              </a:rPr>
              <a:pPr/>
              <a:t>203</a:t>
            </a:fld>
            <a:endParaRPr lang="en-US" altLang="ru-RU">
              <a:solidFill>
                <a:srgbClr val="FFFFFF"/>
              </a:solidFill>
              <a:latin typeface="Arial" panose="020B0604020202020204" pitchFamily="34" charset="0"/>
              <a:cs typeface="Arial" panose="020B0604020202020204" pitchFamily="34" charset="0"/>
            </a:endParaRPr>
          </a:p>
        </p:txBody>
      </p:sp>
      <p:sp>
        <p:nvSpPr>
          <p:cNvPr id="2" name="Rectangle 1"/>
          <p:cNvSpPr/>
          <p:nvPr/>
        </p:nvSpPr>
        <p:spPr>
          <a:xfrm>
            <a:off x="3203575" y="3187700"/>
            <a:ext cx="166688" cy="2413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solidFill>
                  <a:srgbClr val="FFFFFF"/>
                </a:solidFill>
              </a:rPr>
              <a:t>3</a:t>
            </a:r>
            <a:endParaRPr lang="ru-RU">
              <a:solidFill>
                <a:srgbClr val="FFFFFF"/>
              </a:solidFill>
            </a:endParaRPr>
          </a:p>
        </p:txBody>
      </p:sp>
      <p:sp>
        <p:nvSpPr>
          <p:cNvPr id="240648" name="TextBox 2"/>
          <p:cNvSpPr txBox="1">
            <a:spLocks noChangeArrowheads="1"/>
          </p:cNvSpPr>
          <p:nvPr/>
        </p:nvSpPr>
        <p:spPr bwMode="auto">
          <a:xfrm>
            <a:off x="3136900" y="3124200"/>
            <a:ext cx="273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3</a:t>
            </a:r>
            <a:endParaRPr lang="ru-RU"/>
          </a:p>
        </p:txBody>
      </p:sp>
      <p:sp>
        <p:nvSpPr>
          <p:cNvPr id="4" name="Rectangle 3"/>
          <p:cNvSpPr/>
          <p:nvPr/>
        </p:nvSpPr>
        <p:spPr>
          <a:xfrm>
            <a:off x="3203575" y="3973513"/>
            <a:ext cx="166688" cy="3698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endParaRPr lang="ru-RU">
              <a:solidFill>
                <a:srgbClr val="FFFFFF"/>
              </a:solidFill>
            </a:endParaRPr>
          </a:p>
        </p:txBody>
      </p:sp>
      <p:sp>
        <p:nvSpPr>
          <p:cNvPr id="240650" name="Rectangle 4"/>
          <p:cNvSpPr>
            <a:spLocks noChangeArrowheads="1"/>
          </p:cNvSpPr>
          <p:nvPr/>
        </p:nvSpPr>
        <p:spPr bwMode="auto">
          <a:xfrm>
            <a:off x="3121025" y="4008438"/>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4</a:t>
            </a:r>
            <a:endParaRPr lang="ru-RU"/>
          </a:p>
        </p:txBody>
      </p:sp>
      <p:sp>
        <p:nvSpPr>
          <p:cNvPr id="6" name="Rectangle 5"/>
          <p:cNvSpPr/>
          <p:nvPr/>
        </p:nvSpPr>
        <p:spPr>
          <a:xfrm>
            <a:off x="6156325" y="3308350"/>
            <a:ext cx="138113" cy="304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endParaRPr lang="ru-RU">
              <a:solidFill>
                <a:srgbClr val="FFFFFF"/>
              </a:solidFill>
            </a:endParaRPr>
          </a:p>
        </p:txBody>
      </p:sp>
      <p:sp>
        <p:nvSpPr>
          <p:cNvPr id="240652" name="TextBox 14"/>
          <p:cNvSpPr txBox="1">
            <a:spLocks noChangeArrowheads="1"/>
          </p:cNvSpPr>
          <p:nvPr/>
        </p:nvSpPr>
        <p:spPr bwMode="auto">
          <a:xfrm>
            <a:off x="6088063" y="3308350"/>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3</a:t>
            </a:r>
            <a:endParaRPr lang="ru-RU"/>
          </a:p>
        </p:txBody>
      </p:sp>
      <p:sp>
        <p:nvSpPr>
          <p:cNvPr id="7" name="Rectangle 6"/>
          <p:cNvSpPr/>
          <p:nvPr/>
        </p:nvSpPr>
        <p:spPr>
          <a:xfrm>
            <a:off x="6088063" y="4149725"/>
            <a:ext cx="206375" cy="3683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solidFill>
                  <a:srgbClr val="FFFFFF"/>
                </a:solidFill>
              </a:rPr>
              <a:t>4</a:t>
            </a:r>
            <a:endParaRPr lang="ru-RU">
              <a:solidFill>
                <a:srgbClr val="FFFFFF"/>
              </a:solidFill>
            </a:endParaRPr>
          </a:p>
        </p:txBody>
      </p:sp>
      <p:sp>
        <p:nvSpPr>
          <p:cNvPr id="240654" name="TextBox 17"/>
          <p:cNvSpPr txBox="1">
            <a:spLocks noChangeArrowheads="1"/>
          </p:cNvSpPr>
          <p:nvPr/>
        </p:nvSpPr>
        <p:spPr bwMode="auto">
          <a:xfrm>
            <a:off x="6056313" y="4090988"/>
            <a:ext cx="654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4</a:t>
            </a:r>
            <a:endParaRPr lang="ru-RU"/>
          </a:p>
        </p:txBody>
      </p:sp>
      <p:sp>
        <p:nvSpPr>
          <p:cNvPr id="14" name="Rectangle 13"/>
          <p:cNvSpPr/>
          <p:nvPr/>
        </p:nvSpPr>
        <p:spPr>
          <a:xfrm>
            <a:off x="3995738" y="4724400"/>
            <a:ext cx="144462" cy="2174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endParaRPr lang="ru-RU">
              <a:solidFill>
                <a:srgbClr val="FFFFFF"/>
              </a:solidFill>
            </a:endParaRPr>
          </a:p>
        </p:txBody>
      </p:sp>
      <p:sp>
        <p:nvSpPr>
          <p:cNvPr id="240656" name="TextBox 16"/>
          <p:cNvSpPr txBox="1">
            <a:spLocks noChangeArrowheads="1"/>
          </p:cNvSpPr>
          <p:nvPr/>
        </p:nvSpPr>
        <p:spPr bwMode="auto">
          <a:xfrm>
            <a:off x="3916363" y="4648200"/>
            <a:ext cx="3032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3</a:t>
            </a:r>
            <a:endParaRPr lang="ru-RU"/>
          </a:p>
        </p:txBody>
      </p:sp>
      <p:sp>
        <p:nvSpPr>
          <p:cNvPr id="19" name="Rectangle 18"/>
          <p:cNvSpPr/>
          <p:nvPr/>
        </p:nvSpPr>
        <p:spPr>
          <a:xfrm>
            <a:off x="4924425" y="4724400"/>
            <a:ext cx="165100" cy="2174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endParaRPr lang="ru-RU">
              <a:solidFill>
                <a:srgbClr val="FFFFFF"/>
              </a:solidFill>
            </a:endParaRPr>
          </a:p>
        </p:txBody>
      </p:sp>
      <p:sp>
        <p:nvSpPr>
          <p:cNvPr id="240658" name="TextBox 19"/>
          <p:cNvSpPr txBox="1">
            <a:spLocks noChangeArrowheads="1"/>
          </p:cNvSpPr>
          <p:nvPr/>
        </p:nvSpPr>
        <p:spPr bwMode="auto">
          <a:xfrm>
            <a:off x="4856163" y="4648200"/>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4</a:t>
            </a:r>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Effect transition="in" filter="fade">
                                      <p:cBhvr>
                                        <p:cTn id="17" dur="500"/>
                                        <p:tgtEl>
                                          <p:spTgt spid="10"/>
                                        </p:tgtEl>
                                      </p:cBhvr>
                                    </p:animEffect>
                                  </p:childTnLst>
                                </p:cTn>
                              </p:par>
                              <p:par>
                                <p:cTn id="18" presetID="53" presetClass="entr" presetSubtype="16"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26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a:xfrm>
            <a:off x="971550" y="849313"/>
            <a:ext cx="7426325" cy="5029200"/>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sz="2800" i="1">
              <a:solidFill>
                <a:srgbClr val="000000"/>
              </a:solidFill>
              <a:latin typeface="Arial" panose="020B0604020202020204" pitchFamily="34" charset="0"/>
              <a:cs typeface="Arial" panose="020B0604020202020204" pitchFamily="34" charset="0"/>
            </a:endParaRPr>
          </a:p>
        </p:txBody>
      </p:sp>
      <p:sp>
        <p:nvSpPr>
          <p:cNvPr id="8" name="Rectangle 7"/>
          <p:cNvSpPr>
            <a:spLocks noRot="1" noChangeAspect="1" noMove="1" noResize="1" noEditPoints="1" noAdjustHandles="1" noChangeArrowheads="1" noChangeShapeType="1" noTextEdit="1"/>
          </p:cNvSpPr>
          <p:nvPr/>
        </p:nvSpPr>
        <p:spPr>
          <a:xfrm>
            <a:off x="1880946" y="1262890"/>
            <a:ext cx="6059665" cy="2012346"/>
          </a:xfrm>
          <a:prstGeom prst="rect">
            <a:avLst/>
          </a:prstGeom>
          <a:blipFill rotWithShape="0">
            <a:blip r:embed="rId4" cstate="print"/>
            <a:stretch>
              <a:fillRect l="-503" r="-302" b="-7576"/>
            </a:stretch>
          </a:blipFill>
        </p:spPr>
        <p:txBody>
          <a:bodyPr/>
          <a:lstStyle/>
          <a:p>
            <a:pPr eaLnBrk="1" fontAlgn="auto" hangingPunct="1">
              <a:spcBef>
                <a:spcPts val="0"/>
              </a:spcBef>
              <a:spcAft>
                <a:spcPts val="0"/>
              </a:spcAft>
              <a:defRPr/>
            </a:pPr>
            <a:r>
              <a:rPr lang="en-US">
                <a:noFill/>
                <a:latin typeface="+mn-lt"/>
              </a:rPr>
              <a:t> </a:t>
            </a:r>
          </a:p>
        </p:txBody>
      </p:sp>
      <p:sp>
        <p:nvSpPr>
          <p:cNvPr id="242693" name="TextBox 8"/>
          <p:cNvSpPr txBox="1">
            <a:spLocks noChangeArrowheads="1"/>
          </p:cNvSpPr>
          <p:nvPr/>
        </p:nvSpPr>
        <p:spPr bwMode="auto">
          <a:xfrm>
            <a:off x="1881188" y="3397250"/>
            <a:ext cx="4179887"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pPr>
            <a:r>
              <a:rPr lang="en-US" altLang="en-US" sz="2800">
                <a:solidFill>
                  <a:srgbClr val="002060"/>
                </a:solidFill>
                <a:latin typeface="Times New Roman" panose="02020603050405020304" pitchFamily="18" charset="0"/>
                <a:cs typeface="Times New Roman" panose="02020603050405020304" pitchFamily="18" charset="0"/>
              </a:rPr>
              <a:t>Tính nồng độ CH</a:t>
            </a:r>
            <a:r>
              <a:rPr lang="en-US" altLang="en-US" sz="2800" baseline="-25000">
                <a:solidFill>
                  <a:srgbClr val="002060"/>
                </a:solidFill>
                <a:latin typeface="Times New Roman" panose="02020603050405020304" pitchFamily="18" charset="0"/>
                <a:cs typeface="Times New Roman" panose="02020603050405020304" pitchFamily="18" charset="0"/>
              </a:rPr>
              <a:t>3</a:t>
            </a:r>
            <a:r>
              <a:rPr lang="en-US" altLang="en-US" sz="2800">
                <a:solidFill>
                  <a:srgbClr val="002060"/>
                </a:solidFill>
                <a:latin typeface="Times New Roman" panose="02020603050405020304" pitchFamily="18" charset="0"/>
                <a:cs typeface="Times New Roman" panose="02020603050405020304" pitchFamily="18" charset="0"/>
              </a:rPr>
              <a:t>COOH</a:t>
            </a:r>
          </a:p>
          <a:p>
            <a:pPr eaLnBrk="1" hangingPunct="1">
              <a:spcBef>
                <a:spcPct val="20000"/>
              </a:spcBef>
            </a:pPr>
            <a:endParaRPr lang="en-US" altLang="en-US" sz="2800">
              <a:solidFill>
                <a:srgbClr val="002060"/>
              </a:solidFill>
              <a:latin typeface="Times New Roman" panose="02020603050405020304" pitchFamily="18" charset="0"/>
              <a:cs typeface="Times New Roman" panose="02020603050405020304" pitchFamily="18" charset="0"/>
            </a:endParaRPr>
          </a:p>
        </p:txBody>
      </p:sp>
      <p:sp>
        <p:nvSpPr>
          <p:cNvPr id="12" name="TextBox 11"/>
          <p:cNvSpPr txBox="1">
            <a:spLocks noRot="1" noChangeAspect="1" noMove="1" noResize="1" noEditPoints="1" noAdjustHandles="1" noChangeArrowheads="1" noChangeShapeType="1" noTextEdit="1"/>
          </p:cNvSpPr>
          <p:nvPr/>
        </p:nvSpPr>
        <p:spPr>
          <a:xfrm>
            <a:off x="2360340" y="4248705"/>
            <a:ext cx="6244108" cy="910570"/>
          </a:xfrm>
          <a:prstGeom prst="rect">
            <a:avLst/>
          </a:prstGeom>
          <a:blipFill rotWithShape="0">
            <a:blip r:embed="rId5"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242695"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2292B7C-BB5B-486C-8789-AA848A191CF7}" type="slidenum">
              <a:rPr lang="en-US" altLang="ru-RU">
                <a:solidFill>
                  <a:srgbClr val="FFFFFF"/>
                </a:solidFill>
                <a:latin typeface="Times New Roman" panose="02020603050405020304" pitchFamily="18" charset="0"/>
                <a:cs typeface="Times New Roman" panose="02020603050405020304" pitchFamily="18" charset="0"/>
              </a:rPr>
              <a:pPr/>
              <a:t>204</a:t>
            </a:fld>
            <a:endParaRPr lang="en-US" altLang="ru-RU">
              <a:solidFill>
                <a:srgbClr val="FFFFFF"/>
              </a:solidFill>
              <a:latin typeface="Times New Roman" panose="02020603050405020304" pitchFamily="18" charset="0"/>
              <a:cs typeface="Times New Roman" panose="02020603050405020304" pitchFamily="18" charset="0"/>
            </a:endParaRPr>
          </a:p>
        </p:txBody>
      </p:sp>
      <p:sp>
        <p:nvSpPr>
          <p:cNvPr id="242696" name="TextBox 2"/>
          <p:cNvSpPr txBox="1">
            <a:spLocks noChangeArrowheads="1"/>
          </p:cNvSpPr>
          <p:nvPr/>
        </p:nvSpPr>
        <p:spPr bwMode="auto">
          <a:xfrm>
            <a:off x="2484438" y="5384800"/>
            <a:ext cx="50561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ru-RU" sz="2400">
                <a:solidFill>
                  <a:srgbClr val="002060"/>
                </a:solidFill>
                <a:latin typeface="Arial" panose="020B0604020202020204" pitchFamily="34" charset="0"/>
                <a:cs typeface="Arial" panose="020B0604020202020204" pitchFamily="34" charset="0"/>
              </a:rPr>
              <a:t>C</a:t>
            </a:r>
            <a:r>
              <a:rPr lang="en-US" altLang="ru-RU" sz="2400" baseline="-25000">
                <a:solidFill>
                  <a:srgbClr val="002060"/>
                </a:solidFill>
                <a:latin typeface="Arial" panose="020B0604020202020204" pitchFamily="34" charset="0"/>
                <a:cs typeface="Arial" panose="020B0604020202020204" pitchFamily="34" charset="0"/>
              </a:rPr>
              <a:t>CH3COOH</a:t>
            </a:r>
            <a:r>
              <a:rPr lang="en-US" altLang="ru-RU" sz="2400">
                <a:solidFill>
                  <a:srgbClr val="002060"/>
                </a:solidFill>
                <a:latin typeface="Arial" panose="020B0604020202020204" pitchFamily="34" charset="0"/>
                <a:cs typeface="Arial" panose="020B0604020202020204" pitchFamily="34" charset="0"/>
              </a:rPr>
              <a:t> = 0.1305 x 100 = 13.05M</a:t>
            </a:r>
          </a:p>
          <a:p>
            <a:pPr eaLnBrk="1" hangingPunct="1"/>
            <a:endParaRPr lang="en-US" altLang="ru-RU" sz="2400">
              <a:solidFill>
                <a:srgbClr val="002060"/>
              </a:solidFill>
              <a:latin typeface="Arial" panose="020B0604020202020204" pitchFamily="34" charset="0"/>
              <a:cs typeface="Arial" panose="020B0604020202020204" pitchFamily="34" charset="0"/>
            </a:endParaRPr>
          </a:p>
        </p:txBody>
      </p:sp>
      <p:sp>
        <p:nvSpPr>
          <p:cNvPr id="2" name="Rectangle 1"/>
          <p:cNvSpPr/>
          <p:nvPr/>
        </p:nvSpPr>
        <p:spPr>
          <a:xfrm>
            <a:off x="3132138" y="3008313"/>
            <a:ext cx="144462" cy="32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endParaRPr lang="ru-RU">
              <a:solidFill>
                <a:srgbClr val="FFFFFF"/>
              </a:solidFill>
            </a:endParaRPr>
          </a:p>
        </p:txBody>
      </p:sp>
      <p:sp>
        <p:nvSpPr>
          <p:cNvPr id="242698" name="TextBox 2"/>
          <p:cNvSpPr txBox="1">
            <a:spLocks noChangeArrowheads="1"/>
          </p:cNvSpPr>
          <p:nvPr/>
        </p:nvSpPr>
        <p:spPr bwMode="auto">
          <a:xfrm flipH="1">
            <a:off x="3059113" y="2994025"/>
            <a:ext cx="288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t>3</a:t>
            </a:r>
            <a:endParaRPr lang="ru-R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a:spLocks noChangeArrowheads="1"/>
          </p:cNvSpPr>
          <p:nvPr/>
        </p:nvSpPr>
        <p:spPr bwMode="auto">
          <a:xfrm>
            <a:off x="539750" y="1268413"/>
            <a:ext cx="7672388"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23938" indent="-10239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0000"/>
              </a:spcBef>
            </a:pPr>
            <a:r>
              <a:rPr lang="en-US" altLang="en-US" sz="2400">
                <a:latin typeface="Arial" panose="020B0604020202020204" pitchFamily="34" charset="0"/>
                <a:cs typeface="Arial" panose="020B0604020202020204" pitchFamily="34" charset="0"/>
              </a:rPr>
              <a:t>Ví dụ: chuẩn độ axit H</a:t>
            </a:r>
            <a:r>
              <a:rPr lang="en-US" altLang="en-US" sz="2400" baseline="-25000">
                <a:latin typeface="Arial" panose="020B0604020202020204" pitchFamily="34" charset="0"/>
                <a:cs typeface="Arial" panose="020B0604020202020204" pitchFamily="34" charset="0"/>
              </a:rPr>
              <a:t>3</a:t>
            </a:r>
            <a:r>
              <a:rPr lang="en-US" altLang="en-US" sz="2400">
                <a:latin typeface="Arial" panose="020B0604020202020204" pitchFamily="34" charset="0"/>
                <a:cs typeface="Arial" panose="020B0604020202020204" pitchFamily="34" charset="0"/>
              </a:rPr>
              <a:t>PO</a:t>
            </a:r>
            <a:r>
              <a:rPr lang="en-US" altLang="en-US" sz="2400" baseline="-25000">
                <a:latin typeface="Arial" panose="020B0604020202020204" pitchFamily="34" charset="0"/>
                <a:cs typeface="Arial" panose="020B0604020202020204" pitchFamily="34" charset="0"/>
              </a:rPr>
              <a:t>4</a:t>
            </a:r>
            <a:r>
              <a:rPr lang="en-US" altLang="en-US" sz="2400">
                <a:latin typeface="Arial" panose="020B0604020202020204" pitchFamily="34" charset="0"/>
                <a:cs typeface="Arial" panose="020B0604020202020204" pitchFamily="34" charset="0"/>
              </a:rPr>
              <a:t> ta có pKa lần lượt là 2.2, 7.2, 12.7. Ta có thể chuẩn độ được 2 nấc đầu tuy nhiên do nấc 3 quá yếu nên không thể xác định bước nhảy.</a:t>
            </a:r>
          </a:p>
          <a:p>
            <a:pPr algn="just" eaLnBrk="1" hangingPunct="1">
              <a:lnSpc>
                <a:spcPct val="150000"/>
              </a:lnSpc>
              <a:spcBef>
                <a:spcPct val="20000"/>
              </a:spcBef>
            </a:pPr>
            <a:r>
              <a:rPr lang="en-US" altLang="en-US" sz="2400">
                <a:latin typeface="Arial" panose="020B0604020202020204" pitchFamily="34" charset="0"/>
                <a:cs typeface="Arial" panose="020B0604020202020204" pitchFamily="34" charset="0"/>
              </a:rPr>
              <a:t>Như vậy: Khi chuẩn độ hỗn hợp axit yếu cùng nồng độ hay đa axit thì điều kiện chuẩn độ được khi </a:t>
            </a:r>
          </a:p>
          <a:p>
            <a:pPr algn="just" eaLnBrk="1" hangingPunct="1">
              <a:lnSpc>
                <a:spcPct val="150000"/>
              </a:lnSpc>
              <a:spcBef>
                <a:spcPct val="20000"/>
              </a:spcBef>
            </a:pPr>
            <a:r>
              <a:rPr lang="en-US" altLang="en-US" sz="2400">
                <a:latin typeface="Arial" panose="020B0604020202020204" pitchFamily="34" charset="0"/>
                <a:cs typeface="Arial" panose="020B0604020202020204" pitchFamily="34" charset="0"/>
              </a:rPr>
              <a:t>	pKa</a:t>
            </a:r>
            <a:r>
              <a:rPr lang="en-US" altLang="en-US" sz="2400" baseline="-25000">
                <a:latin typeface="Arial" panose="020B0604020202020204" pitchFamily="34" charset="0"/>
                <a:cs typeface="Arial" panose="020B0604020202020204" pitchFamily="34" charset="0"/>
              </a:rPr>
              <a:t>2</a:t>
            </a:r>
            <a:r>
              <a:rPr lang="en-US" altLang="en-US" sz="2400">
                <a:latin typeface="Arial" panose="020B0604020202020204" pitchFamily="34" charset="0"/>
                <a:cs typeface="Arial" panose="020B0604020202020204" pitchFamily="34" charset="0"/>
              </a:rPr>
              <a:t> – pKa</a:t>
            </a:r>
            <a:r>
              <a:rPr lang="en-US" altLang="en-US" sz="2400" baseline="-25000">
                <a:latin typeface="Arial" panose="020B0604020202020204" pitchFamily="34" charset="0"/>
                <a:cs typeface="Arial" panose="020B0604020202020204" pitchFamily="34" charset="0"/>
              </a:rPr>
              <a:t>1</a:t>
            </a:r>
            <a:r>
              <a:rPr lang="en-US" altLang="en-US" sz="2400">
                <a:latin typeface="Arial" panose="020B0604020202020204" pitchFamily="34" charset="0"/>
                <a:cs typeface="Arial" panose="020B0604020202020204" pitchFamily="34" charset="0"/>
              </a:rPr>
              <a:t> &gt; 4 và pKa</a:t>
            </a:r>
            <a:r>
              <a:rPr lang="en-US" altLang="en-US" sz="2400" baseline="-25000">
                <a:latin typeface="Arial" panose="020B0604020202020204" pitchFamily="34" charset="0"/>
                <a:cs typeface="Arial" panose="020B0604020202020204" pitchFamily="34" charset="0"/>
              </a:rPr>
              <a:t>x</a:t>
            </a:r>
            <a:r>
              <a:rPr lang="en-US" altLang="en-US" sz="2400">
                <a:latin typeface="Arial" panose="020B0604020202020204" pitchFamily="34" charset="0"/>
                <a:cs typeface="Arial" panose="020B0604020202020204" pitchFamily="34" charset="0"/>
              </a:rPr>
              <a:t> không quá lớn hơn 10.</a:t>
            </a:r>
            <a:endParaRPr lang="en-US" altLang="en-US" sz="2400" baseline="-25000">
              <a:latin typeface="Arial" panose="020B0604020202020204" pitchFamily="34" charset="0"/>
              <a:cs typeface="Arial" panose="020B0604020202020204" pitchFamily="34" charset="0"/>
            </a:endParaRPr>
          </a:p>
        </p:txBody>
      </p:sp>
      <p:sp>
        <p:nvSpPr>
          <p:cNvPr id="24474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8DC86E1-C89F-4C31-87AC-D9000138767E}" type="slidenum">
              <a:rPr lang="en-US" altLang="ru-RU">
                <a:solidFill>
                  <a:srgbClr val="FFFFFF"/>
                </a:solidFill>
                <a:latin typeface="Arial" panose="020B0604020202020204" pitchFamily="34" charset="0"/>
                <a:cs typeface="Arial" panose="020B0604020202020204" pitchFamily="34" charset="0"/>
              </a:rPr>
              <a:pPr/>
              <a:t>205</a:t>
            </a:fld>
            <a:endParaRPr lang="en-US" altLang="ru-RU">
              <a:solidFill>
                <a:srgbClr val="FFFFFF"/>
              </a:solidFill>
              <a:latin typeface="Arial" panose="020B0604020202020204" pitchFamily="34" charset="0"/>
              <a:cs typeface="Arial" panose="020B0604020202020204" pitchFamily="34" charset="0"/>
            </a:endParaRPr>
          </a:p>
        </p:txBody>
      </p:sp>
      <p:sp>
        <p:nvSpPr>
          <p:cNvPr id="244741" name="Rectangle 2"/>
          <p:cNvSpPr>
            <a:spLocks noChangeArrowheads="1"/>
          </p:cNvSpPr>
          <p:nvPr/>
        </p:nvSpPr>
        <p:spPr bwMode="auto">
          <a:xfrm>
            <a:off x="539750" y="544513"/>
            <a:ext cx="7950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solidFill>
                  <a:srgbClr val="000000"/>
                </a:solidFill>
                <a:latin typeface="Arial" panose="020B0604020202020204" pitchFamily="34" charset="0"/>
                <a:cs typeface="Arial" panose="020B0604020202020204" pitchFamily="34" charset="0"/>
              </a:rPr>
              <a:t> c. Chuẩn độ hỗn hợp axit, đa axit bằng baz mạnh</a:t>
            </a:r>
            <a:endParaRPr lang="en-US" altLang="ru-RU" sz="24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7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a:spLocks noChangeArrowheads="1"/>
          </p:cNvSpPr>
          <p:nvPr/>
        </p:nvSpPr>
        <p:spPr bwMode="auto">
          <a:xfrm>
            <a:off x="539750" y="1268413"/>
            <a:ext cx="76723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23938" indent="-10239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0000"/>
              </a:spcBef>
            </a:pPr>
            <a:r>
              <a:rPr lang="en-US" altLang="en-US" sz="2400">
                <a:latin typeface="Arial" panose="020B0604020202020204" pitchFamily="34" charset="0"/>
                <a:cs typeface="Arial" panose="020B0604020202020204" pitchFamily="34" charset="0"/>
              </a:rPr>
              <a:t>Ví dụ: chuẩn độ axit H</a:t>
            </a:r>
            <a:r>
              <a:rPr lang="en-US" altLang="en-US" sz="2400" baseline="-25000">
                <a:latin typeface="Arial" panose="020B0604020202020204" pitchFamily="34" charset="0"/>
                <a:cs typeface="Arial" panose="020B0604020202020204" pitchFamily="34" charset="0"/>
              </a:rPr>
              <a:t>3</a:t>
            </a:r>
            <a:r>
              <a:rPr lang="en-US" altLang="en-US" sz="2400">
                <a:latin typeface="Arial" panose="020B0604020202020204" pitchFamily="34" charset="0"/>
                <a:cs typeface="Arial" panose="020B0604020202020204" pitchFamily="34" charset="0"/>
              </a:rPr>
              <a:t>PO</a:t>
            </a:r>
            <a:r>
              <a:rPr lang="en-US" altLang="en-US" sz="2400" baseline="-25000">
                <a:latin typeface="Arial" panose="020B0604020202020204" pitchFamily="34" charset="0"/>
                <a:cs typeface="Arial" panose="020B0604020202020204" pitchFamily="34" charset="0"/>
              </a:rPr>
              <a:t>4</a:t>
            </a:r>
            <a:r>
              <a:rPr lang="en-US" altLang="en-US" sz="2400">
                <a:latin typeface="Arial" panose="020B0604020202020204" pitchFamily="34" charset="0"/>
                <a:cs typeface="Arial" panose="020B0604020202020204" pitchFamily="34" charset="0"/>
              </a:rPr>
              <a:t> ta có pKa lần lượt là 2.2, 7.2, 12.7. Ta có thể chuẩn độ được 2 nấc đầu tuy nhiên do nấc 3 quá yếu nên không thể xác định bước nhảy</a:t>
            </a:r>
          </a:p>
        </p:txBody>
      </p:sp>
      <p:sp>
        <p:nvSpPr>
          <p:cNvPr id="24678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3AC8EA2-C3EE-4C0A-919C-E8A8E3679BEF}" type="slidenum">
              <a:rPr lang="en-US" altLang="ru-RU">
                <a:solidFill>
                  <a:srgbClr val="FFFFFF"/>
                </a:solidFill>
                <a:latin typeface="Arial" panose="020B0604020202020204" pitchFamily="34" charset="0"/>
                <a:cs typeface="Arial" panose="020B0604020202020204" pitchFamily="34" charset="0"/>
              </a:rPr>
              <a:pPr/>
              <a:t>206</a:t>
            </a:fld>
            <a:endParaRPr lang="en-US" altLang="ru-RU">
              <a:solidFill>
                <a:srgbClr val="FFFFFF"/>
              </a:solidFill>
              <a:latin typeface="Arial" panose="020B0604020202020204" pitchFamily="34" charset="0"/>
              <a:cs typeface="Arial" panose="020B0604020202020204" pitchFamily="34" charset="0"/>
            </a:endParaRPr>
          </a:p>
        </p:txBody>
      </p:sp>
      <p:sp>
        <p:nvSpPr>
          <p:cNvPr id="246789" name="Rectangle 2"/>
          <p:cNvSpPr>
            <a:spLocks noChangeArrowheads="1"/>
          </p:cNvSpPr>
          <p:nvPr/>
        </p:nvSpPr>
        <p:spPr bwMode="auto">
          <a:xfrm>
            <a:off x="539750" y="544513"/>
            <a:ext cx="7950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solidFill>
                  <a:srgbClr val="000000"/>
                </a:solidFill>
                <a:latin typeface="Arial" panose="020B0604020202020204" pitchFamily="34" charset="0"/>
                <a:cs typeface="Arial" panose="020B0604020202020204" pitchFamily="34" charset="0"/>
              </a:rPr>
              <a:t> c. Chuẩn độ hỗn hợp axit, đa axit bằng baz mạnh</a:t>
            </a:r>
            <a:endParaRPr lang="en-US" altLang="ru-RU" sz="2400">
              <a:latin typeface="Arial" panose="020B0604020202020204" pitchFamily="34" charset="0"/>
              <a:cs typeface="Arial" panose="020B0604020202020204" pitchFamily="34" charset="0"/>
            </a:endParaRPr>
          </a:p>
        </p:txBody>
      </p:sp>
      <p:pic>
        <p:nvPicPr>
          <p:cNvPr id="2467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50863"/>
            <a:ext cx="7534275"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83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5625E13-C858-40AE-ABF6-7BF0907D96F5}" type="slidenum">
              <a:rPr lang="en-US" altLang="ru-RU">
                <a:solidFill>
                  <a:srgbClr val="FFFFFF"/>
                </a:solidFill>
                <a:latin typeface="Arial" panose="020B0604020202020204" pitchFamily="34" charset="0"/>
                <a:cs typeface="Arial" panose="020B0604020202020204" pitchFamily="34" charset="0"/>
              </a:rPr>
              <a:pPr/>
              <a:t>207</a:t>
            </a:fld>
            <a:endParaRPr lang="en-US" altLang="ru-RU">
              <a:solidFill>
                <a:srgbClr val="FFFFFF"/>
              </a:solidFill>
              <a:latin typeface="Arial" panose="020B0604020202020204" pitchFamily="34" charset="0"/>
              <a:cs typeface="Arial" panose="020B0604020202020204" pitchFamily="34" charset="0"/>
            </a:endParaRPr>
          </a:p>
        </p:txBody>
      </p:sp>
      <p:pic>
        <p:nvPicPr>
          <p:cNvPr id="24883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381125"/>
            <a:ext cx="7342187"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4"/>
          <p:cNvSpPr txBox="1">
            <a:spLocks noChangeArrowheads="1"/>
          </p:cNvSpPr>
          <p:nvPr/>
        </p:nvSpPr>
        <p:spPr bwMode="auto">
          <a:xfrm>
            <a:off x="1042988" y="795338"/>
            <a:ext cx="4083050" cy="3255962"/>
          </a:xfrm>
          <a:prstGeom prst="rect">
            <a:avLst/>
          </a:prstGeom>
          <a:noFill/>
          <a:ln w="9525">
            <a:noFill/>
            <a:miter lim="800000"/>
            <a:headEnd/>
            <a:tailEnd/>
          </a:ln>
          <a:effec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40000"/>
              </a:lnSpc>
              <a:spcBef>
                <a:spcPct val="35000"/>
              </a:spcBef>
            </a:pPr>
            <a:r>
              <a:rPr lang="en-US" altLang="zh-CN" sz="2300" b="1">
                <a:solidFill>
                  <a:srgbClr val="000000"/>
                </a:solidFill>
              </a:rPr>
              <a:t>Chuẩn độ oxi hoá – khử</a:t>
            </a:r>
          </a:p>
          <a:p>
            <a:pPr algn="just" eaLnBrk="1" hangingPunct="1">
              <a:lnSpc>
                <a:spcPct val="140000"/>
              </a:lnSpc>
              <a:spcBef>
                <a:spcPct val="35000"/>
              </a:spcBef>
              <a:buFont typeface="Wingdings" panose="05000000000000000000" pitchFamily="2" charset="2"/>
              <a:buChar char="§"/>
            </a:pPr>
            <a:r>
              <a:rPr lang="en-US" altLang="zh-CN" sz="2300">
                <a:ea typeface="Gulim" pitchFamily="34" charset="-127"/>
              </a:rPr>
              <a:t>Điện cực chỉ thị: điện cực kim loại trơ (</a:t>
            </a:r>
            <a:r>
              <a:rPr lang="en-US" sz="2300" b="1">
                <a:solidFill>
                  <a:srgbClr val="000000"/>
                </a:solidFill>
              </a:rPr>
              <a:t>vàng, platin, pladi hay than chì. )</a:t>
            </a:r>
            <a:endParaRPr lang="en-US" altLang="zh-CN" sz="2300">
              <a:ea typeface="Gulim" pitchFamily="34" charset="-127"/>
            </a:endParaRPr>
          </a:p>
          <a:p>
            <a:pPr algn="just" eaLnBrk="1" hangingPunct="1">
              <a:lnSpc>
                <a:spcPct val="140000"/>
              </a:lnSpc>
              <a:spcBef>
                <a:spcPct val="35000"/>
              </a:spcBef>
              <a:buFont typeface="Wingdings" panose="05000000000000000000" pitchFamily="2" charset="2"/>
              <a:buChar char="§"/>
            </a:pPr>
            <a:r>
              <a:rPr lang="en-US" altLang="zh-CN" sz="2300">
                <a:ea typeface="Gulim" pitchFamily="34" charset="-127"/>
              </a:rPr>
              <a:t>Điện cực so sánh: loại 2, điện cực calomel</a:t>
            </a:r>
          </a:p>
        </p:txBody>
      </p:sp>
      <p:pic>
        <p:nvPicPr>
          <p:cNvPr id="250883" name="Picture 2" descr="http://img.directindustry.com/images_di/photo-g/ph-orp-electrode-15372-333654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549275"/>
            <a:ext cx="3522662" cy="56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8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55F4F65-2667-43D0-9B22-20D7680D045A}" type="slidenum">
              <a:rPr lang="en-US" altLang="ru-RU">
                <a:solidFill>
                  <a:srgbClr val="FFFFFF"/>
                </a:solidFill>
                <a:latin typeface="Arial" panose="020B0604020202020204" pitchFamily="34" charset="0"/>
                <a:cs typeface="Arial" panose="020B0604020202020204" pitchFamily="34" charset="0"/>
              </a:rPr>
              <a:pPr/>
              <a:t>208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1547664" y="692696"/>
            <a:ext cx="7124700" cy="1554479"/>
            <a:chOff x="667835" y="1722117"/>
            <a:chExt cx="7124700" cy="1554479"/>
          </a:xfrm>
          <a:scene3d>
            <a:camera prst="orthographicFront"/>
            <a:lightRig rig="threePt" dir="t">
              <a:rot lat="0" lon="0" rev="7500000"/>
            </a:lightRig>
          </a:scene3d>
        </p:grpSpPr>
        <p:sp>
          <p:nvSpPr>
            <p:cNvPr id="12" name="Rounded Rectangle 11"/>
            <p:cNvSpPr/>
            <p:nvPr/>
          </p:nvSpPr>
          <p:spPr>
            <a:xfrm>
              <a:off x="667835" y="1722117"/>
              <a:ext cx="7124700" cy="1554479"/>
            </a:xfrm>
            <a:prstGeom prst="roundRect">
              <a:avLst>
                <a:gd name="adj" fmla="val 10000"/>
              </a:avLst>
            </a:prstGeom>
            <a:sp3d prstMaterial="plastic">
              <a:bevelT w="127000" h="25400" prst="relaxedInset"/>
            </a:sp3d>
          </p:spPr>
          <p:style>
            <a:lnRef idx="2">
              <a:schemeClr val="accent1"/>
            </a:lnRef>
            <a:fillRef idx="1">
              <a:schemeClr val="lt1"/>
            </a:fillRef>
            <a:effectRef idx="0">
              <a:schemeClr val="accent1"/>
            </a:effectRef>
            <a:fontRef idx="minor">
              <a:schemeClr val="dk1"/>
            </a:fontRef>
          </p:style>
        </p:sp>
        <p:sp>
          <p:nvSpPr>
            <p:cNvPr id="13" name="Rounded Rectangle 4"/>
            <p:cNvSpPr>
              <a:spLocks noRot="1" noChangeAspect="1" noMove="1" noResize="1" noEditPoints="1" noAdjustHandles="1" noChangeArrowheads="1" noChangeShapeType="1" noTextEdit="1"/>
            </p:cNvSpPr>
            <p:nvPr/>
          </p:nvSpPr>
          <p:spPr>
            <a:xfrm>
              <a:off x="713363" y="1767646"/>
              <a:ext cx="6723223" cy="1463421"/>
            </a:xfrm>
            <a:prstGeom prst="rect">
              <a:avLst/>
            </a:prstGeom>
            <a:blipFill rotWithShape="1">
              <a:blip r:embed="rId2" cstate="print"/>
              <a:stretch>
                <a:fillRect l="-993" r="-993"/>
              </a:stretch>
            </a:blipFill>
          </p:spPr>
          <p:txBody>
            <a:bodyPr/>
            <a:lstStyle/>
            <a:p>
              <a:pPr eaLnBrk="1" fontAlgn="auto" hangingPunct="1">
                <a:spcBef>
                  <a:spcPts val="0"/>
                </a:spcBef>
                <a:spcAft>
                  <a:spcPts val="0"/>
                </a:spcAft>
                <a:defRPr/>
              </a:pPr>
              <a:r>
                <a:rPr lang="en-US">
                  <a:noFill/>
                  <a:latin typeface="+mn-lt"/>
                </a:rPr>
                <a:t> </a:t>
              </a:r>
            </a:p>
          </p:txBody>
        </p:sp>
      </p:grpSp>
      <p:grpSp>
        <p:nvGrpSpPr>
          <p:cNvPr id="4" name="Group 8"/>
          <p:cNvGrpSpPr/>
          <p:nvPr/>
        </p:nvGrpSpPr>
        <p:grpSpPr>
          <a:xfrm>
            <a:off x="1578758" y="3284984"/>
            <a:ext cx="7124700" cy="1798315"/>
            <a:chOff x="1219182" y="3429007"/>
            <a:chExt cx="7124700" cy="1798315"/>
          </a:xfrm>
          <a:scene3d>
            <a:camera prst="orthographicFront"/>
            <a:lightRig rig="threePt" dir="t">
              <a:rot lat="0" lon="0" rev="7500000"/>
            </a:lightRig>
          </a:scene3d>
        </p:grpSpPr>
        <p:sp>
          <p:nvSpPr>
            <p:cNvPr id="10" name="Rounded Rectangle 9"/>
            <p:cNvSpPr/>
            <p:nvPr/>
          </p:nvSpPr>
          <p:spPr>
            <a:xfrm>
              <a:off x="1219182" y="3429007"/>
              <a:ext cx="7124700" cy="1798315"/>
            </a:xfrm>
            <a:prstGeom prst="roundRect">
              <a:avLst>
                <a:gd name="adj" fmla="val 10000"/>
              </a:avLst>
            </a:prstGeom>
            <a:sp3d prstMaterial="plastic">
              <a:bevelT w="127000" h="25400" prst="relaxedInset"/>
            </a:sp3d>
          </p:spPr>
          <p:style>
            <a:lnRef idx="2">
              <a:schemeClr val="accent1"/>
            </a:lnRef>
            <a:fillRef idx="1">
              <a:schemeClr val="lt1"/>
            </a:fillRef>
            <a:effectRef idx="0">
              <a:schemeClr val="accent1"/>
            </a:effectRef>
            <a:fontRef idx="minor">
              <a:schemeClr val="dk1"/>
            </a:fontRef>
          </p:style>
        </p:sp>
        <p:sp>
          <p:nvSpPr>
            <p:cNvPr id="11" name="Rounded Rectangle 6"/>
            <p:cNvSpPr>
              <a:spLocks noRot="1" noChangeAspect="1" noMove="1" noResize="1" noEditPoints="1" noAdjustHandles="1" noChangeArrowheads="1" noChangeShapeType="1" noTextEdit="1"/>
            </p:cNvSpPr>
            <p:nvPr/>
          </p:nvSpPr>
          <p:spPr>
            <a:xfrm>
              <a:off x="1271852" y="3481678"/>
              <a:ext cx="6978421" cy="1692973"/>
            </a:xfrm>
            <a:prstGeom prst="rect">
              <a:avLst/>
            </a:prstGeom>
            <a:blipFill rotWithShape="0">
              <a:blip r:embed="rId3" cstate="print"/>
              <a:stretch>
                <a:fillRect l="-348" t="-10247" r="-348" b="-13781"/>
              </a:stretch>
            </a:blipFill>
          </p:spPr>
          <p:txBody>
            <a:bodyPr/>
            <a:lstStyle/>
            <a:p>
              <a:pPr eaLnBrk="1" fontAlgn="auto" hangingPunct="1">
                <a:spcBef>
                  <a:spcPts val="0"/>
                </a:spcBef>
                <a:spcAft>
                  <a:spcPts val="0"/>
                </a:spcAft>
                <a:defRPr/>
              </a:pPr>
              <a:r>
                <a:rPr lang="en-US">
                  <a:noFill/>
                  <a:latin typeface="+mn-lt"/>
                </a:rPr>
                <a:t> </a:t>
              </a:r>
            </a:p>
          </p:txBody>
        </p:sp>
      </p:grpSp>
      <p:sp>
        <p:nvSpPr>
          <p:cNvPr id="25190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4511BB5-DAE8-48D6-B5CC-4A5B883D0798}" type="slidenum">
              <a:rPr lang="en-US" altLang="ru-RU">
                <a:solidFill>
                  <a:srgbClr val="FFFFFF"/>
                </a:solidFill>
                <a:latin typeface="Arial" panose="020B0604020202020204" pitchFamily="34" charset="0"/>
                <a:cs typeface="Arial" panose="020B0604020202020204" pitchFamily="34" charset="0"/>
              </a:rPr>
              <a:pPr/>
              <a:t>209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930" name="Group 4"/>
          <p:cNvGrpSpPr>
            <a:grpSpLocks/>
          </p:cNvGrpSpPr>
          <p:nvPr/>
        </p:nvGrpSpPr>
        <p:grpSpPr bwMode="auto">
          <a:xfrm>
            <a:off x="1476375" y="255588"/>
            <a:ext cx="7456488" cy="2428875"/>
            <a:chOff x="768" y="96"/>
            <a:chExt cx="3984" cy="1567"/>
          </a:xfrm>
        </p:grpSpPr>
        <p:sp>
          <p:nvSpPr>
            <p:cNvPr id="252937" name="Line 5"/>
            <p:cNvSpPr>
              <a:spLocks noChangeShapeType="1"/>
            </p:cNvSpPr>
            <p:nvPr/>
          </p:nvSpPr>
          <p:spPr bwMode="auto">
            <a:xfrm>
              <a:off x="768" y="480"/>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38" name="Line 6"/>
            <p:cNvSpPr>
              <a:spLocks noChangeShapeType="1"/>
            </p:cNvSpPr>
            <p:nvPr/>
          </p:nvSpPr>
          <p:spPr bwMode="auto">
            <a:xfrm>
              <a:off x="768" y="288"/>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39" name="Line 7"/>
            <p:cNvSpPr>
              <a:spLocks noChangeShapeType="1"/>
            </p:cNvSpPr>
            <p:nvPr/>
          </p:nvSpPr>
          <p:spPr bwMode="auto">
            <a:xfrm>
              <a:off x="2256" y="336"/>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40" name="Line 8"/>
            <p:cNvSpPr>
              <a:spLocks noChangeShapeType="1"/>
            </p:cNvSpPr>
            <p:nvPr/>
          </p:nvSpPr>
          <p:spPr bwMode="auto">
            <a:xfrm>
              <a:off x="2256" y="480"/>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41" name="Line 9"/>
            <p:cNvSpPr>
              <a:spLocks noChangeShapeType="1"/>
            </p:cNvSpPr>
            <p:nvPr/>
          </p:nvSpPr>
          <p:spPr bwMode="auto">
            <a:xfrm>
              <a:off x="3744" y="336"/>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42" name="Text Box 10"/>
            <p:cNvSpPr txBox="1">
              <a:spLocks noChangeArrowheads="1"/>
            </p:cNvSpPr>
            <p:nvPr/>
          </p:nvSpPr>
          <p:spPr bwMode="auto">
            <a:xfrm>
              <a:off x="2112" y="672"/>
              <a:ext cx="48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ko-KR" altLang="ko-KR" sz="1600">
                  <a:latin typeface="Arial" panose="020B0604020202020204" pitchFamily="34" charset="0"/>
                  <a:ea typeface="Gulim" pitchFamily="34" charset="-127"/>
                  <a:cs typeface="Arial" panose="020B0604020202020204" pitchFamily="34" charset="0"/>
                </a:rPr>
                <a:t>½</a:t>
              </a:r>
              <a:r>
                <a:rPr kumimoji="1" lang="en-US" altLang="ko-KR" sz="1600">
                  <a:latin typeface="Arial" panose="020B0604020202020204" pitchFamily="34" charset="0"/>
                  <a:ea typeface="Gulim" pitchFamily="34" charset="-127"/>
                  <a:cs typeface="Arial" panose="020B0604020202020204" pitchFamily="34" charset="0"/>
                </a:rPr>
                <a:t>Ve</a:t>
              </a:r>
            </a:p>
          </p:txBody>
        </p:sp>
        <p:sp>
          <p:nvSpPr>
            <p:cNvPr id="252943" name="Text Box 11"/>
            <p:cNvSpPr txBox="1">
              <a:spLocks noChangeArrowheads="1"/>
            </p:cNvSpPr>
            <p:nvPr/>
          </p:nvSpPr>
          <p:spPr bwMode="auto">
            <a:xfrm>
              <a:off x="3601" y="672"/>
              <a:ext cx="28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Ve</a:t>
              </a:r>
            </a:p>
          </p:txBody>
        </p:sp>
        <p:sp>
          <p:nvSpPr>
            <p:cNvPr id="252944" name="Text Box 12"/>
            <p:cNvSpPr txBox="1">
              <a:spLocks noChangeArrowheads="1"/>
            </p:cNvSpPr>
            <p:nvPr/>
          </p:nvSpPr>
          <p:spPr bwMode="auto">
            <a:xfrm>
              <a:off x="2832" y="96"/>
              <a:ext cx="81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Initial Fe</a:t>
              </a:r>
              <a:r>
                <a:rPr kumimoji="1" lang="en-US" altLang="ko-KR" sz="1600" baseline="30000">
                  <a:latin typeface="Arial" panose="020B0604020202020204" pitchFamily="34" charset="0"/>
                  <a:ea typeface="Gulim" pitchFamily="34" charset="-127"/>
                  <a:cs typeface="Arial" panose="020B0604020202020204" pitchFamily="34" charset="0"/>
                </a:rPr>
                <a:t>2+</a:t>
              </a:r>
              <a:endParaRPr kumimoji="1" lang="en-US" altLang="ko-KR" sz="1600">
                <a:latin typeface="Arial" panose="020B0604020202020204" pitchFamily="34" charset="0"/>
                <a:ea typeface="Gulim" pitchFamily="34" charset="-127"/>
                <a:cs typeface="Arial" panose="020B0604020202020204" pitchFamily="34" charset="0"/>
              </a:endParaRPr>
            </a:p>
          </p:txBody>
        </p:sp>
        <p:sp>
          <p:nvSpPr>
            <p:cNvPr id="252945" name="Line 13"/>
            <p:cNvSpPr>
              <a:spLocks noChangeShapeType="1"/>
            </p:cNvSpPr>
            <p:nvPr/>
          </p:nvSpPr>
          <p:spPr bwMode="auto">
            <a:xfrm>
              <a:off x="768" y="1104"/>
              <a:ext cx="1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2946" name="Line 14"/>
            <p:cNvSpPr>
              <a:spLocks noChangeShapeType="1"/>
            </p:cNvSpPr>
            <p:nvPr/>
          </p:nvSpPr>
          <p:spPr bwMode="auto">
            <a:xfrm>
              <a:off x="2256"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47" name="Text Box 15"/>
            <p:cNvSpPr txBox="1">
              <a:spLocks noChangeArrowheads="1"/>
            </p:cNvSpPr>
            <p:nvPr/>
          </p:nvSpPr>
          <p:spPr bwMode="auto">
            <a:xfrm>
              <a:off x="864" y="1249"/>
              <a:ext cx="100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400">
                  <a:latin typeface="Arial" panose="020B0604020202020204" pitchFamily="34" charset="0"/>
                  <a:ea typeface="Gulim" pitchFamily="34" charset="-127"/>
                  <a:cs typeface="Arial" panose="020B0604020202020204" pitchFamily="34" charset="0"/>
                </a:rPr>
                <a:t>[Ce</a:t>
              </a:r>
              <a:r>
                <a:rPr kumimoji="1" lang="en-US" altLang="ko-KR" sz="1400" baseline="30000">
                  <a:latin typeface="Arial" panose="020B0604020202020204" pitchFamily="34" charset="0"/>
                  <a:ea typeface="Gulim" pitchFamily="34" charset="-127"/>
                  <a:cs typeface="Arial" panose="020B0604020202020204" pitchFamily="34" charset="0"/>
                </a:rPr>
                <a:t>4+</a:t>
              </a:r>
              <a:r>
                <a:rPr kumimoji="1" lang="en-US" altLang="ko-KR" sz="1400">
                  <a:latin typeface="Arial" panose="020B0604020202020204" pitchFamily="34" charset="0"/>
                  <a:ea typeface="Gulim" pitchFamily="34" charset="-127"/>
                  <a:cs typeface="Arial" panose="020B0604020202020204" pitchFamily="34" charset="0"/>
                </a:rPr>
                <a:t>] = [Ce</a:t>
              </a:r>
              <a:r>
                <a:rPr kumimoji="1" lang="en-US" altLang="ko-KR" sz="1400" baseline="30000">
                  <a:latin typeface="Arial" panose="020B0604020202020204" pitchFamily="34" charset="0"/>
                  <a:ea typeface="Gulim" pitchFamily="34" charset="-127"/>
                  <a:cs typeface="Arial" panose="020B0604020202020204" pitchFamily="34" charset="0"/>
                </a:rPr>
                <a:t>3+</a:t>
              </a:r>
              <a:r>
                <a:rPr kumimoji="1" lang="en-US" altLang="ko-KR" sz="1400">
                  <a:latin typeface="Arial" panose="020B0604020202020204" pitchFamily="34" charset="0"/>
                  <a:ea typeface="Gulim" pitchFamily="34" charset="-127"/>
                  <a:cs typeface="Arial" panose="020B0604020202020204" pitchFamily="34" charset="0"/>
                </a:rPr>
                <a:t>]</a:t>
              </a:r>
            </a:p>
          </p:txBody>
        </p:sp>
        <p:sp>
          <p:nvSpPr>
            <p:cNvPr id="252948" name="Text Box 16"/>
            <p:cNvSpPr txBox="1">
              <a:spLocks noChangeArrowheads="1"/>
            </p:cNvSpPr>
            <p:nvPr/>
          </p:nvSpPr>
          <p:spPr bwMode="auto">
            <a:xfrm>
              <a:off x="1872" y="1392"/>
              <a:ext cx="100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[Fe</a:t>
              </a:r>
              <a:r>
                <a:rPr kumimoji="1" lang="en-US" altLang="ko-KR" sz="1600" baseline="30000">
                  <a:latin typeface="Arial" panose="020B0604020202020204" pitchFamily="34" charset="0"/>
                  <a:ea typeface="Gulim" pitchFamily="34" charset="-127"/>
                  <a:cs typeface="Arial" panose="020B0604020202020204" pitchFamily="34" charset="0"/>
                </a:rPr>
                <a:t>2+</a:t>
              </a:r>
              <a:r>
                <a:rPr kumimoji="1" lang="en-US" altLang="ko-KR" sz="1600">
                  <a:latin typeface="Arial" panose="020B0604020202020204" pitchFamily="34" charset="0"/>
                  <a:ea typeface="Gulim" pitchFamily="34" charset="-127"/>
                  <a:cs typeface="Arial" panose="020B0604020202020204" pitchFamily="34" charset="0"/>
                </a:rPr>
                <a:t>] = [</a:t>
              </a:r>
              <a:r>
                <a:rPr kumimoji="1" lang="en-US" altLang="ko-KR" sz="1600">
                  <a:solidFill>
                    <a:srgbClr val="FF3300"/>
                  </a:solidFill>
                  <a:latin typeface="Arial" panose="020B0604020202020204" pitchFamily="34" charset="0"/>
                  <a:ea typeface="Gulim" pitchFamily="34" charset="-127"/>
                  <a:cs typeface="Arial" panose="020B0604020202020204" pitchFamily="34" charset="0"/>
                </a:rPr>
                <a:t>Fe</a:t>
              </a:r>
              <a:r>
                <a:rPr kumimoji="1" lang="en-US" altLang="ko-KR" sz="1600" baseline="30000">
                  <a:solidFill>
                    <a:srgbClr val="FF3300"/>
                  </a:solidFill>
                  <a:latin typeface="Arial" panose="020B0604020202020204" pitchFamily="34" charset="0"/>
                  <a:ea typeface="Gulim" pitchFamily="34" charset="-127"/>
                  <a:cs typeface="Arial" panose="020B0604020202020204" pitchFamily="34" charset="0"/>
                </a:rPr>
                <a:t>3+</a:t>
              </a:r>
              <a:r>
                <a:rPr kumimoji="1" lang="en-US" altLang="ko-KR" sz="1600">
                  <a:latin typeface="Arial" panose="020B0604020202020204" pitchFamily="34" charset="0"/>
                  <a:ea typeface="Gulim" pitchFamily="34" charset="-127"/>
                  <a:cs typeface="Arial" panose="020B0604020202020204" pitchFamily="34" charset="0"/>
                </a:rPr>
                <a:t>]</a:t>
              </a:r>
            </a:p>
          </p:txBody>
        </p:sp>
        <p:sp>
          <p:nvSpPr>
            <p:cNvPr id="252949" name="Line 17"/>
            <p:cNvSpPr>
              <a:spLocks noChangeShapeType="1"/>
            </p:cNvSpPr>
            <p:nvPr/>
          </p:nvSpPr>
          <p:spPr bwMode="auto">
            <a:xfrm>
              <a:off x="2304" y="1104"/>
              <a:ext cx="1440" cy="0"/>
            </a:xfrm>
            <a:prstGeom prst="line">
              <a:avLst/>
            </a:prstGeom>
            <a:noFill/>
            <a:ln w="952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2950" name="Line 18"/>
            <p:cNvSpPr>
              <a:spLocks noChangeShapeType="1"/>
            </p:cNvSpPr>
            <p:nvPr/>
          </p:nvSpPr>
          <p:spPr bwMode="auto">
            <a:xfrm>
              <a:off x="3744"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51" name="Line 19"/>
            <p:cNvSpPr>
              <a:spLocks noChangeShapeType="1"/>
            </p:cNvSpPr>
            <p:nvPr/>
          </p:nvSpPr>
          <p:spPr bwMode="auto">
            <a:xfrm>
              <a:off x="3792" y="1104"/>
              <a:ext cx="432"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952" name="Text Box 20"/>
            <p:cNvSpPr txBox="1">
              <a:spLocks noChangeArrowheads="1"/>
            </p:cNvSpPr>
            <p:nvPr/>
          </p:nvSpPr>
          <p:spPr bwMode="auto">
            <a:xfrm>
              <a:off x="3360" y="1344"/>
              <a:ext cx="100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[Ce</a:t>
              </a:r>
              <a:r>
                <a:rPr kumimoji="1" lang="en-US" altLang="ko-KR" sz="1600" baseline="30000">
                  <a:latin typeface="Arial" panose="020B0604020202020204" pitchFamily="34" charset="0"/>
                  <a:ea typeface="Gulim" pitchFamily="34" charset="-127"/>
                  <a:cs typeface="Arial" panose="020B0604020202020204" pitchFamily="34" charset="0"/>
                </a:rPr>
                <a:t>3+</a:t>
              </a:r>
              <a:r>
                <a:rPr kumimoji="1" lang="en-US" altLang="ko-KR" sz="1600">
                  <a:latin typeface="Arial" panose="020B0604020202020204" pitchFamily="34" charset="0"/>
                  <a:ea typeface="Gulim" pitchFamily="34" charset="-127"/>
                  <a:cs typeface="Arial" panose="020B0604020202020204" pitchFamily="34" charset="0"/>
                </a:rPr>
                <a:t>] = [</a:t>
              </a:r>
              <a:r>
                <a:rPr kumimoji="1" lang="en-US" altLang="ko-KR" sz="1600">
                  <a:solidFill>
                    <a:srgbClr val="FF3300"/>
                  </a:solidFill>
                  <a:latin typeface="Arial" panose="020B0604020202020204" pitchFamily="34" charset="0"/>
                  <a:ea typeface="Gulim" pitchFamily="34" charset="-127"/>
                  <a:cs typeface="Arial" panose="020B0604020202020204" pitchFamily="34" charset="0"/>
                </a:rPr>
                <a:t>Fe</a:t>
              </a:r>
              <a:r>
                <a:rPr kumimoji="1" lang="en-US" altLang="ko-KR" sz="1600" baseline="30000">
                  <a:solidFill>
                    <a:srgbClr val="FF3300"/>
                  </a:solidFill>
                  <a:latin typeface="Arial" panose="020B0604020202020204" pitchFamily="34" charset="0"/>
                  <a:ea typeface="Gulim" pitchFamily="34" charset="-127"/>
                  <a:cs typeface="Arial" panose="020B0604020202020204" pitchFamily="34" charset="0"/>
                </a:rPr>
                <a:t>3+</a:t>
              </a:r>
              <a:r>
                <a:rPr kumimoji="1" lang="en-US" altLang="ko-KR" sz="1600">
                  <a:latin typeface="Arial" panose="020B0604020202020204" pitchFamily="34" charset="0"/>
                  <a:ea typeface="Gulim" pitchFamily="34" charset="-127"/>
                  <a:cs typeface="Arial" panose="020B0604020202020204" pitchFamily="34" charset="0"/>
                </a:rPr>
                <a:t>] </a:t>
              </a:r>
            </a:p>
          </p:txBody>
        </p:sp>
        <p:sp>
          <p:nvSpPr>
            <p:cNvPr id="252953" name="Text Box 21"/>
            <p:cNvSpPr txBox="1">
              <a:spLocks noChangeArrowheads="1"/>
            </p:cNvSpPr>
            <p:nvPr/>
          </p:nvSpPr>
          <p:spPr bwMode="auto">
            <a:xfrm>
              <a:off x="4224" y="912"/>
              <a:ext cx="52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[Ce</a:t>
              </a:r>
              <a:r>
                <a:rPr kumimoji="1" lang="en-US" altLang="ko-KR" sz="1600" baseline="30000">
                  <a:latin typeface="Arial" panose="020B0604020202020204" pitchFamily="34" charset="0"/>
                  <a:ea typeface="Gulim" pitchFamily="34" charset="-127"/>
                  <a:cs typeface="Arial" panose="020B0604020202020204" pitchFamily="34" charset="0"/>
                </a:rPr>
                <a:t>4+</a:t>
              </a:r>
              <a:r>
                <a:rPr kumimoji="1" lang="en-US" altLang="ko-KR" sz="1600">
                  <a:latin typeface="Arial" panose="020B0604020202020204" pitchFamily="34" charset="0"/>
                  <a:ea typeface="Gulim" pitchFamily="34" charset="-127"/>
                  <a:cs typeface="Arial" panose="020B0604020202020204" pitchFamily="34" charset="0"/>
                </a:rPr>
                <a:t>]</a:t>
              </a:r>
            </a:p>
          </p:txBody>
        </p:sp>
      </p:grpSp>
      <p:grpSp>
        <p:nvGrpSpPr>
          <p:cNvPr id="252931" name="Group 31"/>
          <p:cNvGrpSpPr>
            <a:grpSpLocks/>
          </p:cNvGrpSpPr>
          <p:nvPr/>
        </p:nvGrpSpPr>
        <p:grpSpPr bwMode="auto">
          <a:xfrm>
            <a:off x="1077913" y="3068638"/>
            <a:ext cx="7670800" cy="3500437"/>
            <a:chOff x="1920" y="2016"/>
            <a:chExt cx="3816" cy="1680"/>
          </a:xfrm>
        </p:grpSpPr>
        <p:sp>
          <p:nvSpPr>
            <p:cNvPr id="252933" name="Text Box 23"/>
            <p:cNvSpPr txBox="1">
              <a:spLocks noChangeArrowheads="1"/>
            </p:cNvSpPr>
            <p:nvPr/>
          </p:nvSpPr>
          <p:spPr bwMode="auto">
            <a:xfrm>
              <a:off x="1968" y="2064"/>
              <a:ext cx="3768" cy="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Region                                        Major constituents         Comment</a:t>
              </a:r>
            </a:p>
            <a:p>
              <a:pPr eaLnBrk="1" latinLnBrk="1" hangingPunct="1">
                <a:spcBef>
                  <a:spcPct val="50000"/>
                </a:spcBef>
              </a:pPr>
              <a:endParaRPr kumimoji="1" lang="en-US" altLang="ko-KR" sz="1600">
                <a:latin typeface="Arial" panose="020B0604020202020204" pitchFamily="34" charset="0"/>
                <a:ea typeface="Gulim" pitchFamily="34" charset="-127"/>
                <a:cs typeface="Arial" panose="020B0604020202020204" pitchFamily="34" charset="0"/>
              </a:endParaRPr>
            </a:p>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Before the titration begins          Fe</a:t>
              </a:r>
              <a:r>
                <a:rPr kumimoji="1" lang="en-US" altLang="ko-KR" sz="1600" baseline="30000">
                  <a:latin typeface="Arial" panose="020B0604020202020204" pitchFamily="34" charset="0"/>
                  <a:ea typeface="Gulim" pitchFamily="34" charset="-127"/>
                  <a:cs typeface="Arial" panose="020B0604020202020204" pitchFamily="34" charset="0"/>
                </a:rPr>
                <a:t>2+</a:t>
              </a:r>
              <a:r>
                <a:rPr kumimoji="1" lang="en-US" altLang="ko-KR" sz="1600">
                  <a:latin typeface="Arial" panose="020B0604020202020204" pitchFamily="34" charset="0"/>
                  <a:ea typeface="Gulim" pitchFamily="34" charset="-127"/>
                  <a:cs typeface="Arial" panose="020B0604020202020204" pitchFamily="34" charset="0"/>
                </a:rPr>
                <a:t>                            No calculation possible</a:t>
              </a:r>
            </a:p>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Before the equivalence point      Fe</a:t>
              </a:r>
              <a:r>
                <a:rPr kumimoji="1" lang="en-US" altLang="ko-KR" sz="1600" baseline="30000">
                  <a:latin typeface="Arial" panose="020B0604020202020204" pitchFamily="34" charset="0"/>
                  <a:ea typeface="Gulim" pitchFamily="34" charset="-127"/>
                  <a:cs typeface="Arial" panose="020B0604020202020204" pitchFamily="34" charset="0"/>
                </a:rPr>
                <a:t>2+</a:t>
              </a:r>
              <a:r>
                <a:rPr kumimoji="1" lang="en-US" altLang="ko-KR" sz="1600">
                  <a:latin typeface="Arial" panose="020B0604020202020204" pitchFamily="34" charset="0"/>
                  <a:ea typeface="Gulim" pitchFamily="34" charset="-127"/>
                  <a:cs typeface="Arial" panose="020B0604020202020204" pitchFamily="34" charset="0"/>
                </a:rPr>
                <a:t> ,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Fe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3+</a:t>
              </a:r>
              <a:r>
                <a:rPr kumimoji="1" lang="en-US" altLang="ko-KR" sz="1600">
                  <a:latin typeface="Arial" panose="020B0604020202020204" pitchFamily="34" charset="0"/>
                  <a:ea typeface="Gulim" pitchFamily="34" charset="-127"/>
                  <a:cs typeface="Arial" panose="020B0604020202020204" pitchFamily="34" charset="0"/>
                </a:rPr>
                <a:t>,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Ce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3+</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 </a:t>
              </a:r>
              <a:r>
                <a:rPr kumimoji="1" lang="en-US" altLang="ko-KR" sz="1600">
                  <a:latin typeface="Arial" panose="020B0604020202020204" pitchFamily="34" charset="0"/>
                  <a:ea typeface="Gulim" pitchFamily="34" charset="-127"/>
                  <a:cs typeface="Arial" panose="020B0604020202020204" pitchFamily="34" charset="0"/>
                </a:rPr>
                <a:t>       Use the Nernst equation             </a:t>
              </a:r>
            </a:p>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                                                                                      for the analyte half reaction</a:t>
              </a:r>
            </a:p>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At the equivalence point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Fe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3+</a:t>
              </a:r>
              <a:r>
                <a:rPr kumimoji="1" lang="en-US" altLang="ko-KR" sz="1600">
                  <a:latin typeface="Arial" panose="020B0604020202020204" pitchFamily="34" charset="0"/>
                  <a:ea typeface="Gulim" pitchFamily="34" charset="-127"/>
                  <a:cs typeface="Arial" panose="020B0604020202020204" pitchFamily="34" charset="0"/>
                </a:rPr>
                <a:t>,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Ce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3+</a:t>
              </a:r>
              <a:r>
                <a:rPr kumimoji="1" lang="en-US" altLang="ko-KR" sz="1600">
                  <a:latin typeface="Arial" panose="020B0604020202020204" pitchFamily="34" charset="0"/>
                  <a:ea typeface="Gulim" pitchFamily="34" charset="-127"/>
                  <a:cs typeface="Arial" panose="020B0604020202020204" pitchFamily="34" charset="0"/>
                </a:rPr>
                <a:t>                  Use e.p equation</a:t>
              </a:r>
            </a:p>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After the equivalence point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Fe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3+</a:t>
              </a:r>
              <a:r>
                <a:rPr kumimoji="1" lang="en-US" altLang="ko-KR" sz="1600">
                  <a:latin typeface="Arial" panose="020B0604020202020204" pitchFamily="34" charset="0"/>
                  <a:ea typeface="Gulim" pitchFamily="34" charset="-127"/>
                  <a:cs typeface="Arial" panose="020B0604020202020204" pitchFamily="34" charset="0"/>
                </a:rPr>
                <a:t>,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Ce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3+</a:t>
              </a:r>
              <a:r>
                <a:rPr kumimoji="1" lang="en-US" altLang="ko-KR" sz="1600">
                  <a:latin typeface="Arial" panose="020B0604020202020204" pitchFamily="34" charset="0"/>
                  <a:ea typeface="Gulim" pitchFamily="34" charset="-127"/>
                  <a:cs typeface="Arial" panose="020B0604020202020204" pitchFamily="34" charset="0"/>
                </a:rPr>
                <a:t>, </a:t>
              </a:r>
              <a:r>
                <a:rPr kumimoji="1" lang="en-US" altLang="ko-KR" sz="1600">
                  <a:latin typeface="Arial" panose="020B0604020202020204" pitchFamily="34" charset="0"/>
                  <a:ea typeface="Gulim" pitchFamily="34" charset="-127"/>
                  <a:cs typeface="Arial" panose="020B0604020202020204" pitchFamily="34" charset="0"/>
                  <a:sym typeface="Symbol" panose="05050102010706020507" pitchFamily="18" charset="2"/>
                </a:rPr>
                <a:t>Ce</a:t>
              </a:r>
              <a:r>
                <a:rPr kumimoji="1" lang="en-US" altLang="ko-KR" sz="1600" baseline="30000">
                  <a:latin typeface="Arial" panose="020B0604020202020204" pitchFamily="34" charset="0"/>
                  <a:ea typeface="Gulim" pitchFamily="34" charset="-127"/>
                  <a:cs typeface="Arial" panose="020B0604020202020204" pitchFamily="34" charset="0"/>
                  <a:sym typeface="Symbol" panose="05050102010706020507" pitchFamily="18" charset="2"/>
                </a:rPr>
                <a:t>4+</a:t>
              </a:r>
              <a:r>
                <a:rPr kumimoji="1" lang="en-US" altLang="ko-KR" sz="1600">
                  <a:latin typeface="Arial" panose="020B0604020202020204" pitchFamily="34" charset="0"/>
                  <a:ea typeface="Gulim" pitchFamily="34" charset="-127"/>
                  <a:cs typeface="Arial" panose="020B0604020202020204" pitchFamily="34" charset="0"/>
                </a:rPr>
                <a:t>        Use the Nernst equation for          </a:t>
              </a:r>
            </a:p>
            <a:p>
              <a:pPr eaLnBrk="1" latinLnBrk="1" hangingPunct="1">
                <a:spcBef>
                  <a:spcPct val="50000"/>
                </a:spcBef>
              </a:pPr>
              <a:r>
                <a:rPr kumimoji="1" lang="en-US" altLang="ko-KR" sz="1600">
                  <a:latin typeface="Arial" panose="020B0604020202020204" pitchFamily="34" charset="0"/>
                  <a:ea typeface="Gulim" pitchFamily="34" charset="-127"/>
                  <a:cs typeface="Arial" panose="020B0604020202020204" pitchFamily="34" charset="0"/>
                </a:rPr>
                <a:t>                                                                                      the titrant half reaction</a:t>
              </a:r>
            </a:p>
          </p:txBody>
        </p:sp>
        <p:sp>
          <p:nvSpPr>
            <p:cNvPr id="252934" name="Line 24"/>
            <p:cNvSpPr>
              <a:spLocks noChangeShapeType="1"/>
            </p:cNvSpPr>
            <p:nvPr/>
          </p:nvSpPr>
          <p:spPr bwMode="auto">
            <a:xfrm>
              <a:off x="1920" y="2016"/>
              <a:ext cx="3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935" name="Line 25"/>
            <p:cNvSpPr>
              <a:spLocks noChangeShapeType="1"/>
            </p:cNvSpPr>
            <p:nvPr/>
          </p:nvSpPr>
          <p:spPr bwMode="auto">
            <a:xfrm>
              <a:off x="1920" y="2352"/>
              <a:ext cx="3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936" name="Line 26"/>
            <p:cNvSpPr>
              <a:spLocks noChangeShapeType="1"/>
            </p:cNvSpPr>
            <p:nvPr/>
          </p:nvSpPr>
          <p:spPr bwMode="auto">
            <a:xfrm>
              <a:off x="1920" y="3696"/>
              <a:ext cx="3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293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5802CD3-C68D-44F3-9FC0-34249BA18505}" type="slidenum">
              <a:rPr lang="en-US" altLang="ru-RU">
                <a:solidFill>
                  <a:srgbClr val="FFFFFF"/>
                </a:solidFill>
                <a:latin typeface="Arial" panose="020B0604020202020204" pitchFamily="34" charset="0"/>
                <a:cs typeface="Arial" panose="020B0604020202020204" pitchFamily="34" charset="0"/>
              </a:rPr>
              <a:pPr/>
              <a:t>210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3"/>
          <p:cNvSpPr>
            <a:spLocks/>
          </p:cNvSpPr>
          <p:nvPr/>
        </p:nvSpPr>
        <p:spPr bwMode="auto">
          <a:xfrm>
            <a:off x="1115616" y="25983"/>
            <a:ext cx="8067570" cy="738721"/>
          </a:xfrm>
          <a:custGeom>
            <a:avLst/>
            <a:gdLst/>
            <a:ahLst/>
            <a:cxnLst>
              <a:cxn ang="0">
                <a:pos x="0" y="0"/>
              </a:cxn>
              <a:cxn ang="0">
                <a:pos x="4723" y="0"/>
              </a:cxn>
              <a:cxn ang="0">
                <a:pos x="4197" y="338"/>
              </a:cxn>
              <a:cxn ang="0">
                <a:pos x="4723" y="685"/>
              </a:cxn>
              <a:cxn ang="0">
                <a:pos x="0" y="685"/>
              </a:cxn>
              <a:cxn ang="0">
                <a:pos x="0" y="0"/>
              </a:cxn>
            </a:cxnLst>
            <a:rect l="0" t="0" r="r" b="b"/>
            <a:pathLst>
              <a:path w="4723" h="685">
                <a:moveTo>
                  <a:pt x="0" y="0"/>
                </a:moveTo>
                <a:lnTo>
                  <a:pt x="4723" y="0"/>
                </a:lnTo>
                <a:lnTo>
                  <a:pt x="4197" y="338"/>
                </a:lnTo>
                <a:lnTo>
                  <a:pt x="4723" y="685"/>
                </a:lnTo>
                <a:lnTo>
                  <a:pt x="0" y="685"/>
                </a:lnTo>
                <a:lnTo>
                  <a:pt x="0" y="0"/>
                </a:lnTo>
                <a:close/>
              </a:path>
            </a:pathLst>
          </a:custGeom>
          <a:ln>
            <a:headEnd/>
            <a:tailEnd/>
          </a:ln>
        </p:spPr>
        <p:style>
          <a:lnRef idx="0">
            <a:schemeClr val="accent2"/>
          </a:lnRef>
          <a:fillRef idx="3">
            <a:schemeClr val="accent2"/>
          </a:fillRef>
          <a:effectRef idx="3">
            <a:schemeClr val="accent2"/>
          </a:effectRef>
          <a:fontRef idx="minor">
            <a:schemeClr val="lt1"/>
          </a:fontRef>
        </p:style>
        <p:txBody>
          <a:bodyPr/>
          <a:lstStyle/>
          <a:p>
            <a:pPr algn="ctr" eaLnBrk="1" fontAlgn="auto" hangingPunct="1">
              <a:spcBef>
                <a:spcPts val="0"/>
              </a:spcBef>
              <a:spcAft>
                <a:spcPts val="0"/>
              </a:spcAft>
              <a:defRPr/>
            </a:pPr>
            <a:r>
              <a:rPr lang="vi-VN" sz="2800" b="1" dirty="0">
                <a:solidFill>
                  <a:prstClr val="white"/>
                </a:solidFill>
                <a:latin typeface="Times New Roman"/>
              </a:rPr>
              <a:t>Tr</a:t>
            </a:r>
            <a:r>
              <a:rPr lang="en-US" sz="2800" b="1" dirty="0" err="1">
                <a:solidFill>
                  <a:prstClr val="white"/>
                </a:solidFill>
                <a:latin typeface="Times New Roman" pitchFamily="18" charset="0"/>
                <a:cs typeface="Times New Roman" pitchFamily="18" charset="0"/>
              </a:rPr>
              <a:t>ước</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điểm</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tương</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đương</a:t>
            </a:r>
            <a:endParaRPr lang="en-US" sz="2800" b="1" kern="0" dirty="0">
              <a:solidFill>
                <a:prstClr val="white"/>
              </a:solidFill>
              <a:latin typeface="Times New Roman" pitchFamily="18" charset="0"/>
              <a:cs typeface="Times New Roman" pitchFamily="18" charset="0"/>
            </a:endParaRPr>
          </a:p>
        </p:txBody>
      </p:sp>
      <p:sp>
        <p:nvSpPr>
          <p:cNvPr id="15" name="Oval 14"/>
          <p:cNvSpPr>
            <a:spLocks noRot="1" noChangeAspect="1" noMove="1" noResize="1" noEditPoints="1" noAdjustHandles="1" noChangeArrowheads="1" noChangeShapeType="1" noTextEdit="1"/>
          </p:cNvSpPr>
          <p:nvPr/>
        </p:nvSpPr>
        <p:spPr>
          <a:xfrm>
            <a:off x="2555776" y="908720"/>
            <a:ext cx="5110243" cy="925286"/>
          </a:xfrm>
          <a:prstGeom prst="ellipse">
            <a:avLst/>
          </a:prstGeom>
          <a:blipFill rotWithShape="0">
            <a:blip r:embed="rId2" cstate="print"/>
            <a:stretch>
              <a:fillRect t="-5128"/>
            </a:stretch>
          </a:blipFill>
        </p:spPr>
        <p:txBody>
          <a:bodyPr/>
          <a:lstStyle/>
          <a:p>
            <a:pPr eaLnBrk="1" fontAlgn="auto" hangingPunct="1">
              <a:spcBef>
                <a:spcPts val="0"/>
              </a:spcBef>
              <a:spcAft>
                <a:spcPts val="0"/>
              </a:spcAft>
              <a:defRPr/>
            </a:pPr>
            <a:r>
              <a:rPr lang="en-US">
                <a:noFill/>
                <a:latin typeface="+mn-lt"/>
              </a:rPr>
              <a:t> </a:t>
            </a:r>
          </a:p>
        </p:txBody>
      </p:sp>
      <p:sp>
        <p:nvSpPr>
          <p:cNvPr id="16" name="Rounded Rectangle 15"/>
          <p:cNvSpPr>
            <a:spLocks noRot="1" noChangeAspect="1" noMove="1" noResize="1" noEditPoints="1" noAdjustHandles="1" noChangeArrowheads="1" noChangeShapeType="1" noTextEdit="1"/>
          </p:cNvSpPr>
          <p:nvPr/>
        </p:nvSpPr>
        <p:spPr>
          <a:xfrm>
            <a:off x="1187355" y="3140968"/>
            <a:ext cx="7804897" cy="3717032"/>
          </a:xfrm>
          <a:prstGeom prst="round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17" name="TextBox 16"/>
          <p:cNvSpPr txBox="1">
            <a:spLocks noChangeArrowheads="1"/>
          </p:cNvSpPr>
          <p:nvPr/>
        </p:nvSpPr>
        <p:spPr bwMode="auto">
          <a:xfrm>
            <a:off x="2239963" y="2247900"/>
            <a:ext cx="540067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algn="ctr" eaLnBrk="1" hangingPunct="1"/>
            <a:r>
              <a:rPr lang="en-US" altLang="en-US" sz="2500" b="1">
                <a:solidFill>
                  <a:srgbClr val="000000"/>
                </a:solidFill>
                <a:latin typeface="Arial" panose="020B0604020202020204" pitchFamily="34" charset="0"/>
                <a:cs typeface="Arial" panose="020B0604020202020204" pitchFamily="34" charset="0"/>
              </a:rPr>
              <a:t>Điện cực chỉ thị nhanh đạt tới giá trị cân bằng và ổn định</a:t>
            </a:r>
          </a:p>
          <a:p>
            <a:pPr algn="ctr" eaLnBrk="1" hangingPunct="1"/>
            <a:endParaRPr lang="en-US" altLang="en-US">
              <a:latin typeface="Arial" panose="020B0604020202020204" pitchFamily="34" charset="0"/>
              <a:cs typeface="Arial" panose="020B0604020202020204" pitchFamily="34" charset="0"/>
            </a:endParaRPr>
          </a:p>
        </p:txBody>
      </p:sp>
      <p:sp>
        <p:nvSpPr>
          <p:cNvPr id="25396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42927CC-1DEA-4179-A0E3-BA55CA718E16}" type="slidenum">
              <a:rPr lang="en-US" altLang="ru-RU">
                <a:solidFill>
                  <a:srgbClr val="FFFFFF"/>
                </a:solidFill>
                <a:latin typeface="Arial" panose="020B0604020202020204" pitchFamily="34" charset="0"/>
                <a:cs typeface="Arial" panose="020B0604020202020204" pitchFamily="34" charset="0"/>
              </a:rPr>
              <a:pPr/>
              <a:t>211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1000" fill="hold"/>
                                        <p:tgtEl>
                                          <p:spTgt spid="16"/>
                                        </p:tgtEl>
                                        <p:attrNameLst>
                                          <p:attrName>ppt_w</p:attrName>
                                        </p:attrNameLst>
                                      </p:cBhvr>
                                      <p:tavLst>
                                        <p:tav tm="0">
                                          <p:val>
                                            <p:fltVal val="0"/>
                                          </p:val>
                                        </p:tav>
                                        <p:tav tm="100000">
                                          <p:val>
                                            <p:strVal val="#ppt_w"/>
                                          </p:val>
                                        </p:tav>
                                      </p:tavLst>
                                    </p:anim>
                                    <p:anim calcmode="lin" valueType="num">
                                      <p:cBhvr>
                                        <p:cTn id="22" dur="1000" fill="hold"/>
                                        <p:tgtEl>
                                          <p:spTgt spid="16"/>
                                        </p:tgtEl>
                                        <p:attrNameLst>
                                          <p:attrName>ppt_h</p:attrName>
                                        </p:attrNameLst>
                                      </p:cBhvr>
                                      <p:tavLst>
                                        <p:tav tm="0">
                                          <p:val>
                                            <p:fltVal val="0"/>
                                          </p:val>
                                        </p:tav>
                                        <p:tav tm="100000">
                                          <p:val>
                                            <p:strVal val="#ppt_h"/>
                                          </p:val>
                                        </p:tav>
                                      </p:tavLst>
                                    </p:anim>
                                    <p:anim calcmode="lin" valueType="num">
                                      <p:cBhvr>
                                        <p:cTn id="23" dur="1000" fill="hold"/>
                                        <p:tgtEl>
                                          <p:spTgt spid="16"/>
                                        </p:tgtEl>
                                        <p:attrNameLst>
                                          <p:attrName>style.rotation</p:attrName>
                                        </p:attrNameLst>
                                      </p:cBhvr>
                                      <p:tavLst>
                                        <p:tav tm="0">
                                          <p:val>
                                            <p:fltVal val="90"/>
                                          </p:val>
                                        </p:tav>
                                        <p:tav tm="100000">
                                          <p:val>
                                            <p:fltVal val="0"/>
                                          </p:val>
                                        </p:tav>
                                      </p:tavLst>
                                    </p:anim>
                                    <p:animEffect transition="in" filter="fade">
                                      <p:cBhvr>
                                        <p:cTn id="24" dur="1000"/>
                                        <p:tgtEl>
                                          <p:spTgt spid="16"/>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a:spLocks/>
          </p:cNvSpPr>
          <p:nvPr/>
        </p:nvSpPr>
        <p:spPr bwMode="auto">
          <a:xfrm>
            <a:off x="1187624" y="20935"/>
            <a:ext cx="7981776" cy="815777"/>
          </a:xfrm>
          <a:custGeom>
            <a:avLst/>
            <a:gdLst/>
            <a:ahLst/>
            <a:cxnLst>
              <a:cxn ang="0">
                <a:pos x="0" y="0"/>
              </a:cxn>
              <a:cxn ang="0">
                <a:pos x="4723" y="0"/>
              </a:cxn>
              <a:cxn ang="0">
                <a:pos x="4197" y="338"/>
              </a:cxn>
              <a:cxn ang="0">
                <a:pos x="4723" y="685"/>
              </a:cxn>
              <a:cxn ang="0">
                <a:pos x="0" y="685"/>
              </a:cxn>
              <a:cxn ang="0">
                <a:pos x="0" y="0"/>
              </a:cxn>
            </a:cxnLst>
            <a:rect l="0" t="0" r="r" b="b"/>
            <a:pathLst>
              <a:path w="4723" h="685">
                <a:moveTo>
                  <a:pt x="0" y="0"/>
                </a:moveTo>
                <a:lnTo>
                  <a:pt x="4723" y="0"/>
                </a:lnTo>
                <a:lnTo>
                  <a:pt x="4197" y="338"/>
                </a:lnTo>
                <a:lnTo>
                  <a:pt x="4723" y="685"/>
                </a:lnTo>
                <a:lnTo>
                  <a:pt x="0" y="685"/>
                </a:lnTo>
                <a:lnTo>
                  <a:pt x="0" y="0"/>
                </a:lnTo>
                <a:close/>
              </a:path>
            </a:pathLst>
          </a:custGeom>
          <a:ln>
            <a:headEnd/>
            <a:tailEnd/>
          </a:ln>
        </p:spPr>
        <p:style>
          <a:lnRef idx="0">
            <a:schemeClr val="accent2"/>
          </a:lnRef>
          <a:fillRef idx="3">
            <a:schemeClr val="accent2"/>
          </a:fillRef>
          <a:effectRef idx="3">
            <a:schemeClr val="accent2"/>
          </a:effectRef>
          <a:fontRef idx="minor">
            <a:schemeClr val="lt1"/>
          </a:fontRef>
        </p:style>
        <p:txBody>
          <a:bodyPr/>
          <a:lstStyle/>
          <a:p>
            <a:pPr algn="ctr" eaLnBrk="1" fontAlgn="auto" hangingPunct="1">
              <a:spcBef>
                <a:spcPts val="0"/>
              </a:spcBef>
              <a:spcAft>
                <a:spcPts val="0"/>
              </a:spcAft>
              <a:defRPr/>
            </a:pPr>
            <a:r>
              <a:rPr lang="en-US" sz="2800" b="1" dirty="0" err="1">
                <a:solidFill>
                  <a:prstClr val="white"/>
                </a:solidFill>
                <a:latin typeface="Times New Roman" pitchFamily="18" charset="0"/>
                <a:cs typeface="Times New Roman" pitchFamily="18" charset="0"/>
              </a:rPr>
              <a:t>Tại</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điểm</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tương</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đương</a:t>
            </a:r>
            <a:endParaRPr lang="en-US" sz="2800" b="1" kern="0" dirty="0">
              <a:solidFill>
                <a:prstClr val="white"/>
              </a:solidFill>
              <a:latin typeface="Times New Roman" pitchFamily="18" charset="0"/>
              <a:cs typeface="Times New Roman" pitchFamily="18" charset="0"/>
            </a:endParaRPr>
          </a:p>
        </p:txBody>
      </p:sp>
      <p:sp>
        <p:nvSpPr>
          <p:cNvPr id="7" name="Oval 6"/>
          <p:cNvSpPr>
            <a:spLocks noRot="1" noChangeAspect="1" noMove="1" noResize="1" noEditPoints="1" noAdjustHandles="1" noChangeArrowheads="1" noChangeShapeType="1" noTextEdit="1"/>
          </p:cNvSpPr>
          <p:nvPr/>
        </p:nvSpPr>
        <p:spPr>
          <a:xfrm>
            <a:off x="1763688" y="1217227"/>
            <a:ext cx="6195156" cy="1981200"/>
          </a:xfrm>
          <a:prstGeom prst="ellipse">
            <a:avLst/>
          </a:prstGeom>
          <a:blipFill rotWithShape="0">
            <a:blip r:embed="rId2" cstate="print"/>
            <a:stretch>
              <a:fillRect/>
            </a:stretch>
          </a:blipFill>
          <a:ln>
            <a:solidFill>
              <a:schemeClr val="tx1"/>
            </a:solidFill>
          </a:ln>
          <a:effectLst>
            <a:outerShdw blurRad="76200" dir="18900000" sy="23000" kx="-1200000" algn="bl" rotWithShape="0">
              <a:prstClr val="black">
                <a:alpha val="20000"/>
              </a:prstClr>
            </a:outerShdw>
          </a:effectLst>
        </p:spPr>
        <p:txBody>
          <a:bodyPr/>
          <a:lstStyle/>
          <a:p>
            <a:pPr eaLnBrk="1" fontAlgn="auto" hangingPunct="1">
              <a:spcBef>
                <a:spcPts val="0"/>
              </a:spcBef>
              <a:spcAft>
                <a:spcPts val="0"/>
              </a:spcAft>
              <a:defRPr/>
            </a:pPr>
            <a:r>
              <a:rPr lang="en-US">
                <a:noFill/>
                <a:latin typeface="+mn-lt"/>
              </a:rPr>
              <a:t> </a:t>
            </a:r>
          </a:p>
        </p:txBody>
      </p:sp>
      <p:sp>
        <p:nvSpPr>
          <p:cNvPr id="8" name="Rounded Rectangle 7"/>
          <p:cNvSpPr>
            <a:spLocks noRot="1" noChangeAspect="1" noMove="1" noResize="1" noEditPoints="1" noAdjustHandles="1" noChangeArrowheads="1" noChangeShapeType="1" noTextEdit="1"/>
          </p:cNvSpPr>
          <p:nvPr/>
        </p:nvSpPr>
        <p:spPr>
          <a:xfrm>
            <a:off x="1192822" y="3645024"/>
            <a:ext cx="7664024" cy="2722613"/>
          </a:xfrm>
          <a:prstGeom prst="round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25498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7CFA933-F9D5-45DD-996E-EFA681053434}" type="slidenum">
              <a:rPr lang="en-US" altLang="ru-RU">
                <a:solidFill>
                  <a:srgbClr val="FFFFFF"/>
                </a:solidFill>
                <a:latin typeface="Arial" panose="020B0604020202020204" pitchFamily="34" charset="0"/>
                <a:cs typeface="Arial" panose="020B0604020202020204" pitchFamily="34" charset="0"/>
              </a:rPr>
              <a:pPr/>
              <a:t>212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a:spLocks/>
          </p:cNvSpPr>
          <p:nvPr/>
        </p:nvSpPr>
        <p:spPr bwMode="auto">
          <a:xfrm>
            <a:off x="1183134" y="20935"/>
            <a:ext cx="7960865" cy="834032"/>
          </a:xfrm>
          <a:custGeom>
            <a:avLst/>
            <a:gdLst/>
            <a:ahLst/>
            <a:cxnLst>
              <a:cxn ang="0">
                <a:pos x="0" y="0"/>
              </a:cxn>
              <a:cxn ang="0">
                <a:pos x="4723" y="0"/>
              </a:cxn>
              <a:cxn ang="0">
                <a:pos x="4197" y="338"/>
              </a:cxn>
              <a:cxn ang="0">
                <a:pos x="4723" y="685"/>
              </a:cxn>
              <a:cxn ang="0">
                <a:pos x="0" y="685"/>
              </a:cxn>
              <a:cxn ang="0">
                <a:pos x="0" y="0"/>
              </a:cxn>
            </a:cxnLst>
            <a:rect l="0" t="0" r="r" b="b"/>
            <a:pathLst>
              <a:path w="4723" h="685">
                <a:moveTo>
                  <a:pt x="0" y="0"/>
                </a:moveTo>
                <a:lnTo>
                  <a:pt x="4723" y="0"/>
                </a:lnTo>
                <a:lnTo>
                  <a:pt x="4197" y="338"/>
                </a:lnTo>
                <a:lnTo>
                  <a:pt x="4723" y="685"/>
                </a:lnTo>
                <a:lnTo>
                  <a:pt x="0" y="685"/>
                </a:lnTo>
                <a:lnTo>
                  <a:pt x="0" y="0"/>
                </a:lnTo>
                <a:close/>
              </a:path>
            </a:pathLst>
          </a:custGeom>
          <a:ln>
            <a:headEnd/>
            <a:tailEnd/>
          </a:ln>
        </p:spPr>
        <p:style>
          <a:lnRef idx="0">
            <a:schemeClr val="accent2"/>
          </a:lnRef>
          <a:fillRef idx="3">
            <a:schemeClr val="accent2"/>
          </a:fillRef>
          <a:effectRef idx="3">
            <a:schemeClr val="accent2"/>
          </a:effectRef>
          <a:fontRef idx="minor">
            <a:schemeClr val="lt1"/>
          </a:fontRef>
        </p:style>
        <p:txBody>
          <a:bodyPr/>
          <a:lstStyle/>
          <a:p>
            <a:pPr algn="ctr" eaLnBrk="1" fontAlgn="auto" hangingPunct="1">
              <a:spcBef>
                <a:spcPts val="0"/>
              </a:spcBef>
              <a:spcAft>
                <a:spcPts val="0"/>
              </a:spcAft>
              <a:defRPr/>
            </a:pPr>
            <a:r>
              <a:rPr lang="en-US" sz="2800" b="1" dirty="0" err="1">
                <a:solidFill>
                  <a:prstClr val="white"/>
                </a:solidFill>
                <a:latin typeface="Times New Roman" pitchFamily="18" charset="0"/>
                <a:cs typeface="Times New Roman" pitchFamily="18" charset="0"/>
              </a:rPr>
              <a:t>Sau</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điểm</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tương</a:t>
            </a:r>
            <a:r>
              <a:rPr lang="en-US" sz="2800" b="1" dirty="0">
                <a:solidFill>
                  <a:prstClr val="white"/>
                </a:solidFill>
                <a:latin typeface="Times New Roman" pitchFamily="18" charset="0"/>
                <a:cs typeface="Times New Roman" pitchFamily="18" charset="0"/>
              </a:rPr>
              <a:t> </a:t>
            </a:r>
            <a:r>
              <a:rPr lang="en-US" sz="2800" b="1" dirty="0" err="1">
                <a:solidFill>
                  <a:prstClr val="white"/>
                </a:solidFill>
                <a:latin typeface="Times New Roman" pitchFamily="18" charset="0"/>
                <a:cs typeface="Times New Roman" pitchFamily="18" charset="0"/>
              </a:rPr>
              <a:t>đương</a:t>
            </a:r>
            <a:endParaRPr lang="en-US" sz="2800" b="1" kern="0" dirty="0">
              <a:solidFill>
                <a:prstClr val="white"/>
              </a:solidFill>
              <a:latin typeface="Times New Roman" pitchFamily="18" charset="0"/>
              <a:cs typeface="Times New Roman" pitchFamily="18" charset="0"/>
            </a:endParaRPr>
          </a:p>
        </p:txBody>
      </p:sp>
      <p:sp>
        <p:nvSpPr>
          <p:cNvPr id="9" name="Oval 8"/>
          <p:cNvSpPr>
            <a:spLocks noRot="1" noChangeAspect="1" noMove="1" noResize="1" noEditPoints="1" noAdjustHandles="1" noChangeArrowheads="1" noChangeShapeType="1" noTextEdit="1"/>
          </p:cNvSpPr>
          <p:nvPr/>
        </p:nvSpPr>
        <p:spPr>
          <a:xfrm>
            <a:off x="2051720" y="1052736"/>
            <a:ext cx="6408712" cy="1997969"/>
          </a:xfrm>
          <a:prstGeom prst="ellipse">
            <a:avLst/>
          </a:prstGeom>
          <a:blipFill rotWithShape="0">
            <a:blip r:embed="rId2" cstate="print"/>
            <a:stretch>
              <a:fillRect/>
            </a:stretch>
          </a:blipFill>
          <a:effectLst>
            <a:outerShdw blurRad="76200" dir="18900000" sy="23000" kx="-1200000" algn="bl" rotWithShape="0">
              <a:prstClr val="black">
                <a:alpha val="20000"/>
              </a:prstClr>
            </a:outerShdw>
          </a:effectLst>
        </p:spPr>
        <p:txBody>
          <a:bodyPr/>
          <a:lstStyle/>
          <a:p>
            <a:pPr eaLnBrk="1" fontAlgn="auto" hangingPunct="1">
              <a:spcBef>
                <a:spcPts val="0"/>
              </a:spcBef>
              <a:spcAft>
                <a:spcPts val="0"/>
              </a:spcAft>
              <a:defRPr/>
            </a:pPr>
            <a:r>
              <a:rPr lang="en-US">
                <a:noFill/>
                <a:latin typeface="+mn-lt"/>
              </a:rPr>
              <a:t> </a:t>
            </a:r>
          </a:p>
        </p:txBody>
      </p:sp>
      <p:sp>
        <p:nvSpPr>
          <p:cNvPr id="10" name="Rounded Rectangle 9"/>
          <p:cNvSpPr>
            <a:spLocks noRot="1" noChangeAspect="1" noMove="1" noResize="1" noEditPoints="1" noAdjustHandles="1" noChangeArrowheads="1" noChangeShapeType="1" noTextEdit="1"/>
          </p:cNvSpPr>
          <p:nvPr/>
        </p:nvSpPr>
        <p:spPr>
          <a:xfrm>
            <a:off x="1259632" y="3429000"/>
            <a:ext cx="7496340" cy="3247513"/>
          </a:xfrm>
          <a:prstGeom prst="round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25600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B11CBAA-B5BE-477F-BDC3-1EC2B898976B}" type="slidenum">
              <a:rPr lang="en-US" altLang="ru-RU">
                <a:solidFill>
                  <a:srgbClr val="FFFFFF"/>
                </a:solidFill>
                <a:latin typeface="Arial" panose="020B0604020202020204" pitchFamily="34" charset="0"/>
                <a:cs typeface="Arial" panose="020B0604020202020204" pitchFamily="34" charset="0"/>
              </a:rPr>
              <a:pPr/>
              <a:t>213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6"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ircle(in)">
                                      <p:cBhvr>
                                        <p:cTn id="14" dur="2000"/>
                                        <p:tgtEl>
                                          <p:spTgt spid="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Rot="1" noChangeAspect="1" noMove="1" noResize="1" noEditPoints="1" noAdjustHandles="1" noChangeArrowheads="1" noChangeShapeType="1" noTextEdit="1"/>
          </p:cNvSpPr>
          <p:nvPr/>
        </p:nvSpPr>
        <p:spPr>
          <a:xfrm>
            <a:off x="1763688" y="19275"/>
            <a:ext cx="6781800" cy="1417638"/>
          </a:xfrm>
          <a:prstGeom prst="rect">
            <a:avLst/>
          </a:prstGeom>
          <a:blipFill rotWithShape="0">
            <a:blip r:embed="rId2" cstate="print"/>
            <a:stretch>
              <a:fillRect l="-629" t="-4292" r="-539"/>
            </a:stretch>
          </a:blipFill>
        </p:spPr>
        <p:txBody>
          <a:bodyPr/>
          <a:lstStyle/>
          <a:p>
            <a:pPr eaLnBrk="1" fontAlgn="auto" hangingPunct="1">
              <a:spcBef>
                <a:spcPts val="0"/>
              </a:spcBef>
              <a:spcAft>
                <a:spcPts val="0"/>
              </a:spcAft>
              <a:defRPr/>
            </a:pPr>
            <a:r>
              <a:rPr lang="en-US">
                <a:noFill/>
                <a:latin typeface="+mn-lt"/>
              </a:rPr>
              <a:t> </a:t>
            </a:r>
          </a:p>
        </p:txBody>
      </p:sp>
      <p:graphicFrame>
        <p:nvGraphicFramePr>
          <p:cNvPr id="3" name="Content Placeholder 3"/>
          <p:cNvGraphicFramePr>
            <a:graphicFrameLocks/>
          </p:cNvGraphicFramePr>
          <p:nvPr/>
        </p:nvGraphicFramePr>
        <p:xfrm>
          <a:off x="1187624" y="1124744"/>
          <a:ext cx="7791174" cy="5493957"/>
        </p:xfrm>
        <a:graphic>
          <a:graphicData uri="http://schemas.openxmlformats.org/drawingml/2006/table">
            <a:tbl>
              <a:tblPr firstRow="1" bandRow="1">
                <a:tableStyleId>{7E9639D4-E3E2-4D34-9284-5A2195B3D0D7}</a:tableStyleId>
              </a:tblPr>
              <a:tblGrid>
                <a:gridCol w="1577745"/>
                <a:gridCol w="4976543"/>
                <a:gridCol w="1236886"/>
              </a:tblGrid>
              <a:tr h="92195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386" t="-4636" r="-394595" b="-512583"/>
                      </a:stretch>
                    </a:blipFill>
                  </a:tcPr>
                </a:tc>
                <a:tc>
                  <a:txBody>
                    <a:bodyPr/>
                    <a:lstStyle/>
                    <a:p>
                      <a:pPr algn="ctr"/>
                      <a:r>
                        <a:rPr lang="en-US" sz="2400" dirty="0" err="1">
                          <a:solidFill>
                            <a:schemeClr val="tx1"/>
                          </a:solidFill>
                          <a:latin typeface="Times New Roman" panose="02020603050405020304" pitchFamily="18" charset="0"/>
                          <a:cs typeface="Times New Roman" panose="02020603050405020304" pitchFamily="18" charset="0"/>
                        </a:rPr>
                        <a:t>Công</a:t>
                      </a:r>
                      <a:r>
                        <a:rPr lang="en-US" sz="2400" baseline="0" dirty="0">
                          <a:solidFill>
                            <a:schemeClr val="tx1"/>
                          </a:solidFill>
                          <a:latin typeface="Times New Roman" panose="02020603050405020304" pitchFamily="18" charset="0"/>
                          <a:cs typeface="Times New Roman" panose="02020603050405020304" pitchFamily="18" charset="0"/>
                        </a:rPr>
                        <a:t> </a:t>
                      </a:r>
                      <a:r>
                        <a:rPr lang="en-US" sz="2400" baseline="0" dirty="0" err="1">
                          <a:solidFill>
                            <a:schemeClr val="tx1"/>
                          </a:solidFill>
                          <a:latin typeface="Times New Roman" panose="02020603050405020304" pitchFamily="18" charset="0"/>
                          <a:cs typeface="Times New Roman" panose="02020603050405020304" pitchFamily="18" charset="0"/>
                        </a:rPr>
                        <a:t>thức</a:t>
                      </a:r>
                      <a:r>
                        <a:rPr lang="en-US" sz="2400" baseline="0" dirty="0">
                          <a:solidFill>
                            <a:schemeClr val="tx1"/>
                          </a:solidFill>
                          <a:latin typeface="Times New Roman" panose="02020603050405020304" pitchFamily="18" charset="0"/>
                          <a:cs typeface="Times New Roman" panose="02020603050405020304" pitchFamily="18" charset="0"/>
                        </a:rPr>
                        <a:t> </a:t>
                      </a:r>
                      <a:r>
                        <a:rPr lang="en-US" sz="2400" baseline="0" dirty="0" err="1">
                          <a:solidFill>
                            <a:schemeClr val="tx1"/>
                          </a:solidFill>
                          <a:latin typeface="Times New Roman" panose="02020603050405020304" pitchFamily="18" charset="0"/>
                          <a:cs typeface="Times New Roman" panose="02020603050405020304" pitchFamily="18" charset="0"/>
                        </a:rPr>
                        <a:t>tính</a:t>
                      </a:r>
                      <a:r>
                        <a:rPr lang="en-US" sz="2400" baseline="0" dirty="0">
                          <a:solidFill>
                            <a:schemeClr val="tx1"/>
                          </a:solidFill>
                          <a:latin typeface="Times New Roman" panose="02020603050405020304" pitchFamily="18" charset="0"/>
                          <a:cs typeface="Times New Roman" panose="02020603050405020304" pitchFamily="18" charset="0"/>
                        </a:rPr>
                        <a:t> </a:t>
                      </a:r>
                      <a:r>
                        <a:rPr lang="en-US" sz="2400" baseline="0" dirty="0" err="1">
                          <a:solidFill>
                            <a:schemeClr val="tx1"/>
                          </a:solidFill>
                          <a:latin typeface="Times New Roman" panose="02020603050405020304" pitchFamily="18" charset="0"/>
                          <a:cs typeface="Times New Roman" panose="02020603050405020304" pitchFamily="18" charset="0"/>
                        </a:rPr>
                        <a:t>điện</a:t>
                      </a:r>
                      <a:r>
                        <a:rPr lang="en-US" sz="2400" baseline="0" dirty="0">
                          <a:solidFill>
                            <a:schemeClr val="tx1"/>
                          </a:solidFill>
                          <a:latin typeface="Times New Roman" panose="02020603050405020304" pitchFamily="18" charset="0"/>
                          <a:cs typeface="Times New Roman" panose="02020603050405020304" pitchFamily="18" charset="0"/>
                        </a:rPr>
                        <a:t> </a:t>
                      </a:r>
                      <a:r>
                        <a:rPr lang="en-US" sz="2400" baseline="0" dirty="0" err="1">
                          <a:solidFill>
                            <a:schemeClr val="tx1"/>
                          </a:solidFill>
                          <a:latin typeface="Times New Roman" panose="02020603050405020304" pitchFamily="18" charset="0"/>
                          <a:cs typeface="Times New Roman" panose="02020603050405020304" pitchFamily="18" charset="0"/>
                        </a:rPr>
                        <a:t>thế</a:t>
                      </a:r>
                      <a:r>
                        <a:rPr lang="en-US" sz="2400" baseline="0" dirty="0">
                          <a:solidFill>
                            <a:schemeClr val="tx1"/>
                          </a:solidFill>
                          <a:latin typeface="Times New Roman" panose="02020603050405020304" pitchFamily="18" charset="0"/>
                          <a:cs typeface="Times New Roman" panose="02020603050405020304" pitchFamily="18" charset="0"/>
                        </a:rPr>
                        <a:t> dung </a:t>
                      </a:r>
                      <a:r>
                        <a:rPr lang="en-US" sz="2400" baseline="0" dirty="0" err="1">
                          <a:solidFill>
                            <a:schemeClr val="tx1"/>
                          </a:solidFill>
                          <a:latin typeface="Times New Roman" panose="02020603050405020304" pitchFamily="18" charset="0"/>
                          <a:cs typeface="Times New Roman" panose="02020603050405020304" pitchFamily="18" charset="0"/>
                        </a:rPr>
                        <a:t>dịch</a:t>
                      </a:r>
                      <a:endParaRPr 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E</a:t>
                      </a:r>
                      <a:r>
                        <a:rPr lang="en-US" sz="2400" baseline="0" dirty="0">
                          <a:solidFill>
                            <a:schemeClr val="tx1"/>
                          </a:solidFill>
                          <a:latin typeface="Times New Roman" panose="02020603050405020304" pitchFamily="18" charset="0"/>
                          <a:cs typeface="Times New Roman" panose="02020603050405020304" pitchFamily="18" charset="0"/>
                        </a:rPr>
                        <a:t> (V)</a:t>
                      </a:r>
                      <a:endParaRPr 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10">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31824" t="-21039" r="-25092" b="-3063"/>
                      </a:stretch>
                    </a:blipFill>
                  </a:tcPr>
                </a:tc>
                <a:tc>
                  <a:txBody>
                    <a:bodyPr/>
                    <a:lstStyle/>
                    <a:p>
                      <a:pPr algn="ctr"/>
                      <a:r>
                        <a:rPr lang="en-US" sz="2400" dirty="0">
                          <a:latin typeface="Times New Roman" panose="02020603050405020304" pitchFamily="18" charset="0"/>
                          <a:cs typeface="Times New Roman" panose="02020603050405020304" pitchFamily="18" charset="0"/>
                        </a:rPr>
                        <a:t>0,62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0,68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0,736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0,797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99,9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0,857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1,06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100,1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1,263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1,322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1,381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57200">
                <a:tc>
                  <a:txBody>
                    <a:bodyPr/>
                    <a:lstStyle/>
                    <a:p>
                      <a:pPr algn="ctr"/>
                      <a:r>
                        <a:rPr lang="en-US" sz="2400" dirty="0">
                          <a:latin typeface="Times New Roman" panose="02020603050405020304" pitchFamily="18" charset="0"/>
                          <a:cs typeface="Times New Roman" panose="02020603050405020304" pitchFamily="18" charset="0"/>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dirty="0"/>
                    </a:p>
                  </a:txBody>
                  <a:tcPr/>
                </a:tc>
                <a:tc>
                  <a:txBody>
                    <a:bodyPr/>
                    <a:lstStyle/>
                    <a:p>
                      <a:pPr algn="ctr"/>
                      <a:r>
                        <a:rPr lang="en-US" sz="2400" dirty="0">
                          <a:latin typeface="Times New Roman" panose="02020603050405020304" pitchFamily="18" charset="0"/>
                          <a:cs typeface="Times New Roman" panose="02020603050405020304" pitchFamily="18" charset="0"/>
                        </a:rPr>
                        <a:t>1,399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bl>
          </a:graphicData>
        </a:graphic>
      </p:graphicFrame>
      <p:sp>
        <p:nvSpPr>
          <p:cNvPr id="25702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7E4E0DC-D412-4B36-A270-818654B58AA0}" type="slidenum">
              <a:rPr lang="en-US" altLang="ru-RU">
                <a:solidFill>
                  <a:srgbClr val="FFFFFF"/>
                </a:solidFill>
                <a:latin typeface="Arial" panose="020B0604020202020204" pitchFamily="34" charset="0"/>
                <a:cs typeface="Arial" panose="020B0604020202020204" pitchFamily="34" charset="0"/>
              </a:rPr>
              <a:pPr/>
              <a:t>214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1763713" y="692150"/>
            <a:ext cx="6732587" cy="5811838"/>
            <a:chOff x="2201519" y="838200"/>
            <a:chExt cx="5771688" cy="5655311"/>
          </a:xfrm>
        </p:grpSpPr>
        <p:grpSp>
          <p:nvGrpSpPr>
            <p:cNvPr id="258052" name="Group 4"/>
            <p:cNvGrpSpPr>
              <a:grpSpLocks/>
            </p:cNvGrpSpPr>
            <p:nvPr/>
          </p:nvGrpSpPr>
          <p:grpSpPr bwMode="auto">
            <a:xfrm>
              <a:off x="2438400" y="838200"/>
              <a:ext cx="4589790" cy="4249196"/>
              <a:chOff x="0" y="0"/>
              <a:chExt cx="3429000" cy="3238500"/>
            </a:xfrm>
          </p:grpSpPr>
          <p:grpSp>
            <p:nvGrpSpPr>
              <p:cNvPr id="258060" name="Group 6"/>
              <p:cNvGrpSpPr>
                <a:grpSpLocks/>
              </p:cNvGrpSpPr>
              <p:nvPr/>
            </p:nvGrpSpPr>
            <p:grpSpPr bwMode="auto">
              <a:xfrm>
                <a:off x="295275" y="142875"/>
                <a:ext cx="3133725" cy="3095625"/>
                <a:chOff x="0" y="0"/>
                <a:chExt cx="3133725" cy="3095625"/>
              </a:xfrm>
            </p:grpSpPr>
            <p:cxnSp>
              <p:nvCxnSpPr>
                <p:cNvPr id="13" name="Straight Connector 12"/>
                <p:cNvCxnSpPr/>
                <p:nvPr/>
              </p:nvCxnSpPr>
              <p:spPr>
                <a:xfrm>
                  <a:off x="-480" y="3077090"/>
                  <a:ext cx="3134604" cy="0"/>
                </a:xfrm>
                <a:prstGeom prst="line">
                  <a:avLst/>
                </a:prstGeom>
                <a:noFill/>
                <a:ln w="28575" cap="flat" cmpd="sng" algn="ctr">
                  <a:solidFill>
                    <a:schemeClr val="tx1"/>
                  </a:solidFill>
                  <a:prstDash val="solid"/>
                  <a:miter lim="800000"/>
                  <a:headEnd type="none" w="med" len="med"/>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8670" y="-419"/>
                  <a:ext cx="0" cy="307751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Freeform 14"/>
                <p:cNvSpPr/>
                <p:nvPr/>
              </p:nvSpPr>
              <p:spPr>
                <a:xfrm>
                  <a:off x="84926" y="485813"/>
                  <a:ext cx="2829583" cy="2495914"/>
                </a:xfrm>
                <a:custGeom>
                  <a:avLst/>
                  <a:gdLst>
                    <a:gd name="connsiteX0" fmla="*/ 0 w 3467100"/>
                    <a:gd name="connsiteY0" fmla="*/ 2495550 h 2495550"/>
                    <a:gd name="connsiteX1" fmla="*/ 1914525 w 3467100"/>
                    <a:gd name="connsiteY1" fmla="*/ 1981200 h 2495550"/>
                    <a:gd name="connsiteX2" fmla="*/ 2238375 w 3467100"/>
                    <a:gd name="connsiteY2" fmla="*/ 381000 h 2495550"/>
                    <a:gd name="connsiteX3" fmla="*/ 3448050 w 3467100"/>
                    <a:gd name="connsiteY3" fmla="*/ 0 h 2495550"/>
                    <a:gd name="connsiteX4" fmla="*/ 3448050 w 3467100"/>
                    <a:gd name="connsiteY4" fmla="*/ 0 h 2495550"/>
                    <a:gd name="connsiteX5" fmla="*/ 3467100 w 3467100"/>
                    <a:gd name="connsiteY5" fmla="*/ 0 h 249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7100" h="2495550">
                      <a:moveTo>
                        <a:pt x="0" y="2495550"/>
                      </a:moveTo>
                      <a:cubicBezTo>
                        <a:pt x="770731" y="2414587"/>
                        <a:pt x="1541463" y="2333625"/>
                        <a:pt x="1914525" y="1981200"/>
                      </a:cubicBezTo>
                      <a:cubicBezTo>
                        <a:pt x="2287588" y="1628775"/>
                        <a:pt x="1982788" y="711200"/>
                        <a:pt x="2238375" y="381000"/>
                      </a:cubicBezTo>
                      <a:cubicBezTo>
                        <a:pt x="2493962" y="50800"/>
                        <a:pt x="3448050" y="0"/>
                        <a:pt x="3448050" y="0"/>
                      </a:cubicBezTo>
                      <a:lnTo>
                        <a:pt x="3448050" y="0"/>
                      </a:lnTo>
                      <a:lnTo>
                        <a:pt x="34671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a:p>
              </p:txBody>
            </p:sp>
            <p:cxnSp>
              <p:nvCxnSpPr>
                <p:cNvPr id="16" name="Straight Connector 15"/>
                <p:cNvCxnSpPr/>
                <p:nvPr/>
              </p:nvCxnSpPr>
              <p:spPr>
                <a:xfrm>
                  <a:off x="18837" y="1457101"/>
                  <a:ext cx="180979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828632" y="1457101"/>
                  <a:ext cx="0" cy="16388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670" y="428125"/>
                  <a:ext cx="2953626" cy="9419"/>
                </a:xfrm>
                <a:prstGeom prst="line">
                  <a:avLst/>
                </a:prstGeom>
                <a:noFill/>
                <a:ln w="6350" cap="flat" cmpd="sng" algn="ctr">
                  <a:solidFill>
                    <a:srgbClr val="5B9BD5"/>
                  </a:solidFill>
                  <a:prstDash val="solid"/>
                  <a:miter lim="800000"/>
                </a:ln>
                <a:effectLst/>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828632" y="409288"/>
                  <a:ext cx="0" cy="1180850"/>
                </a:xfrm>
                <a:prstGeom prst="line">
                  <a:avLst/>
                </a:prstGeom>
                <a:noFill/>
                <a:ln w="6350" cap="flat" cmpd="sng" algn="ctr">
                  <a:solidFill>
                    <a:srgbClr val="5B9BD5"/>
                  </a:solidFill>
                  <a:prstDash val="dash"/>
                  <a:miter lim="800000"/>
                </a:ln>
                <a:effectLst/>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60" y="0"/>
                <a:ext cx="257235" cy="304926"/>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1600" b="1">
                    <a:solidFill>
                      <a:srgbClr val="000000"/>
                    </a:solidFill>
                    <a:latin typeface="Times New Roman" panose="02020603050405020304" pitchFamily="18" charset="0"/>
                    <a:cs typeface="Times New Roman" panose="02020603050405020304" pitchFamily="18" charset="0"/>
                  </a:rPr>
                  <a:t>E</a:t>
                </a:r>
                <a:endParaRPr lang="en-US" sz="1400">
                  <a:solidFill>
                    <a:srgbClr val="000000"/>
                  </a:solidFill>
                  <a:latin typeface="Times New Roman" panose="02020603050405020304" pitchFamily="18" charset="0"/>
                  <a:cs typeface="Times New Roman" panose="02020603050405020304" pitchFamily="18" charset="0"/>
                </a:endParaRPr>
              </a:p>
            </p:txBody>
          </p:sp>
        </p:grpSp>
        <p:sp>
          <p:nvSpPr>
            <p:cNvPr id="258053" name="TextBox 21"/>
            <p:cNvSpPr txBox="1">
              <a:spLocks noChangeArrowheads="1"/>
            </p:cNvSpPr>
            <p:nvPr/>
          </p:nvSpPr>
          <p:spPr bwMode="auto">
            <a:xfrm>
              <a:off x="2201519" y="5565192"/>
              <a:ext cx="5771688" cy="928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Dạng đường cong chuẩn độ Fe</a:t>
              </a:r>
              <a:r>
                <a:rPr lang="en-US" altLang="en-US" sz="2800" b="1" baseline="30000">
                  <a:latin typeface="Times New Roman" panose="02020603050405020304" pitchFamily="18" charset="0"/>
                  <a:cs typeface="Times New Roman" panose="02020603050405020304" pitchFamily="18" charset="0"/>
                </a:rPr>
                <a:t>2+</a:t>
              </a:r>
              <a:r>
                <a:rPr lang="en-US" altLang="en-US" sz="2800" b="1">
                  <a:latin typeface="Times New Roman" panose="02020603050405020304" pitchFamily="18" charset="0"/>
                  <a:cs typeface="Times New Roman" panose="02020603050405020304" pitchFamily="18" charset="0"/>
                </a:rPr>
                <a:t> bằng Ce</a:t>
              </a:r>
              <a:r>
                <a:rPr lang="en-US" altLang="en-US" sz="2800" b="1" baseline="30000">
                  <a:latin typeface="Times New Roman" panose="02020603050405020304" pitchFamily="18" charset="0"/>
                  <a:cs typeface="Times New Roman" panose="02020603050405020304" pitchFamily="18" charset="0"/>
                </a:rPr>
                <a:t>4+</a:t>
              </a: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800">
                <a:latin typeface="Century Gothic" panose="020B0502020202020204" pitchFamily="34" charset="0"/>
                <a:cs typeface="Arial" panose="020B0604020202020204" pitchFamily="34" charset="0"/>
              </a:endParaRPr>
            </a:p>
          </p:txBody>
        </p:sp>
        <p:sp>
          <p:nvSpPr>
            <p:cNvPr id="258054" name="TextBox 22"/>
            <p:cNvSpPr txBox="1">
              <a:spLocks noChangeArrowheads="1"/>
            </p:cNvSpPr>
            <p:nvPr/>
          </p:nvSpPr>
          <p:spPr bwMode="auto">
            <a:xfrm>
              <a:off x="5322138" y="410288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Century Gothic" panose="020B0502020202020204" pitchFamily="34" charset="0"/>
                  <a:cs typeface="Arial" panose="020B0604020202020204" pitchFamily="34" charset="0"/>
                </a:rPr>
                <a:t>2</a:t>
              </a:r>
            </a:p>
          </p:txBody>
        </p:sp>
        <p:sp>
          <p:nvSpPr>
            <p:cNvPr id="258055" name="TextBox 23"/>
            <p:cNvSpPr txBox="1">
              <a:spLocks noChangeArrowheads="1"/>
            </p:cNvSpPr>
            <p:nvPr/>
          </p:nvSpPr>
          <p:spPr bwMode="auto">
            <a:xfrm>
              <a:off x="5322138" y="3595493"/>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latin typeface="Century Gothic" panose="020B0502020202020204" pitchFamily="34" charset="0"/>
                  <a:cs typeface="Arial" panose="020B0604020202020204" pitchFamily="34" charset="0"/>
                </a:rPr>
                <a:t>B</a:t>
              </a:r>
            </a:p>
          </p:txBody>
        </p:sp>
        <p:sp>
          <p:nvSpPr>
            <p:cNvPr id="258056" name="TextBox 24"/>
            <p:cNvSpPr txBox="1">
              <a:spLocks noChangeArrowheads="1"/>
            </p:cNvSpPr>
            <p:nvPr/>
          </p:nvSpPr>
          <p:spPr bwMode="auto">
            <a:xfrm>
              <a:off x="5369876" y="2767100"/>
              <a:ext cx="12304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latin typeface="Times New Roman" panose="02020603050405020304" pitchFamily="18" charset="0"/>
                  <a:cs typeface="Times New Roman" panose="02020603050405020304" pitchFamily="18" charset="0"/>
                </a:rPr>
                <a:t>E</a:t>
              </a:r>
              <a:r>
                <a:rPr lang="en-US" altLang="en-US" b="1" baseline="-25000">
                  <a:latin typeface="Times New Roman" panose="02020603050405020304" pitchFamily="18" charset="0"/>
                  <a:cs typeface="Times New Roman" panose="02020603050405020304" pitchFamily="18" charset="0"/>
                </a:rPr>
                <a:t>tđ</a:t>
              </a:r>
              <a:r>
                <a:rPr lang="en-US" altLang="en-US" b="1">
                  <a:latin typeface="Times New Roman" panose="02020603050405020304" pitchFamily="18" charset="0"/>
                  <a:cs typeface="Times New Roman" panose="02020603050405020304" pitchFamily="18" charset="0"/>
                </a:rPr>
                <a:t>=1,06 V</a:t>
              </a:r>
            </a:p>
          </p:txBody>
        </p:sp>
        <p:sp>
          <p:nvSpPr>
            <p:cNvPr id="258057" name="TextBox 25"/>
            <p:cNvSpPr txBox="1">
              <a:spLocks noChangeArrowheads="1"/>
            </p:cNvSpPr>
            <p:nvPr/>
          </p:nvSpPr>
          <p:spPr bwMode="auto">
            <a:xfrm>
              <a:off x="5333710" y="2328740"/>
              <a:ext cx="356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latin typeface="Century Gothic" panose="020B0502020202020204" pitchFamily="34" charset="0"/>
                  <a:cs typeface="Arial" panose="020B0604020202020204" pitchFamily="34" charset="0"/>
                </a:rPr>
                <a:t>A</a:t>
              </a:r>
            </a:p>
          </p:txBody>
        </p:sp>
        <p:sp>
          <p:nvSpPr>
            <p:cNvPr id="258058" name="TextBox 26"/>
            <p:cNvSpPr txBox="1">
              <a:spLocks noChangeArrowheads="1"/>
            </p:cNvSpPr>
            <p:nvPr/>
          </p:nvSpPr>
          <p:spPr bwMode="auto">
            <a:xfrm>
              <a:off x="4930911" y="21981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Century Gothic" panose="020B0502020202020204" pitchFamily="34" charset="0"/>
                  <a:cs typeface="Arial" panose="020B0604020202020204" pitchFamily="34" charset="0"/>
                </a:rPr>
                <a:t>1</a:t>
              </a:r>
            </a:p>
          </p:txBody>
        </p:sp>
        <p:sp>
          <p:nvSpPr>
            <p:cNvPr id="258059" name="TextBox 27"/>
            <p:cNvSpPr txBox="1">
              <a:spLocks noChangeArrowheads="1"/>
            </p:cNvSpPr>
            <p:nvPr/>
          </p:nvSpPr>
          <p:spPr bwMode="auto">
            <a:xfrm>
              <a:off x="5952319" y="4637120"/>
              <a:ext cx="1777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Times New Roman" panose="02020603050405020304" pitchFamily="18" charset="0"/>
                  <a:cs typeface="Times New Roman" panose="02020603050405020304" pitchFamily="18" charset="0"/>
                </a:rPr>
                <a:t>V (ml)  Ce(SO</a:t>
              </a:r>
              <a:r>
                <a:rPr lang="en-US" altLang="en-US" baseline="-25000">
                  <a:latin typeface="Times New Roman" panose="02020603050405020304" pitchFamily="18" charset="0"/>
                  <a:cs typeface="Times New Roman" panose="02020603050405020304" pitchFamily="18" charset="0"/>
                </a:rPr>
                <a:t>4</a:t>
              </a:r>
              <a:r>
                <a:rPr lang="en-US" altLang="en-US">
                  <a:latin typeface="Times New Roman" panose="02020603050405020304" pitchFamily="18" charset="0"/>
                  <a:cs typeface="Times New Roman" panose="02020603050405020304" pitchFamily="18" charset="0"/>
                </a:rPr>
                <a:t>)</a:t>
              </a:r>
              <a:r>
                <a:rPr lang="en-US" altLang="en-US" baseline="-25000">
                  <a:latin typeface="Times New Roman" panose="02020603050405020304" pitchFamily="18" charset="0"/>
                  <a:cs typeface="Times New Roman" panose="02020603050405020304" pitchFamily="18" charset="0"/>
                </a:rPr>
                <a:t>4</a:t>
              </a:r>
              <a:endParaRPr lang="en-US" altLang="en-US">
                <a:latin typeface="Times New Roman" panose="02020603050405020304" pitchFamily="18" charset="0"/>
                <a:cs typeface="Times New Roman" panose="02020603050405020304" pitchFamily="18" charset="0"/>
              </a:endParaRPr>
            </a:p>
          </p:txBody>
        </p:sp>
      </p:grpSp>
      <p:sp>
        <p:nvSpPr>
          <p:cNvPr id="258051" name="Slide Number Placeholder 1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3FC22F8-D7BB-4072-8F1D-6B9217AC34CE}" type="slidenum">
              <a:rPr lang="en-US" altLang="ru-RU">
                <a:solidFill>
                  <a:srgbClr val="FFFFFF"/>
                </a:solidFill>
                <a:latin typeface="Arial" panose="020B0604020202020204" pitchFamily="34" charset="0"/>
                <a:cs typeface="Arial" panose="020B0604020202020204" pitchFamily="34" charset="0"/>
              </a:rPr>
              <a:pPr/>
              <a:t>215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Slide Number Placeholder 1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5B0EFEB-50D5-4B8C-9D5E-D7C4E4EABB2A}" type="slidenum">
              <a:rPr lang="en-US" altLang="ru-RU">
                <a:solidFill>
                  <a:srgbClr val="FFFFFF"/>
                </a:solidFill>
                <a:latin typeface="Arial" panose="020B0604020202020204" pitchFamily="34" charset="0"/>
                <a:cs typeface="Arial" panose="020B0604020202020204" pitchFamily="34" charset="0"/>
              </a:rPr>
              <a:pPr/>
              <a:t>216</a:t>
            </a:fld>
            <a:endParaRPr lang="en-US" altLang="ru-RU">
              <a:solidFill>
                <a:srgbClr val="FFFFFF"/>
              </a:solidFill>
              <a:latin typeface="Arial" panose="020B0604020202020204" pitchFamily="34" charset="0"/>
              <a:cs typeface="Arial" panose="020B0604020202020204" pitchFamily="34" charset="0"/>
            </a:endParaRPr>
          </a:p>
        </p:txBody>
      </p:sp>
      <p:pic>
        <p:nvPicPr>
          <p:cNvPr id="259075" name="Xác định Sắt (II) bằng phương pháp chuẩn độ điện thế áp dụng cho cân bằng oxi hóa khử">
            <a:hlinkClick r:id="" action="ppaction://media"/>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412875"/>
            <a:ext cx="6535738"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076" name="Rectangle 22"/>
          <p:cNvSpPr>
            <a:spLocks noChangeArrowheads="1"/>
          </p:cNvSpPr>
          <p:nvPr/>
        </p:nvSpPr>
        <p:spPr bwMode="auto">
          <a:xfrm>
            <a:off x="1971675" y="5634038"/>
            <a:ext cx="64087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000">
                <a:latin typeface="Times New Roman" panose="02020603050405020304" pitchFamily="18" charset="0"/>
                <a:cs typeface="Times New Roman" panose="02020603050405020304" pitchFamily="18" charset="0"/>
              </a:rPr>
              <a:t>Xác định Sắt (II) bằng phương pháp chuẩn độ điện thế áp dụng cho cân bằng oxi hóa khử</a:t>
            </a:r>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Text Box 4"/>
          <p:cNvSpPr txBox="1">
            <a:spLocks noChangeArrowheads="1"/>
          </p:cNvSpPr>
          <p:nvPr/>
        </p:nvSpPr>
        <p:spPr bwMode="auto">
          <a:xfrm>
            <a:off x="971550" y="765175"/>
            <a:ext cx="4718050" cy="435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pPr>
            <a:r>
              <a:rPr lang="en-US" altLang="zh-CN" sz="2400" b="1">
                <a:solidFill>
                  <a:srgbClr val="000000"/>
                </a:solidFill>
              </a:rPr>
              <a:t>Chuẩn độ kết tủa</a:t>
            </a:r>
          </a:p>
          <a:p>
            <a:pPr algn="just" eaLnBrk="1" hangingPunct="1">
              <a:lnSpc>
                <a:spcPct val="150000"/>
              </a:lnSpc>
              <a:spcBef>
                <a:spcPts val="600"/>
              </a:spcBef>
              <a:buFont typeface="Wingdings" panose="05000000000000000000" pitchFamily="2" charset="2"/>
              <a:buChar char="§"/>
            </a:pPr>
            <a:r>
              <a:rPr lang="en-US" altLang="zh-CN" sz="2400">
                <a:ea typeface="Gulim" pitchFamily="34" charset="-127"/>
              </a:rPr>
              <a:t>Điện cực chỉ thị: </a:t>
            </a:r>
          </a:p>
          <a:p>
            <a:pPr algn="just" eaLnBrk="1" hangingPunct="1">
              <a:lnSpc>
                <a:spcPct val="150000"/>
              </a:lnSpc>
              <a:spcBef>
                <a:spcPts val="600"/>
              </a:spcBef>
            </a:pPr>
            <a:r>
              <a:rPr lang="en-US" altLang="zh-CN" sz="2400">
                <a:ea typeface="Gulim" pitchFamily="34" charset="-127"/>
              </a:rPr>
              <a:t>Ag,AgCl/Cl</a:t>
            </a:r>
            <a:r>
              <a:rPr lang="en-US" altLang="zh-CN" sz="2400" baseline="30000">
                <a:ea typeface="Gulim" pitchFamily="34" charset="-127"/>
              </a:rPr>
              <a:t>-</a:t>
            </a:r>
            <a:endParaRPr lang="en-US" altLang="zh-CN" sz="2400">
              <a:ea typeface="Gulim" pitchFamily="34" charset="-127"/>
            </a:endParaRPr>
          </a:p>
          <a:p>
            <a:pPr algn="just" eaLnBrk="1" hangingPunct="1">
              <a:lnSpc>
                <a:spcPct val="150000"/>
              </a:lnSpc>
              <a:spcBef>
                <a:spcPts val="600"/>
              </a:spcBef>
            </a:pPr>
            <a:r>
              <a:rPr lang="en-US" altLang="zh-CN" sz="2400">
                <a:ea typeface="Gulim" pitchFamily="34" charset="-127"/>
              </a:rPr>
              <a:t>Ag,Ag</a:t>
            </a:r>
            <a:r>
              <a:rPr lang="en-US" altLang="zh-CN" sz="2400" baseline="-25000">
                <a:ea typeface="Gulim" pitchFamily="34" charset="-127"/>
              </a:rPr>
              <a:t>2</a:t>
            </a:r>
            <a:r>
              <a:rPr lang="en-US" altLang="zh-CN" sz="2400">
                <a:ea typeface="Gulim" pitchFamily="34" charset="-127"/>
              </a:rPr>
              <a:t>S/S</a:t>
            </a:r>
            <a:r>
              <a:rPr lang="en-US" altLang="zh-CN" sz="2400" baseline="30000">
                <a:ea typeface="Gulim" pitchFamily="34" charset="-127"/>
              </a:rPr>
              <a:t>2-</a:t>
            </a:r>
            <a:endParaRPr lang="en-US" altLang="zh-CN" sz="2400">
              <a:ea typeface="Gulim" pitchFamily="34" charset="-127"/>
            </a:endParaRPr>
          </a:p>
          <a:p>
            <a:pPr algn="just" eaLnBrk="1" hangingPunct="1">
              <a:lnSpc>
                <a:spcPct val="150000"/>
              </a:lnSpc>
              <a:spcBef>
                <a:spcPts val="600"/>
              </a:spcBef>
            </a:pPr>
            <a:r>
              <a:rPr lang="en-US" altLang="zh-CN" sz="2400">
                <a:ea typeface="Gulim" pitchFamily="34" charset="-127"/>
              </a:rPr>
              <a:t>Điện cực màng chọn lọc ion X</a:t>
            </a:r>
            <a:r>
              <a:rPr lang="en-US" altLang="zh-CN" sz="2400" baseline="30000">
                <a:ea typeface="Gulim" pitchFamily="34" charset="-127"/>
              </a:rPr>
              <a:t>-</a:t>
            </a:r>
          </a:p>
          <a:p>
            <a:pPr algn="just" eaLnBrk="1" hangingPunct="1">
              <a:lnSpc>
                <a:spcPct val="150000"/>
              </a:lnSpc>
              <a:spcBef>
                <a:spcPts val="600"/>
              </a:spcBef>
              <a:buFont typeface="Wingdings" panose="05000000000000000000" pitchFamily="2" charset="2"/>
              <a:buChar char="§"/>
            </a:pPr>
            <a:r>
              <a:rPr lang="en-US" altLang="zh-CN" sz="2400">
                <a:ea typeface="Gulim" pitchFamily="34" charset="-127"/>
              </a:rPr>
              <a:t>Điện cực so sánh: điện cực calomel bão hoà</a:t>
            </a:r>
            <a:endParaRPr lang="en-US" altLang="zh-CN" sz="2400" baseline="30000">
              <a:ea typeface="Gulim" pitchFamily="34" charset="-127"/>
            </a:endParaRPr>
          </a:p>
        </p:txBody>
      </p:sp>
      <p:pic>
        <p:nvPicPr>
          <p:cNvPr id="2600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0" y="5561013"/>
            <a:ext cx="2000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100" name="Picture 4" descr="http://easydb.metrohm.com/emsfile/dl/60350100/5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888" y="1335088"/>
            <a:ext cx="2887662" cy="450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0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FA9DD67-0189-4E88-8D88-7EAE8D167C67}" type="slidenum">
              <a:rPr lang="en-US" altLang="ru-RU">
                <a:solidFill>
                  <a:srgbClr val="FFFFFF"/>
                </a:solidFill>
                <a:latin typeface="Arial" panose="020B0604020202020204" pitchFamily="34" charset="0"/>
                <a:cs typeface="Arial" panose="020B0604020202020204" pitchFamily="34" charset="0"/>
              </a:rPr>
              <a:pPr/>
              <a:t>217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403350" y="2565400"/>
            <a:ext cx="7439025"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buFont typeface="Wingdings" panose="05000000000000000000" pitchFamily="2" charset="2"/>
              <a:buChar char="v"/>
            </a:pPr>
            <a:r>
              <a:rPr lang="en-US" sz="2400"/>
              <a:t> Phải loại bỏ những ion gây cản trở.</a:t>
            </a:r>
          </a:p>
          <a:p>
            <a:pPr algn="just" eaLnBrk="1" hangingPunct="1">
              <a:lnSpc>
                <a:spcPct val="150000"/>
              </a:lnSpc>
              <a:buFont typeface="Wingdings" panose="05000000000000000000" pitchFamily="2" charset="2"/>
              <a:buChar char="v"/>
            </a:pPr>
            <a:r>
              <a:rPr lang="en-US" sz="2400"/>
              <a:t> Giảm khả năng hòa tan của kết tủa bằng cách thêm các dung môi hữu cơ.</a:t>
            </a:r>
          </a:p>
          <a:p>
            <a:pPr algn="just" eaLnBrk="1" hangingPunct="1">
              <a:lnSpc>
                <a:spcPct val="150000"/>
              </a:lnSpc>
            </a:pPr>
            <a:r>
              <a:rPr lang="en-US" sz="2400"/>
              <a:t>       =&gt;  Làm giảm độ nhạy.</a:t>
            </a:r>
          </a:p>
          <a:p>
            <a:pPr algn="just" eaLnBrk="1" hangingPunct="1">
              <a:lnSpc>
                <a:spcPct val="150000"/>
              </a:lnSpc>
              <a:buFont typeface="Wingdings" panose="05000000000000000000" pitchFamily="2" charset="2"/>
              <a:buChar char="v"/>
            </a:pPr>
            <a:r>
              <a:rPr lang="en-US" sz="2400"/>
              <a:t> Chất chuẩn: AgNO</a:t>
            </a:r>
            <a:r>
              <a:rPr lang="en-US" sz="2400" baseline="-25000"/>
              <a:t>3</a:t>
            </a:r>
          </a:p>
          <a:p>
            <a:pPr algn="just" eaLnBrk="1" hangingPunct="1">
              <a:lnSpc>
                <a:spcPct val="150000"/>
              </a:lnSpc>
              <a:buFont typeface="Wingdings" panose="05000000000000000000" pitchFamily="2" charset="2"/>
              <a:buChar char="v"/>
            </a:pPr>
            <a:r>
              <a:rPr lang="en-US" sz="2400"/>
              <a:t> Đường cong chuẩn độ thường là đối xứng.</a:t>
            </a:r>
          </a:p>
          <a:p>
            <a:pPr algn="just" eaLnBrk="1" hangingPunct="1">
              <a:lnSpc>
                <a:spcPct val="150000"/>
              </a:lnSpc>
            </a:pPr>
            <a:endParaRPr lang="en-US" sz="2400"/>
          </a:p>
        </p:txBody>
      </p:sp>
      <p:sp>
        <p:nvSpPr>
          <p:cNvPr id="3" name="TextBox 2"/>
          <p:cNvSpPr txBox="1"/>
          <p:nvPr/>
        </p:nvSpPr>
        <p:spPr>
          <a:xfrm>
            <a:off x="1306513" y="1903413"/>
            <a:ext cx="7632700" cy="523875"/>
          </a:xfrm>
          <a:prstGeom prst="rect">
            <a:avLst/>
          </a:prstGeom>
          <a:solidFill>
            <a:schemeClr val="accent5">
              <a:lumMod val="20000"/>
              <a:lumOff val="80000"/>
            </a:schemeClr>
          </a:solidFill>
        </p:spPr>
        <p:txBody>
          <a:bodyPr>
            <a:spAutoFit/>
          </a:bodyPr>
          <a:lstStyle/>
          <a:p>
            <a:pPr algn="ctr" eaLnBrk="1" fontAlgn="auto" hangingPunct="1">
              <a:spcBef>
                <a:spcPts val="0"/>
              </a:spcBef>
              <a:spcAft>
                <a:spcPts val="0"/>
              </a:spcAft>
              <a:defRPr/>
            </a:pPr>
            <a:r>
              <a:rPr lang="en-US" sz="2800" dirty="0" err="1">
                <a:latin typeface="Times New Roman" pitchFamily="18" charset="0"/>
                <a:cs typeface="Times New Roman" pitchFamily="18" charset="0"/>
              </a:rPr>
              <a:t>Phản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ít</a:t>
            </a:r>
            <a:r>
              <a:rPr lang="en-US" sz="2800" dirty="0">
                <a:latin typeface="Times New Roman" pitchFamily="18" charset="0"/>
                <a:cs typeface="Times New Roman" pitchFamily="18" charset="0"/>
              </a:rPr>
              <a:t> tan.</a:t>
            </a:r>
          </a:p>
        </p:txBody>
      </p:sp>
      <p:sp>
        <p:nvSpPr>
          <p:cNvPr id="26214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B3445DA-7567-4A35-866E-929255F1F3D0}" type="slidenum">
              <a:rPr lang="en-US" altLang="ru-RU">
                <a:solidFill>
                  <a:srgbClr val="FFFFFF"/>
                </a:solidFill>
                <a:latin typeface="Arial" panose="020B0604020202020204" pitchFamily="34" charset="0"/>
                <a:cs typeface="Arial" panose="020B0604020202020204" pitchFamily="34" charset="0"/>
              </a:rPr>
              <a:pPr/>
              <a:t>218</a:t>
            </a:fld>
            <a:endParaRPr lang="en-US" altLang="ru-RU">
              <a:solidFill>
                <a:srgbClr val="FFFFFF"/>
              </a:solidFill>
              <a:latin typeface="Arial" panose="020B0604020202020204" pitchFamily="34" charset="0"/>
              <a:cs typeface="Arial" panose="020B0604020202020204" pitchFamily="34" charset="0"/>
            </a:endParaRPr>
          </a:p>
        </p:txBody>
      </p:sp>
      <p:sp>
        <p:nvSpPr>
          <p:cNvPr id="5" name="AutoShape 3"/>
          <p:cNvSpPr>
            <a:spLocks noChangeArrowheads="1"/>
          </p:cNvSpPr>
          <p:nvPr/>
        </p:nvSpPr>
        <p:spPr bwMode="gray">
          <a:xfrm>
            <a:off x="1116013" y="-4763"/>
            <a:ext cx="3400425" cy="1852613"/>
          </a:xfrm>
          <a:prstGeom prst="irregularSeal1">
            <a:avLst/>
          </a:prstGeom>
          <a:solidFill>
            <a:schemeClr val="accent2"/>
          </a:solidFill>
          <a:ln w="9525" algn="ctr">
            <a:noFill/>
            <a:miter lim="800000"/>
            <a:headEnd/>
            <a:tailEnd/>
          </a:ln>
          <a:effectLst>
            <a:outerShdw dist="107763" dir="2700000" algn="ctr" rotWithShape="0">
              <a:srgbClr val="B2B2B2"/>
            </a:outerShdw>
          </a:effec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t>Nguyên tắc</a:t>
            </a:r>
            <a:endParaRPr lang="en-US" sz="2800">
              <a:effectLst>
                <a:outerShdw blurRad="38100" dist="38100" dir="2700000" algn="tl">
                  <a:srgbClr val="FFFFFF"/>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fltVal val="0"/>
                                          </p:val>
                                        </p:tav>
                                        <p:tav tm="100000">
                                          <p:val>
                                            <p:strVal val="#ppt_w"/>
                                          </p:val>
                                        </p:tav>
                                      </p:tavLst>
                                    </p:anim>
                                    <p:anim calcmode="lin" valueType="num">
                                      <p:cBhvr>
                                        <p:cTn id="15" dur="1000" fill="hold"/>
                                        <p:tgtEl>
                                          <p:spTgt spid="2"/>
                                        </p:tgtEl>
                                        <p:attrNameLst>
                                          <p:attrName>ppt_h</p:attrName>
                                        </p:attrNameLst>
                                      </p:cBhvr>
                                      <p:tavLst>
                                        <p:tav tm="0">
                                          <p:val>
                                            <p:fltVal val="0"/>
                                          </p:val>
                                        </p:tav>
                                        <p:tav tm="100000">
                                          <p:val>
                                            <p:strVal val="#ppt_h"/>
                                          </p:val>
                                        </p:tav>
                                      </p:tavLst>
                                    </p:anim>
                                    <p:anim calcmode="lin" valueType="num">
                                      <p:cBhvr>
                                        <p:cTn id="16" dur="1000" fill="hold"/>
                                        <p:tgtEl>
                                          <p:spTgt spid="2"/>
                                        </p:tgtEl>
                                        <p:attrNameLst>
                                          <p:attrName>style.rotation</p:attrName>
                                        </p:attrNameLst>
                                      </p:cBhvr>
                                      <p:tavLst>
                                        <p:tav tm="0">
                                          <p:val>
                                            <p:fltVal val="90"/>
                                          </p:val>
                                        </p:tav>
                                        <p:tav tm="100000">
                                          <p:val>
                                            <p:fltVal val="0"/>
                                          </p:val>
                                        </p:tav>
                                      </p:tavLst>
                                    </p:anim>
                                    <p:animEffect transition="in" filter="fade">
                                      <p:cBhvr>
                                        <p:cTn id="17" dur="1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animBg="1"/>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188913"/>
          <a:ext cx="9324975" cy="6183314"/>
        </p:xfrm>
        <a:graphic>
          <a:graphicData uri="http://schemas.openxmlformats.org/drawingml/2006/table">
            <a:tbl>
              <a:tblPr/>
              <a:tblGrid>
                <a:gridCol w="4802188"/>
                <a:gridCol w="4522787"/>
              </a:tblGrid>
              <a:tr h="116998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10ml </a:t>
                      </a:r>
                      <a:r>
                        <a:rPr kumimoji="0" lang="en-US" sz="2500" b="1" i="0" u="none" strike="noStrike" cap="none" normalizeH="0" baseline="0" smtClean="0">
                          <a:ln>
                            <a:noFill/>
                          </a:ln>
                          <a:solidFill>
                            <a:schemeClr val="tx1"/>
                          </a:solidFill>
                          <a:effectLst/>
                          <a:latin typeface="Calibri" panose="020F0502020204030204" pitchFamily="34" charset="0"/>
                          <a:cs typeface="Times New Roman" panose="02020603050405020304" pitchFamily="18" charset="0"/>
                        </a:rPr>
                        <a:t> </a:t>
                      </a: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NaCl bằng AgNO</a:t>
                      </a:r>
                      <a:r>
                        <a:rPr kumimoji="0" lang="vi-VN" sz="2500" b="1" i="0" u="none" strike="noStrike" cap="none" normalizeH="0" baseline="-25000" smtClean="0">
                          <a:ln>
                            <a:noFill/>
                          </a:ln>
                          <a:solidFill>
                            <a:schemeClr val="tx1"/>
                          </a:solidFill>
                          <a:effectLst/>
                          <a:latin typeface="Arial" panose="020B0604020202020204" pitchFamily="34" charset="0"/>
                          <a:cs typeface="Times New Roman" panose="02020603050405020304" pitchFamily="18" charset="0"/>
                        </a:rPr>
                        <a:t>3</a:t>
                      </a: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 10</a:t>
                      </a:r>
                      <a:r>
                        <a:rPr kumimoji="0" lang="vi-VN" sz="2500" b="1" i="0" u="none" strike="noStrike" cap="none" normalizeH="0" baseline="30000" smtClean="0">
                          <a:ln>
                            <a:noFill/>
                          </a:ln>
                          <a:solidFill>
                            <a:schemeClr val="tx1"/>
                          </a:solidFill>
                          <a:effectLst/>
                          <a:latin typeface="Arial" panose="020B0604020202020204" pitchFamily="34" charset="0"/>
                          <a:cs typeface="Times New Roman" panose="02020603050405020304" pitchFamily="18" charset="0"/>
                        </a:rPr>
                        <a:t>-3</a:t>
                      </a: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M</a:t>
                      </a:r>
                      <a:endParaRPr kumimoji="0" lang="en-US" sz="2500" b="1" i="0" u="none" strike="noStrike" cap="none" normalizeH="0" baseline="0" smtClean="0">
                        <a:ln>
                          <a:noFill/>
                        </a:ln>
                        <a:solidFill>
                          <a:schemeClr val="tx1"/>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7CEEF"/>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10ml </a:t>
                      </a:r>
                      <a:r>
                        <a:rPr kumimoji="0" lang="en-US" sz="2500" b="1" i="0" u="none" strike="noStrike" cap="none" normalizeH="0" baseline="0" smtClean="0">
                          <a:ln>
                            <a:noFill/>
                          </a:ln>
                          <a:solidFill>
                            <a:schemeClr val="tx1"/>
                          </a:solidFill>
                          <a:effectLst/>
                          <a:latin typeface="Calibri" panose="020F0502020204030204" pitchFamily="34" charset="0"/>
                          <a:cs typeface="Times New Roman" panose="02020603050405020304" pitchFamily="18" charset="0"/>
                        </a:rPr>
                        <a:t> </a:t>
                      </a: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AgNO</a:t>
                      </a:r>
                      <a:r>
                        <a:rPr kumimoji="0" lang="vi-VN" sz="2500" b="1" i="0" u="none" strike="noStrike" cap="none" normalizeH="0" baseline="-25000" smtClean="0">
                          <a:ln>
                            <a:noFill/>
                          </a:ln>
                          <a:solidFill>
                            <a:schemeClr val="tx1"/>
                          </a:solidFill>
                          <a:effectLst/>
                          <a:latin typeface="Arial" panose="020B0604020202020204" pitchFamily="34" charset="0"/>
                          <a:cs typeface="Times New Roman" panose="02020603050405020304" pitchFamily="18" charset="0"/>
                        </a:rPr>
                        <a:t>3</a:t>
                      </a: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 bằng NaCl 10</a:t>
                      </a:r>
                      <a:r>
                        <a:rPr kumimoji="0" lang="vi-VN" sz="2500" b="1" i="0" u="none" strike="noStrike" cap="none" normalizeH="0" baseline="30000" smtClean="0">
                          <a:ln>
                            <a:noFill/>
                          </a:ln>
                          <a:solidFill>
                            <a:schemeClr val="tx1"/>
                          </a:solidFill>
                          <a:effectLst/>
                          <a:latin typeface="Arial" panose="020B0604020202020204" pitchFamily="34" charset="0"/>
                          <a:cs typeface="Times New Roman" panose="02020603050405020304" pitchFamily="18" charset="0"/>
                        </a:rPr>
                        <a:t>-3</a:t>
                      </a:r>
                      <a:r>
                        <a:rPr kumimoji="0" lang="vi-VN" sz="25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M</a:t>
                      </a:r>
                      <a:endParaRPr kumimoji="0" lang="en-US" sz="2500" b="1" i="0" u="none" strike="noStrike" cap="none" normalizeH="0" baseline="0" smtClean="0">
                        <a:ln>
                          <a:noFill/>
                        </a:ln>
                        <a:solidFill>
                          <a:schemeClr val="tx1"/>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7CEEF"/>
                    </a:solidFill>
                  </a:tcPr>
                </a:tc>
              </a:tr>
              <a:tr h="96996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1"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Phản ứng:</a:t>
                      </a: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Cl</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3000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AgCl</a:t>
                      </a:r>
                      <a:endPar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3F5"/>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1"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Phản ứng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Cl</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en-US" sz="2500" b="0" i="0" u="none" strike="noStrike" cap="none" normalizeH="0" baseline="3000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AgCl</a:t>
                      </a:r>
                      <a:endPar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3F5"/>
                    </a:solidFill>
                  </a:tcPr>
                </a:tc>
              </a:tr>
              <a:tr h="131286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1"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Phản ứng chỉ thị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AgCl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Cl</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endPar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AgCl/Ag</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0.2222V</a:t>
                      </a:r>
                      <a:endPar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1FA"/>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1"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Phản ứng chỉ thị:</a:t>
                      </a: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hoặc</a:t>
                      </a:r>
                      <a:endPar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AgCl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Cl</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endParaRPr kumimoji="0" lang="en-US" sz="2500" b="0" i="0" u="none" strike="noStrike" cap="none" normalizeH="0" baseline="30000" smtClean="0">
                        <a:ln>
                          <a:noFill/>
                        </a:ln>
                        <a:solidFill>
                          <a:srgbClr val="000000"/>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1FA"/>
                    </a:solidFill>
                  </a:tcPr>
                </a:tc>
              </a:tr>
              <a:tr h="1343025">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1"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Thế điện cực chỉ thị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AgCl/Ag</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AgCl/Ag</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RT/nF ln</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Ag</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a:t>
                      </a: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3F5"/>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1"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Thế điện cực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Ag+/Ag</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E</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Ag+/Ag </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RT/nF ln(Ag</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a:t>
                      </a:r>
                      <a:endPar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3F5"/>
                    </a:solidFill>
                  </a:tcPr>
                </a:tc>
              </a:tr>
              <a:tr h="1387475">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ts val="600"/>
                        </a:spcBef>
                        <a:spcAft>
                          <a:spcPts val="60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sdd</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E</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AgX/Ag</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0.0</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59</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lg(X</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E</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cal</a:t>
                      </a:r>
                    </a:p>
                    <a:p>
                      <a:pPr marL="0" marR="0" lvl="0" indent="0" algn="ctr" defTabSz="914400" rtl="0" eaLnBrk="1" fontAlgn="base" latinLnBrk="0" hangingPunct="1">
                        <a:lnSpc>
                          <a:spcPct val="100000"/>
                        </a:lnSpc>
                        <a:spcBef>
                          <a:spcPts val="600"/>
                        </a:spcBef>
                        <a:spcAft>
                          <a:spcPts val="60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(T=30</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C)</a:t>
                      </a:r>
                      <a:endPar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endParaRP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1FA"/>
                    </a:solid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5pPr>
                      <a:lvl6pPr marL="25146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6pPr>
                      <a:lvl7pPr marL="29718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7pPr>
                      <a:lvl8pPr marL="34290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8pPr>
                      <a:lvl9pPr marL="3886200" indent="-228600" eaLnBrk="0" fontAlgn="base" hangingPunct="0">
                        <a:lnSpc>
                          <a:spcPct val="90000"/>
                        </a:lnSpc>
                        <a:spcBef>
                          <a:spcPts val="200"/>
                        </a:spcBef>
                        <a:spcAft>
                          <a:spcPts val="400"/>
                        </a:spcAft>
                        <a:buClr>
                          <a:schemeClr val="accent1"/>
                        </a:buClr>
                        <a:buFont typeface="Calibri" panose="020F0502020204030204" pitchFamily="34" charset="0"/>
                        <a:defRPr sz="1200">
                          <a:solidFill>
                            <a:srgbClr val="404040"/>
                          </a:solidFill>
                          <a:latin typeface="Calibri" panose="020F0502020204030204" pitchFamily="34" charset="0"/>
                        </a:defRPr>
                      </a:lvl9pPr>
                    </a:lstStyle>
                    <a:p>
                      <a:pPr marL="0" marR="0" lvl="0" indent="0" algn="just" defTabSz="914400" rtl="0" eaLnBrk="1" fontAlgn="base" latinLnBrk="0" hangingPunct="1">
                        <a:lnSpc>
                          <a:spcPct val="100000"/>
                        </a:lnSpc>
                        <a:spcBef>
                          <a:spcPts val="600"/>
                        </a:spcBef>
                        <a:spcAft>
                          <a:spcPts val="60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sdd</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=E</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AgX/Ag</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–0.0</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59</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lg(Ag</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 – E</a:t>
                      </a:r>
                      <a:r>
                        <a:rPr kumimoji="0" lang="vi-VN" sz="2500" b="0" i="0" u="none" strike="noStrike" cap="none" normalizeH="0" baseline="-25000" smtClean="0">
                          <a:ln>
                            <a:noFill/>
                          </a:ln>
                          <a:solidFill>
                            <a:srgbClr val="000000"/>
                          </a:solidFill>
                          <a:effectLst/>
                          <a:latin typeface="Arial" panose="020B0604020202020204" pitchFamily="34" charset="0"/>
                          <a:cs typeface="Times New Roman" panose="02020603050405020304" pitchFamily="18" charset="0"/>
                        </a:rPr>
                        <a:t>cal</a:t>
                      </a:r>
                    </a:p>
                    <a:p>
                      <a:pPr marL="0" marR="0" lvl="0" indent="0" algn="ctr" defTabSz="914400" rtl="0" eaLnBrk="1" fontAlgn="base" latinLnBrk="0" hangingPunct="1">
                        <a:lnSpc>
                          <a:spcPct val="100000"/>
                        </a:lnSpc>
                        <a:spcBef>
                          <a:spcPts val="600"/>
                        </a:spcBef>
                        <a:spcAft>
                          <a:spcPts val="600"/>
                        </a:spcAft>
                        <a:buClrTx/>
                        <a:buSzTx/>
                        <a:buFontTx/>
                        <a:buNone/>
                        <a:tabLst/>
                      </a:pP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(T=30</a:t>
                      </a:r>
                      <a:r>
                        <a:rPr kumimoji="0" lang="vi-VN" sz="2500" b="0" i="0" u="none" strike="noStrike" cap="none" normalizeH="0" baseline="30000" smtClean="0">
                          <a:ln>
                            <a:noFill/>
                          </a:ln>
                          <a:solidFill>
                            <a:srgbClr val="000000"/>
                          </a:solidFill>
                          <a:effectLst/>
                          <a:latin typeface="Arial" panose="020B0604020202020204" pitchFamily="34" charset="0"/>
                          <a:cs typeface="Times New Roman" panose="02020603050405020304" pitchFamily="18" charset="0"/>
                        </a:rPr>
                        <a:t>o</a:t>
                      </a:r>
                      <a:r>
                        <a:rPr kumimoji="0" lang="vi-VN" sz="2500" b="0" i="0" u="none" strike="noStrike" cap="none" normalizeH="0" baseline="0" smtClean="0">
                          <a:ln>
                            <a:noFill/>
                          </a:ln>
                          <a:solidFill>
                            <a:srgbClr val="000000"/>
                          </a:solidFill>
                          <a:effectLst/>
                          <a:latin typeface="Arial" panose="020B0604020202020204" pitchFamily="34" charset="0"/>
                          <a:cs typeface="Times New Roman" panose="02020603050405020304" pitchFamily="18" charset="0"/>
                        </a:rPr>
                        <a:t>C</a:t>
                      </a:r>
                      <a:r>
                        <a:rPr kumimoji="0" lang="en-US" sz="2500" b="0" i="0" u="none" strike="noStrike" cap="none" normalizeH="0" baseline="0" smtClean="0">
                          <a:ln>
                            <a:noFill/>
                          </a:ln>
                          <a:solidFill>
                            <a:srgbClr val="000000"/>
                          </a:solidFill>
                          <a:effectLst/>
                          <a:latin typeface="Calibri" panose="020F0502020204030204" pitchFamily="34" charset="0"/>
                          <a:cs typeface="Times New Roman" panose="02020603050405020304" pitchFamily="18" charset="0"/>
                        </a:rPr>
                        <a:t>)</a:t>
                      </a:r>
                    </a:p>
                  </a:txBody>
                  <a:tcPr marL="91444" marR="91444"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1FA"/>
                    </a:solidFill>
                  </a:tcPr>
                </a:tc>
              </a:tr>
            </a:tbl>
          </a:graphicData>
        </a:graphic>
      </p:graphicFrame>
      <p:sp>
        <p:nvSpPr>
          <p:cNvPr id="263190"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5B353BC-C864-480A-A3AE-6FAC0255D6A3}" type="slidenum">
              <a:rPr lang="en-US" altLang="ru-RU">
                <a:solidFill>
                  <a:srgbClr val="FFFFFF"/>
                </a:solidFill>
                <a:latin typeface="Arial" panose="020B0604020202020204" pitchFamily="34" charset="0"/>
                <a:cs typeface="Arial" panose="020B0604020202020204" pitchFamily="34" charset="0"/>
              </a:rPr>
              <a:pPr/>
              <a:t>219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771775" y="333375"/>
            <a:ext cx="5256213" cy="685800"/>
          </a:xfrm>
          <a:prstGeom prst="rect">
            <a:avLst/>
          </a:prstGeom>
        </p:spPr>
        <p:txBody>
          <a:bodyPr anchor="ctr">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b="1">
                <a:solidFill>
                  <a:srgbClr val="2C3C7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Đường cong c</a:t>
            </a:r>
            <a:r>
              <a:rPr lang="vi-VN" sz="2800" b="1">
                <a:solidFill>
                  <a:srgbClr val="2C3C7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huẩn độ kết tủa</a:t>
            </a:r>
            <a:endParaRPr lang="en-US" sz="2800" b="1">
              <a:solidFill>
                <a:srgbClr val="2C3C7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aphicFrame>
        <p:nvGraphicFramePr>
          <p:cNvPr id="264195" name="Object 171"/>
          <p:cNvGraphicFramePr>
            <a:graphicFrameLocks noChangeAspect="1"/>
          </p:cNvGraphicFramePr>
          <p:nvPr/>
        </p:nvGraphicFramePr>
        <p:xfrm>
          <a:off x="1116013" y="1484313"/>
          <a:ext cx="7845425" cy="4654550"/>
        </p:xfrm>
        <a:graphic>
          <a:graphicData uri="http://schemas.openxmlformats.org/presentationml/2006/ole">
            <mc:AlternateContent xmlns:mc="http://schemas.openxmlformats.org/markup-compatibility/2006">
              <mc:Choice xmlns:v="urn:schemas-microsoft-com:vml" Requires="v">
                <p:oleObj spid="_x0000_s264197" name="Visio" r:id="rId3" imgW="4035346" imgH="3360673" progId="">
                  <p:embed/>
                </p:oleObj>
              </mc:Choice>
              <mc:Fallback>
                <p:oleObj name="Visio" r:id="rId3" imgW="4035346" imgH="3360673" progId="">
                  <p:embed/>
                  <p:pic>
                    <p:nvPicPr>
                      <p:cNvPr id="0" name="Object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484313"/>
                        <a:ext cx="7845425" cy="4654550"/>
                      </a:xfrm>
                      <a:prstGeom prst="rect">
                        <a:avLst/>
                      </a:prstGeom>
                      <a:solidFill>
                        <a:srgbClr val="E8F2D3"/>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419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AFFE501-0C1D-4A34-BE59-596115D2ECB5}" type="slidenum">
              <a:rPr lang="en-US" altLang="ru-RU">
                <a:solidFill>
                  <a:srgbClr val="FFFFFF"/>
                </a:solidFill>
                <a:latin typeface="Arial" panose="020B0604020202020204" pitchFamily="34" charset="0"/>
                <a:cs typeface="Arial" panose="020B0604020202020204" pitchFamily="34" charset="0"/>
              </a:rPr>
              <a:pPr/>
              <a:t>220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116013" y="485775"/>
            <a:ext cx="749776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en-US" sz="2400">
                <a:latin typeface="Arial" panose="020B0604020202020204" pitchFamily="34" charset="0"/>
                <a:cs typeface="Arial" panose="020B0604020202020204" pitchFamily="34" charset="0"/>
              </a:rPr>
              <a:t>Bản chất của bước nhảy thế khi chuẩn độ AgNO</a:t>
            </a:r>
            <a:r>
              <a:rPr lang="en-US" altLang="en-US" sz="2400" baseline="-25000">
                <a:latin typeface="Arial" panose="020B0604020202020204" pitchFamily="34" charset="0"/>
                <a:cs typeface="Arial" panose="020B0604020202020204" pitchFamily="34" charset="0"/>
              </a:rPr>
              <a:t>3 </a:t>
            </a:r>
            <a:r>
              <a:rPr lang="en-US" altLang="en-US" sz="2400">
                <a:latin typeface="Arial" panose="020B0604020202020204" pitchFamily="34" charset="0"/>
                <a:cs typeface="Arial" panose="020B0604020202020204" pitchFamily="34" charset="0"/>
              </a:rPr>
              <a:t> bằng NaCl  khi chọn điện cực chỉ thị là bạc–bạc(I), điện cực so sánh là điện cực calomen bão hòa.</a:t>
            </a:r>
          </a:p>
        </p:txBody>
      </p:sp>
      <p:sp>
        <p:nvSpPr>
          <p:cNvPr id="3" name="TextBox 2"/>
          <p:cNvSpPr txBox="1">
            <a:spLocks noChangeArrowheads="1"/>
          </p:cNvSpPr>
          <p:nvPr/>
        </p:nvSpPr>
        <p:spPr bwMode="auto">
          <a:xfrm>
            <a:off x="2339975" y="2852738"/>
            <a:ext cx="45577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 typeface="Wingdings" panose="05000000000000000000" pitchFamily="2" charset="2"/>
              <a:buChar char="v"/>
            </a:pPr>
            <a:r>
              <a:rPr lang="en-US" altLang="en-US" sz="2800">
                <a:solidFill>
                  <a:srgbClr val="002060"/>
                </a:solidFill>
                <a:latin typeface="Times New Roman" panose="02020603050405020304" pitchFamily="18" charset="0"/>
                <a:cs typeface="Times New Roman" panose="02020603050405020304" pitchFamily="18" charset="0"/>
              </a:rPr>
              <a:t>  Chuẩn độ ion Ag</a:t>
            </a:r>
            <a:r>
              <a:rPr lang="en-US" altLang="en-US" sz="2800" baseline="30000">
                <a:solidFill>
                  <a:srgbClr val="002060"/>
                </a:solidFill>
                <a:latin typeface="Times New Roman" panose="02020603050405020304" pitchFamily="18" charset="0"/>
                <a:cs typeface="Times New Roman" panose="02020603050405020304" pitchFamily="18" charset="0"/>
              </a:rPr>
              <a:t>+</a:t>
            </a:r>
            <a:r>
              <a:rPr lang="en-US" altLang="en-US" sz="2800">
                <a:solidFill>
                  <a:srgbClr val="002060"/>
                </a:solidFill>
                <a:latin typeface="Times New Roman" panose="02020603050405020304" pitchFamily="18" charset="0"/>
                <a:cs typeface="Times New Roman" panose="02020603050405020304" pitchFamily="18" charset="0"/>
              </a:rPr>
              <a:t> bằng Cl</a:t>
            </a:r>
            <a:r>
              <a:rPr lang="en-US" altLang="en-US" sz="2800" baseline="30000">
                <a:solidFill>
                  <a:srgbClr val="002060"/>
                </a:solidFill>
                <a:latin typeface="Times New Roman" panose="02020603050405020304" pitchFamily="18" charset="0"/>
                <a:cs typeface="Times New Roman" panose="02020603050405020304" pitchFamily="18" charset="0"/>
              </a:rPr>
              <a:t>-</a:t>
            </a:r>
            <a:endParaRPr lang="en-US" altLang="en-US" sz="2800">
              <a:solidFill>
                <a:srgbClr val="00206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642067" y="3933056"/>
            <a:ext cx="4445256" cy="584775"/>
          </a:xfrm>
          <a:prstGeom prst="rect">
            <a:avLst/>
          </a:prstGeom>
          <a:noFill/>
        </p:spPr>
        <p:txBody>
          <a:bodyPr wrap="none">
            <a:spAutoFit/>
            <a:scene3d>
              <a:camera prst="orthographicFront"/>
              <a:lightRig rig="threePt" dir="t"/>
            </a:scene3d>
            <a:sp3d extrusionH="57150">
              <a:bevelT w="38100" h="38100" prst="convex"/>
            </a:sp3d>
          </a:bodyPr>
          <a:lstStyle/>
          <a:p>
            <a:pPr eaLnBrk="1" fontAlgn="auto" hangingPunct="1">
              <a:spcBef>
                <a:spcPts val="0"/>
              </a:spcBef>
              <a:spcAft>
                <a:spcPts val="0"/>
              </a:spcAft>
              <a:defRPr/>
            </a:pPr>
            <a:r>
              <a:rPr lang="en-US" sz="3200" dirty="0">
                <a:solidFill>
                  <a:srgbClr val="FF0000"/>
                </a:solidFill>
                <a:latin typeface="Times New Roman" pitchFamily="18" charset="0"/>
                <a:cs typeface="Times New Roman" pitchFamily="18" charset="0"/>
              </a:rPr>
              <a:t>Ag</a:t>
            </a:r>
            <a:r>
              <a:rPr lang="en-US" sz="3200" baseline="30000" dirty="0">
                <a:solidFill>
                  <a:srgbClr val="FF0000"/>
                </a:solidFill>
                <a:latin typeface="Times New Roman" pitchFamily="18" charset="0"/>
                <a:cs typeface="Times New Roman" pitchFamily="18" charset="0"/>
              </a:rPr>
              <a:t>+</a:t>
            </a:r>
            <a:r>
              <a:rPr lang="en-US" sz="3200" dirty="0">
                <a:solidFill>
                  <a:srgbClr val="FF0000"/>
                </a:solidFill>
                <a:latin typeface="Times New Roman" pitchFamily="18" charset="0"/>
                <a:cs typeface="Times New Roman" pitchFamily="18" charset="0"/>
              </a:rPr>
              <a:t>   +   </a:t>
            </a:r>
            <a:r>
              <a:rPr lang="en-US" sz="3200" dirty="0" err="1">
                <a:solidFill>
                  <a:srgbClr val="FF0000"/>
                </a:solidFill>
                <a:latin typeface="Times New Roman" pitchFamily="18" charset="0"/>
                <a:cs typeface="Times New Roman" pitchFamily="18" charset="0"/>
              </a:rPr>
              <a:t>Cl</a:t>
            </a:r>
            <a:r>
              <a:rPr lang="en-US" sz="3200" baseline="30000" dirty="0">
                <a:solidFill>
                  <a:srgbClr val="FF0000"/>
                </a:solidFill>
                <a:latin typeface="Times New Roman" pitchFamily="18" charset="0"/>
                <a:cs typeface="Times New Roman" pitchFamily="18" charset="0"/>
              </a:rPr>
              <a:t>-</a:t>
            </a:r>
            <a:r>
              <a:rPr lang="en-US" sz="3200" dirty="0">
                <a:solidFill>
                  <a:srgbClr val="FF0000"/>
                </a:solidFill>
                <a:latin typeface="Times New Roman" pitchFamily="18" charset="0"/>
                <a:cs typeface="Times New Roman" pitchFamily="18" charset="0"/>
              </a:rPr>
              <a:t>     =      </a:t>
            </a:r>
            <a:r>
              <a:rPr lang="en-US" sz="3200" dirty="0" err="1">
                <a:solidFill>
                  <a:srgbClr val="FF0000"/>
                </a:solidFill>
                <a:latin typeface="Times New Roman" pitchFamily="18" charset="0"/>
                <a:cs typeface="Times New Roman" pitchFamily="18" charset="0"/>
              </a:rPr>
              <a:t>AgCl</a:t>
            </a:r>
            <a:endParaRPr lang="en-US" sz="3200" dirty="0">
              <a:solidFill>
                <a:srgbClr val="FF0000"/>
              </a:solidFill>
              <a:latin typeface="Times New Roman" pitchFamily="18" charset="0"/>
              <a:cs typeface="Times New Roman" pitchFamily="18" charset="0"/>
            </a:endParaRPr>
          </a:p>
        </p:txBody>
      </p:sp>
      <p:sp>
        <p:nvSpPr>
          <p:cNvPr id="265221"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E8ECB17-6517-492A-971A-5269EB2DB9EA}" type="slidenum">
              <a:rPr lang="en-US" altLang="ru-RU">
                <a:solidFill>
                  <a:srgbClr val="FFFFFF"/>
                </a:solidFill>
                <a:latin typeface="Arial" panose="020B0604020202020204" pitchFamily="34" charset="0"/>
                <a:cs typeface="Arial" panose="020B0604020202020204" pitchFamily="34" charset="0"/>
              </a:rPr>
              <a:pPr/>
              <a:t>221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1000" fill="hold"/>
                                        <p:tgtEl>
                                          <p:spTgt spid="4"/>
                                        </p:tgtEl>
                                        <p:attrNameLst>
                                          <p:attrName>ppt_w</p:attrName>
                                        </p:attrNameLst>
                                      </p:cBhvr>
                                      <p:tavLst>
                                        <p:tav tm="0">
                                          <p:val>
                                            <p:fltVal val="0"/>
                                          </p:val>
                                        </p:tav>
                                        <p:tav tm="100000">
                                          <p:val>
                                            <p:strVal val="#ppt_w"/>
                                          </p:val>
                                        </p:tav>
                                      </p:tavLst>
                                    </p:anim>
                                    <p:anim calcmode="lin" valueType="num">
                                      <p:cBhvr>
                                        <p:cTn id="22" dur="1000" fill="hold"/>
                                        <p:tgtEl>
                                          <p:spTgt spid="4"/>
                                        </p:tgtEl>
                                        <p:attrNameLst>
                                          <p:attrName>ppt_h</p:attrName>
                                        </p:attrNameLst>
                                      </p:cBhvr>
                                      <p:tavLst>
                                        <p:tav tm="0">
                                          <p:val>
                                            <p:fltVal val="0"/>
                                          </p:val>
                                        </p:tav>
                                        <p:tav tm="100000">
                                          <p:val>
                                            <p:strVal val="#ppt_h"/>
                                          </p:val>
                                        </p:tav>
                                      </p:tavLst>
                                    </p:anim>
                                    <p:anim calcmode="lin" valueType="num">
                                      <p:cBhvr>
                                        <p:cTn id="23" dur="1000" fill="hold"/>
                                        <p:tgtEl>
                                          <p:spTgt spid="4"/>
                                        </p:tgtEl>
                                        <p:attrNameLst>
                                          <p:attrName>style.rotation</p:attrName>
                                        </p:attrNameLst>
                                      </p:cBhvr>
                                      <p:tavLst>
                                        <p:tav tm="0">
                                          <p:val>
                                            <p:fltVal val="90"/>
                                          </p:val>
                                        </p:tav>
                                        <p:tav tm="100000">
                                          <p:val>
                                            <p:fltVal val="0"/>
                                          </p:val>
                                        </p:tav>
                                      </p:tavLst>
                                    </p:anim>
                                    <p:animEffect transition="in" filter="fade">
                                      <p:cBhvr>
                                        <p:cTn id="2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 y="60194"/>
          <a:ext cx="9144001" cy="6797806"/>
        </p:xfrm>
        <a:graphic>
          <a:graphicData uri="http://schemas.openxmlformats.org/drawingml/2006/table">
            <a:tbl>
              <a:tblPr firstRow="1" firstCol="1" bandRow="1">
                <a:tableStyleId>{5C22544A-7EE6-4342-B048-85BDC9FD1C3A}</a:tableStyleId>
              </a:tblPr>
              <a:tblGrid>
                <a:gridCol w="913422"/>
                <a:gridCol w="967792"/>
                <a:gridCol w="913422"/>
                <a:gridCol w="894933"/>
                <a:gridCol w="913422"/>
                <a:gridCol w="909071"/>
                <a:gridCol w="921034"/>
                <a:gridCol w="914508"/>
                <a:gridCol w="918861"/>
                <a:gridCol w="877536"/>
              </a:tblGrid>
              <a:tr h="492252">
                <a:tc>
                  <a:txBody>
                    <a:bodyPr/>
                    <a:lstStyle/>
                    <a:p>
                      <a:pPr algn="ctr">
                        <a:lnSpc>
                          <a:spcPct val="115000"/>
                        </a:lnSpc>
                        <a:spcAft>
                          <a:spcPts val="0"/>
                        </a:spcAft>
                      </a:pPr>
                      <a:r>
                        <a:rPr lang="en-US" sz="1400" dirty="0">
                          <a:effectLst/>
                          <a:latin typeface="Arial" pitchFamily="34" charset="0"/>
                          <a:cs typeface="Arial" pitchFamily="34" charset="0"/>
                        </a:rPr>
                        <a:t>TT</a:t>
                      </a:r>
                      <a:endParaRPr lang="en-US" sz="1100" dirty="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dirty="0" err="1">
                          <a:effectLst/>
                          <a:latin typeface="Arial" pitchFamily="34" charset="0"/>
                          <a:cs typeface="Arial" pitchFamily="34" charset="0"/>
                        </a:rPr>
                        <a:t>V</a:t>
                      </a:r>
                      <a:r>
                        <a:rPr lang="en-US" sz="1400" baseline="-25000" dirty="0" err="1">
                          <a:effectLst/>
                          <a:latin typeface="Arial" pitchFamily="34" charset="0"/>
                          <a:cs typeface="Arial" pitchFamily="34" charset="0"/>
                        </a:rPr>
                        <a:t>NaOH</a:t>
                      </a:r>
                      <a:endParaRPr lang="en-US" sz="1100" dirty="0">
                        <a:effectLst/>
                        <a:latin typeface="Arial" pitchFamily="34" charset="0"/>
                        <a:ea typeface="Calibri"/>
                        <a:cs typeface="Arial" pitchFamily="34" charset="0"/>
                      </a:endParaRPr>
                    </a:p>
                  </a:txBody>
                  <a:tcPr marL="27879" marR="27879" marT="0" marB="0"/>
                </a:tc>
                <a:tc>
                  <a:txBody>
                    <a:bodyPr/>
                    <a:lstStyle/>
                    <a:p>
                      <a:endParaRPr lang="en-US">
                        <a:latin typeface="Arial" pitchFamily="34" charset="0"/>
                        <a:cs typeface="Arial" pitchFamily="34" charset="0"/>
                      </a:endParaRPr>
                    </a:p>
                  </a:txBody>
                  <a:tcPr marL="27879" marR="27879" marT="0" marB="0">
                    <a:blipFill rotWithShape="0">
                      <a:blip r:embed="rId2"/>
                      <a:stretch>
                        <a:fillRect l="-206000" t="-7407" r="-694000" b="-1286420"/>
                      </a:stretch>
                    </a:blipFill>
                  </a:tcPr>
                </a:tc>
                <a:tc>
                  <a:txBody>
                    <a:bodyPr/>
                    <a:lstStyle/>
                    <a:p>
                      <a:pPr algn="ctr">
                        <a:lnSpc>
                          <a:spcPct val="115000"/>
                        </a:lnSpc>
                        <a:spcAft>
                          <a:spcPts val="0"/>
                        </a:spcAft>
                      </a:pPr>
                      <a:r>
                        <a:rPr lang="en-US" sz="1400">
                          <a:effectLst/>
                          <a:latin typeface="Arial" pitchFamily="34" charset="0"/>
                          <a:cs typeface="Arial" pitchFamily="34" charset="0"/>
                        </a:rPr>
                        <a:t>E</a:t>
                      </a:r>
                      <a:endParaRPr lang="en-US" sz="1100">
                        <a:effectLst/>
                        <a:latin typeface="Arial" pitchFamily="34" charset="0"/>
                        <a:ea typeface="Calibri"/>
                        <a:cs typeface="Arial" pitchFamily="34" charset="0"/>
                      </a:endParaRPr>
                    </a:p>
                  </a:txBody>
                  <a:tcPr marL="27879" marR="27879" marT="0" marB="0"/>
                </a:tc>
                <a:tc>
                  <a:txBody>
                    <a:bodyPr/>
                    <a:lstStyle/>
                    <a:p>
                      <a:endParaRPr lang="en-US">
                        <a:latin typeface="Arial" pitchFamily="34" charset="0"/>
                        <a:cs typeface="Arial" pitchFamily="34" charset="0"/>
                      </a:endParaRPr>
                    </a:p>
                  </a:txBody>
                  <a:tcPr marL="27879" marR="27879" marT="0" marB="0">
                    <a:blipFill rotWithShape="0">
                      <a:blip r:embed="rId2"/>
                      <a:stretch>
                        <a:fillRect l="-404000" t="-7407" r="-496000" b="-1286420"/>
                      </a:stretch>
                    </a:blipFill>
                  </a:tcPr>
                </a:tc>
                <a:tc>
                  <a:txBody>
                    <a:bodyPr/>
                    <a:lstStyle/>
                    <a:p>
                      <a:pPr algn="ctr">
                        <a:lnSpc>
                          <a:spcPct val="115000"/>
                        </a:lnSpc>
                        <a:spcAft>
                          <a:spcPts val="0"/>
                        </a:spcAft>
                      </a:pPr>
                      <a:r>
                        <a:rPr lang="en-US" sz="1400">
                          <a:effectLst/>
                          <a:latin typeface="Arial" pitchFamily="34" charset="0"/>
                          <a:cs typeface="Arial" pitchFamily="34" charset="0"/>
                        </a:rPr>
                        <a:t>V’</a:t>
                      </a:r>
                      <a:endParaRPr lang="en-US" sz="1100">
                        <a:effectLst/>
                        <a:latin typeface="Arial" pitchFamily="34" charset="0"/>
                        <a:ea typeface="Calibri"/>
                        <a:cs typeface="Arial" pitchFamily="34" charset="0"/>
                      </a:endParaRPr>
                    </a:p>
                  </a:txBody>
                  <a:tcPr marL="27879" marR="27879" marT="0" marB="0"/>
                </a:tc>
                <a:tc>
                  <a:txBody>
                    <a:bodyPr/>
                    <a:lstStyle/>
                    <a:p>
                      <a:endParaRPr lang="en-US">
                        <a:latin typeface="Arial" pitchFamily="34" charset="0"/>
                        <a:cs typeface="Arial" pitchFamily="34" charset="0"/>
                      </a:endParaRPr>
                    </a:p>
                  </a:txBody>
                  <a:tcPr marL="27879" marR="27879" marT="0" marB="0">
                    <a:blipFill rotWithShape="0">
                      <a:blip r:embed="rId2"/>
                      <a:stretch>
                        <a:fillRect l="-599338" t="-7407" r="-294040" b="-1286420"/>
                      </a:stretch>
                    </a:blipFill>
                  </a:tcPr>
                </a:tc>
                <a:tc>
                  <a:txBody>
                    <a:bodyPr/>
                    <a:lstStyle/>
                    <a:p>
                      <a:endParaRPr lang="en-US">
                        <a:latin typeface="Arial" pitchFamily="34" charset="0"/>
                        <a:cs typeface="Arial" pitchFamily="34" charset="0"/>
                      </a:endParaRPr>
                    </a:p>
                  </a:txBody>
                  <a:tcPr marL="27879" marR="27879" marT="0" marB="0">
                    <a:blipFill rotWithShape="0">
                      <a:blip r:embed="rId2"/>
                      <a:stretch>
                        <a:fillRect l="-704000" t="-7407" r="-196000" b="-1286420"/>
                      </a:stretch>
                    </a:blipFill>
                  </a:tcPr>
                </a:tc>
                <a:tc>
                  <a:txBody>
                    <a:bodyPr/>
                    <a:lstStyle/>
                    <a:p>
                      <a:pPr algn="ctr">
                        <a:lnSpc>
                          <a:spcPct val="115000"/>
                        </a:lnSpc>
                        <a:spcAft>
                          <a:spcPts val="0"/>
                        </a:spcAft>
                      </a:pPr>
                      <a:r>
                        <a:rPr lang="en-US" sz="1400">
                          <a:effectLst/>
                          <a:latin typeface="Arial" pitchFamily="34" charset="0"/>
                          <a:cs typeface="Arial" pitchFamily="34" charset="0"/>
                        </a:rPr>
                        <a:t>V’’</a:t>
                      </a:r>
                      <a:endParaRPr lang="en-US" sz="1100">
                        <a:effectLst/>
                        <a:latin typeface="Arial" pitchFamily="34" charset="0"/>
                        <a:ea typeface="Calibri"/>
                        <a:cs typeface="Arial" pitchFamily="34" charset="0"/>
                      </a:endParaRPr>
                    </a:p>
                  </a:txBody>
                  <a:tcPr marL="27879" marR="27879" marT="0" marB="0"/>
                </a:tc>
                <a:tc>
                  <a:txBody>
                    <a:bodyPr/>
                    <a:lstStyle/>
                    <a:p>
                      <a:endParaRPr lang="en-US">
                        <a:latin typeface="Arial" pitchFamily="34" charset="0"/>
                        <a:cs typeface="Arial" pitchFamily="34" charset="0"/>
                      </a:endParaRPr>
                    </a:p>
                  </a:txBody>
                  <a:tcPr marL="27879" marR="27879" marT="0" marB="0">
                    <a:blipFill rotWithShape="0">
                      <a:blip r:embed="rId2"/>
                      <a:stretch>
                        <a:fillRect l="-942361" t="-7407" r="694" b="-1286420"/>
                      </a:stretch>
                    </a:blipFill>
                  </a:tcPr>
                </a:tc>
              </a:tr>
              <a:tr h="245364">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(2)</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dirty="0">
                          <a:effectLst/>
                          <a:latin typeface="Arial" pitchFamily="34" charset="0"/>
                          <a:cs typeface="Arial" pitchFamily="34" charset="0"/>
                        </a:rPr>
                        <a:t>(5)</a:t>
                      </a:r>
                      <a:endParaRPr lang="en-US" sz="1100" dirty="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(7)</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(8)</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dirty="0">
                          <a:effectLst/>
                          <a:latin typeface="Arial" pitchFamily="34" charset="0"/>
                          <a:cs typeface="Arial" pitchFamily="34" charset="0"/>
                        </a:rPr>
                        <a:t>(10)</a:t>
                      </a:r>
                      <a:endParaRPr lang="en-US" sz="1100" dirty="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0,063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2</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15,60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0,161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15,65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5,0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0,20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15,70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0,166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0,007</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15,75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7,0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0,143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443429">
                <a:tc>
                  <a:txBody>
                    <a:bodyPr/>
                    <a:lstStyle/>
                    <a:p>
                      <a:pPr algn="ctr">
                        <a:lnSpc>
                          <a:spcPct val="115000"/>
                        </a:lnSpc>
                        <a:spcAft>
                          <a:spcPts val="0"/>
                        </a:spcAft>
                      </a:pPr>
                      <a:r>
                        <a:rPr lang="en-US" sz="1400">
                          <a:effectLst/>
                          <a:latin typeface="Arial" pitchFamily="34" charset="0"/>
                          <a:cs typeface="Arial" pitchFamily="34" charset="0"/>
                        </a:rPr>
                        <a:t>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V=15,8</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0,173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V=V’’</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V’’=15,80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+2</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0,009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15,85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9,0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0,111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15,90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0.,182</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15,90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+5</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0,014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15,95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0,071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16,00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dirty="0">
                          <a:effectLst/>
                          <a:latin typeface="Arial" pitchFamily="34" charset="0"/>
                          <a:cs typeface="Arial" pitchFamily="34" charset="0"/>
                        </a:rPr>
                        <a:t>0,196</a:t>
                      </a:r>
                      <a:endParaRPr lang="en-US" sz="1100" dirty="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16,00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+15</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0,10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0,029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16,05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29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0,034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7</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16,10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0,225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+35</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0,064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16,15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64</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0,016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8</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16,20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0,289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16,20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-34</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16,25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30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0,033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16,30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0,319</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-14</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0,016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16,35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0,063</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10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16,40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0,335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16,40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-5</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0,011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16,45</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0,091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r>
              <a:tr h="295619">
                <a:tc>
                  <a:txBody>
                    <a:bodyPr/>
                    <a:lstStyle/>
                    <a:p>
                      <a:pPr algn="ctr">
                        <a:lnSpc>
                          <a:spcPct val="115000"/>
                        </a:lnSpc>
                        <a:spcAft>
                          <a:spcPts val="0"/>
                        </a:spcAft>
                      </a:pPr>
                      <a:r>
                        <a:rPr lang="en-US" sz="1400">
                          <a:effectLst/>
                          <a:latin typeface="Arial" pitchFamily="34" charset="0"/>
                          <a:cs typeface="Arial" pitchFamily="34" charset="0"/>
                        </a:rPr>
                        <a:t>11</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16,50</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0,346</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a:effectLst/>
                          <a:latin typeface="Arial" pitchFamily="34" charset="0"/>
                          <a:cs typeface="Arial" pitchFamily="34" charset="0"/>
                        </a:rPr>
                        <a:t> </a:t>
                      </a:r>
                      <a:endParaRPr lang="en-US" sz="1100">
                        <a:effectLst/>
                        <a:latin typeface="Arial" pitchFamily="34" charset="0"/>
                        <a:ea typeface="Calibri"/>
                        <a:cs typeface="Arial" pitchFamily="34" charset="0"/>
                      </a:endParaRPr>
                    </a:p>
                  </a:txBody>
                  <a:tcPr marL="27879" marR="27879" marT="0" marB="0"/>
                </a:tc>
                <a:tc>
                  <a:txBody>
                    <a:bodyPr/>
                    <a:lstStyle/>
                    <a:p>
                      <a:pPr algn="ctr">
                        <a:lnSpc>
                          <a:spcPct val="115000"/>
                        </a:lnSpc>
                        <a:spcAft>
                          <a:spcPts val="0"/>
                        </a:spcAft>
                      </a:pPr>
                      <a:r>
                        <a:rPr lang="en-US" sz="1400" dirty="0">
                          <a:effectLst/>
                          <a:latin typeface="Arial" pitchFamily="34" charset="0"/>
                          <a:cs typeface="Arial" pitchFamily="34" charset="0"/>
                        </a:rPr>
                        <a:t> </a:t>
                      </a:r>
                      <a:endParaRPr lang="en-US" sz="1100" dirty="0">
                        <a:effectLst/>
                        <a:latin typeface="Arial" pitchFamily="34" charset="0"/>
                        <a:ea typeface="Calibri"/>
                        <a:cs typeface="Arial" pitchFamily="34" charset="0"/>
                      </a:endParaRPr>
                    </a:p>
                  </a:txBody>
                  <a:tcPr marL="27879" marR="27879" marT="0" marB="0"/>
                </a:tc>
              </a:tr>
            </a:tbl>
          </a:graphicData>
        </a:graphic>
      </p:graphicFrame>
      <p:sp>
        <p:nvSpPr>
          <p:cNvPr id="26624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FFE1A42-B713-4603-B5E8-BE3BFDABC69C}" type="slidenum">
              <a:rPr lang="en-US" altLang="ru-RU">
                <a:solidFill>
                  <a:srgbClr val="FFFFFF"/>
                </a:solidFill>
                <a:latin typeface="Arial" panose="020B0604020202020204" pitchFamily="34" charset="0"/>
                <a:cs typeface="Arial" panose="020B0604020202020204" pitchFamily="34" charset="0"/>
              </a:rPr>
              <a:pPr/>
              <a:t>222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66" name="Object 172"/>
          <p:cNvGraphicFramePr>
            <a:graphicFrameLocks noChangeAspect="1"/>
          </p:cNvGraphicFramePr>
          <p:nvPr/>
        </p:nvGraphicFramePr>
        <p:xfrm>
          <a:off x="1193800" y="1233488"/>
          <a:ext cx="7620000" cy="4495800"/>
        </p:xfrm>
        <a:graphic>
          <a:graphicData uri="http://schemas.openxmlformats.org/presentationml/2006/ole">
            <mc:AlternateContent xmlns:mc="http://schemas.openxmlformats.org/markup-compatibility/2006">
              <mc:Choice xmlns:v="urn:schemas-microsoft-com:vml" Requires="v">
                <p:oleObj spid="_x0000_s267270" name="Visio" r:id="rId3" imgW="5813447" imgH="4495204" progId="">
                  <p:embed/>
                </p:oleObj>
              </mc:Choice>
              <mc:Fallback>
                <p:oleObj name="Visio" r:id="rId3" imgW="5813447" imgH="4495204" progId="">
                  <p:embed/>
                  <p:pic>
                    <p:nvPicPr>
                      <p:cNvPr id="0" name="Object 1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800" y="1233488"/>
                        <a:ext cx="7620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 Box 4"/>
          <p:cNvSpPr txBox="1">
            <a:spLocks noChangeArrowheads="1"/>
          </p:cNvSpPr>
          <p:nvPr/>
        </p:nvSpPr>
        <p:spPr bwMode="auto">
          <a:xfrm>
            <a:off x="1850914" y="404664"/>
            <a:ext cx="6539860" cy="523220"/>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eaLnBrk="1" fontAlgn="auto" hangingPunct="1">
              <a:spcBef>
                <a:spcPts val="0"/>
              </a:spcBef>
              <a:spcAft>
                <a:spcPts val="0"/>
              </a:spcAft>
              <a:defRPr/>
            </a:pPr>
            <a:r>
              <a:rPr lang="en-US" sz="2800" b="1" dirty="0" err="1">
                <a:effectLst>
                  <a:reflection blurRad="6350" stA="55000" endA="300" endPos="45500" dir="5400000" sy="-100000" algn="bl" rotWithShape="0"/>
                </a:effectLst>
                <a:latin typeface="Times New Roman" panose="02020603050405020304" pitchFamily="18" charset="0"/>
                <a:cs typeface="Times New Roman" pitchFamily="18" charset="0"/>
              </a:rPr>
              <a:t>Phương</a:t>
            </a:r>
            <a:r>
              <a:rPr lang="en-US" sz="2800" b="1" dirty="0">
                <a:effectLst>
                  <a:reflection blurRad="6350" stA="55000" endA="300" endPos="45500" dir="5400000" sy="-100000" algn="bl" rotWithShape="0"/>
                </a:effectLst>
                <a:latin typeface="Times New Roman" panose="02020603050405020304" pitchFamily="18" charset="0"/>
                <a:cs typeface="Times New Roman" pitchFamily="18" charset="0"/>
              </a:rPr>
              <a:t> </a:t>
            </a:r>
            <a:r>
              <a:rPr lang="en-US" sz="2800" b="1" dirty="0" err="1">
                <a:effectLst>
                  <a:reflection blurRad="6350" stA="55000" endA="300" endPos="45500" dir="5400000" sy="-100000" algn="bl" rotWithShape="0"/>
                </a:effectLst>
                <a:latin typeface="Times New Roman" panose="02020603050405020304" pitchFamily="18" charset="0"/>
                <a:cs typeface="Times New Roman" pitchFamily="18" charset="0"/>
              </a:rPr>
              <a:t>pháp</a:t>
            </a:r>
            <a:r>
              <a:rPr lang="en-US" sz="2800" b="1" dirty="0">
                <a:effectLst>
                  <a:reflection blurRad="6350" stA="55000" endA="300" endPos="45500" dir="5400000" sy="-100000" algn="bl" rotWithShape="0"/>
                </a:effectLst>
                <a:latin typeface="Times New Roman" panose="02020603050405020304" pitchFamily="18" charset="0"/>
                <a:cs typeface="Times New Roman" pitchFamily="18" charset="0"/>
              </a:rPr>
              <a:t> </a:t>
            </a:r>
            <a:r>
              <a:rPr lang="en-US" sz="2800" b="1" dirty="0" err="1">
                <a:effectLst>
                  <a:reflection blurRad="6350" stA="55000" endA="300" endPos="45500" dir="5400000" sy="-100000" algn="bl" rotWithShape="0"/>
                </a:effectLst>
                <a:latin typeface="Times New Roman" panose="02020603050405020304" pitchFamily="18" charset="0"/>
                <a:cs typeface="Times New Roman" pitchFamily="18" charset="0"/>
              </a:rPr>
              <a:t>đồ</a:t>
            </a:r>
            <a:r>
              <a:rPr lang="en-US" sz="2800" b="1" dirty="0">
                <a:effectLst>
                  <a:reflection blurRad="6350" stA="55000" endA="300" endPos="45500" dir="5400000" sy="-100000" algn="bl" rotWithShape="0"/>
                </a:effectLst>
                <a:latin typeface="Times New Roman" panose="02020603050405020304" pitchFamily="18" charset="0"/>
                <a:cs typeface="Times New Roman" pitchFamily="18" charset="0"/>
              </a:rPr>
              <a:t> </a:t>
            </a:r>
            <a:r>
              <a:rPr lang="en-US" sz="2800" b="1" dirty="0" err="1">
                <a:effectLst>
                  <a:reflection blurRad="6350" stA="55000" endA="300" endPos="45500" dir="5400000" sy="-100000" algn="bl" rotWithShape="0"/>
                </a:effectLst>
                <a:latin typeface="Times New Roman" panose="02020603050405020304" pitchFamily="18" charset="0"/>
                <a:cs typeface="Times New Roman" pitchFamily="18" charset="0"/>
              </a:rPr>
              <a:t>thị</a:t>
            </a:r>
            <a:endParaRPr lang="en-US" sz="2800" b="1" dirty="0">
              <a:effectLst>
                <a:reflection blurRad="6350" stA="55000" endA="300" endPos="45500" dir="5400000" sy="-100000" algn="bl" rotWithShape="0"/>
              </a:effectLst>
              <a:latin typeface="Times New Roman" pitchFamily="18" charset="0"/>
              <a:cs typeface="Times New Roman" pitchFamily="18" charset="0"/>
            </a:endParaRPr>
          </a:p>
        </p:txBody>
      </p:sp>
      <p:sp>
        <p:nvSpPr>
          <p:cNvPr id="4" name="TextBox 3"/>
          <p:cNvSpPr txBox="1">
            <a:spLocks noChangeArrowheads="1"/>
          </p:cNvSpPr>
          <p:nvPr/>
        </p:nvSpPr>
        <p:spPr bwMode="auto">
          <a:xfrm>
            <a:off x="2987675" y="6000750"/>
            <a:ext cx="4067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Sự phụ thuộc E vào V</a:t>
            </a:r>
            <a:r>
              <a:rPr lang="en-US" altLang="en-US" sz="2800" baseline="-25000">
                <a:latin typeface="Times New Roman" panose="02020603050405020304" pitchFamily="18" charset="0"/>
                <a:cs typeface="Times New Roman" panose="02020603050405020304" pitchFamily="18" charset="0"/>
              </a:rPr>
              <a:t>AgNO3</a:t>
            </a:r>
          </a:p>
        </p:txBody>
      </p:sp>
      <p:sp>
        <p:nvSpPr>
          <p:cNvPr id="267269"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4512B40-9F1B-4C62-975B-AB3904536F7F}" type="slidenum">
              <a:rPr lang="en-US" altLang="ru-RU">
                <a:solidFill>
                  <a:srgbClr val="FFFFFF"/>
                </a:solidFill>
                <a:latin typeface="Arial" panose="020B0604020202020204" pitchFamily="34" charset="0"/>
                <a:cs typeface="Arial" panose="020B0604020202020204" pitchFamily="34" charset="0"/>
              </a:rPr>
              <a:pPr/>
              <a:t>223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8290" name="Object 171"/>
          <p:cNvGraphicFramePr>
            <a:graphicFrameLocks noChangeAspect="1"/>
          </p:cNvGraphicFramePr>
          <p:nvPr/>
        </p:nvGraphicFramePr>
        <p:xfrm>
          <a:off x="981075" y="981075"/>
          <a:ext cx="7896225" cy="3962400"/>
        </p:xfrm>
        <a:graphic>
          <a:graphicData uri="http://schemas.openxmlformats.org/presentationml/2006/ole">
            <mc:AlternateContent xmlns:mc="http://schemas.openxmlformats.org/markup-compatibility/2006">
              <mc:Choice xmlns:v="urn:schemas-microsoft-com:vml" Requires="v">
                <p:oleObj spid="_x0000_s268293" name="Visio" r:id="rId3" imgW="6150063" imgH="3086421" progId="">
                  <p:embed/>
                </p:oleObj>
              </mc:Choice>
              <mc:Fallback>
                <p:oleObj name="Visio" r:id="rId3" imgW="6150063" imgH="3086421" progId="">
                  <p:embed/>
                  <p:pic>
                    <p:nvPicPr>
                      <p:cNvPr id="0" name="Object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075" y="981075"/>
                        <a:ext cx="789622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a:spLocks noRot="1" noChangeAspect="1" noMove="1" noResize="1" noEditPoints="1" noAdjustHandles="1" noChangeArrowheads="1" noChangeShapeType="1" noTextEdit="1"/>
          </p:cNvSpPr>
          <p:nvPr/>
        </p:nvSpPr>
        <p:spPr>
          <a:xfrm>
            <a:off x="2823932" y="5375906"/>
            <a:ext cx="4538294" cy="706732"/>
          </a:xfrm>
          <a:prstGeom prst="rect">
            <a:avLst/>
          </a:prstGeom>
          <a:blipFill rotWithShape="0">
            <a:blip r:embed="rId5" cstate="print"/>
            <a:stretch>
              <a:fillRect l="-2685" r="-134" b="-9483"/>
            </a:stretch>
          </a:blipFill>
        </p:spPr>
        <p:txBody>
          <a:bodyPr/>
          <a:lstStyle/>
          <a:p>
            <a:pPr eaLnBrk="1" fontAlgn="auto" hangingPunct="1">
              <a:spcBef>
                <a:spcPts val="0"/>
              </a:spcBef>
              <a:spcAft>
                <a:spcPts val="0"/>
              </a:spcAft>
              <a:defRPr/>
            </a:pPr>
            <a:r>
              <a:rPr lang="en-US">
                <a:noFill/>
                <a:latin typeface="+mn-lt"/>
              </a:rPr>
              <a:t> </a:t>
            </a:r>
          </a:p>
        </p:txBody>
      </p:sp>
      <p:sp>
        <p:nvSpPr>
          <p:cNvPr id="26829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98D96D7-00F7-4D5F-818C-559EF2498219}" type="slidenum">
              <a:rPr lang="en-US" altLang="ru-RU">
                <a:solidFill>
                  <a:srgbClr val="FFFFFF"/>
                </a:solidFill>
                <a:latin typeface="Arial" panose="020B0604020202020204" pitchFamily="34" charset="0"/>
                <a:cs typeface="Arial" panose="020B0604020202020204" pitchFamily="34" charset="0"/>
              </a:rPr>
              <a:pPr/>
              <a:t>224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9314" name="Object 171"/>
          <p:cNvGraphicFramePr>
            <a:graphicFrameLocks noChangeAspect="1"/>
          </p:cNvGraphicFramePr>
          <p:nvPr/>
        </p:nvGraphicFramePr>
        <p:xfrm>
          <a:off x="1223963" y="765175"/>
          <a:ext cx="7620000" cy="4105275"/>
        </p:xfrm>
        <a:graphic>
          <a:graphicData uri="http://schemas.openxmlformats.org/presentationml/2006/ole">
            <mc:AlternateContent xmlns:mc="http://schemas.openxmlformats.org/markup-compatibility/2006">
              <mc:Choice xmlns:v="urn:schemas-microsoft-com:vml" Requires="v">
                <p:oleObj spid="_x0000_s269317" name="Visio" r:id="rId3" imgW="6150063" imgH="3485382" progId="">
                  <p:embed/>
                </p:oleObj>
              </mc:Choice>
              <mc:Fallback>
                <p:oleObj name="Visio" r:id="rId3" imgW="6150063" imgH="3485382" progId="">
                  <p:embed/>
                  <p:pic>
                    <p:nvPicPr>
                      <p:cNvPr id="0" name="Object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963" y="765175"/>
                        <a:ext cx="762000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a:spLocks noRot="1" noChangeAspect="1" noMove="1" noResize="1" noEditPoints="1" noAdjustHandles="1" noChangeArrowheads="1" noChangeShapeType="1" noTextEdit="1"/>
          </p:cNvSpPr>
          <p:nvPr/>
        </p:nvSpPr>
        <p:spPr>
          <a:xfrm>
            <a:off x="2784324" y="5517232"/>
            <a:ext cx="4538294" cy="706732"/>
          </a:xfrm>
          <a:prstGeom prst="rect">
            <a:avLst/>
          </a:prstGeom>
          <a:blipFill rotWithShape="0">
            <a:blip r:embed="rId5" cstate="print"/>
            <a:stretch>
              <a:fillRect l="-2823" r="-269" b="-9483"/>
            </a:stretch>
          </a:blipFill>
        </p:spPr>
        <p:txBody>
          <a:bodyPr/>
          <a:lstStyle/>
          <a:p>
            <a:pPr eaLnBrk="1" fontAlgn="auto" hangingPunct="1">
              <a:spcBef>
                <a:spcPts val="0"/>
              </a:spcBef>
              <a:spcAft>
                <a:spcPts val="0"/>
              </a:spcAft>
              <a:defRPr/>
            </a:pPr>
            <a:r>
              <a:rPr lang="en-US">
                <a:noFill/>
                <a:latin typeface="+mn-lt"/>
              </a:rPr>
              <a:t> </a:t>
            </a:r>
          </a:p>
        </p:txBody>
      </p:sp>
      <p:sp>
        <p:nvSpPr>
          <p:cNvPr id="26931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A4642A0-32E7-47A2-B59F-8C71A445C5F0}" type="slidenum">
              <a:rPr lang="en-US" altLang="ru-RU">
                <a:solidFill>
                  <a:srgbClr val="FFFFFF"/>
                </a:solidFill>
                <a:latin typeface="Arial" panose="020B0604020202020204" pitchFamily="34" charset="0"/>
                <a:cs typeface="Arial" panose="020B0604020202020204" pitchFamily="34" charset="0"/>
              </a:rPr>
              <a:pPr/>
              <a:t>225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0338" name="Object 171"/>
          <p:cNvGraphicFramePr>
            <a:graphicFrameLocks noChangeAspect="1"/>
          </p:cNvGraphicFramePr>
          <p:nvPr/>
        </p:nvGraphicFramePr>
        <p:xfrm>
          <a:off x="1435100" y="692150"/>
          <a:ext cx="7397750" cy="4191000"/>
        </p:xfrm>
        <a:graphic>
          <a:graphicData uri="http://schemas.openxmlformats.org/presentationml/2006/ole">
            <mc:AlternateContent xmlns:mc="http://schemas.openxmlformats.org/markup-compatibility/2006">
              <mc:Choice xmlns:v="urn:schemas-microsoft-com:vml" Requires="v">
                <p:oleObj spid="_x0000_s270341" name="Visio" r:id="rId3" imgW="6194333" imgH="4189099" progId="">
                  <p:embed/>
                </p:oleObj>
              </mc:Choice>
              <mc:Fallback>
                <p:oleObj name="Visio" r:id="rId3" imgW="6194333" imgH="4189099" progId="">
                  <p:embed/>
                  <p:pic>
                    <p:nvPicPr>
                      <p:cNvPr id="0" name="Object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5100" y="692150"/>
                        <a:ext cx="73977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a:spLocks noRot="1" noChangeAspect="1" noMove="1" noResize="1" noEditPoints="1" noAdjustHandles="1" noChangeArrowheads="1" noChangeShapeType="1" noTextEdit="1"/>
          </p:cNvSpPr>
          <p:nvPr/>
        </p:nvSpPr>
        <p:spPr>
          <a:xfrm>
            <a:off x="2853685" y="5370736"/>
            <a:ext cx="4638321" cy="706732"/>
          </a:xfrm>
          <a:prstGeom prst="rect">
            <a:avLst/>
          </a:prstGeom>
          <a:blipFill rotWithShape="0">
            <a:blip r:embed="rId5" cstate="print"/>
            <a:stretch>
              <a:fillRect l="-2628" r="-131" b="-9483"/>
            </a:stretch>
          </a:blipFill>
        </p:spPr>
        <p:txBody>
          <a:bodyPr/>
          <a:lstStyle/>
          <a:p>
            <a:pPr eaLnBrk="1" fontAlgn="auto" hangingPunct="1">
              <a:spcBef>
                <a:spcPts val="0"/>
              </a:spcBef>
              <a:spcAft>
                <a:spcPts val="0"/>
              </a:spcAft>
              <a:defRPr/>
            </a:pPr>
            <a:r>
              <a:rPr lang="en-US">
                <a:noFill/>
                <a:latin typeface="+mn-lt"/>
              </a:rPr>
              <a:t> </a:t>
            </a:r>
          </a:p>
        </p:txBody>
      </p:sp>
      <p:sp>
        <p:nvSpPr>
          <p:cNvPr id="27034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A57D6DE-16F4-4C08-9501-E6C7C72CDCF8}" type="slidenum">
              <a:rPr lang="en-US" altLang="ru-RU">
                <a:solidFill>
                  <a:srgbClr val="FFFFFF"/>
                </a:solidFill>
                <a:latin typeface="Arial" panose="020B0604020202020204" pitchFamily="34" charset="0"/>
                <a:cs typeface="Arial" panose="020B0604020202020204" pitchFamily="34" charset="0"/>
              </a:rPr>
              <a:pPr/>
              <a:t>226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1362" name="Picture 2" descr="Karl Fischer Titrator: Solvent Purification System Accesso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6350" y="981075"/>
            <a:ext cx="47625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051050" y="333375"/>
            <a:ext cx="5770563" cy="461963"/>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400" b="1" dirty="0" err="1">
                <a:latin typeface="+mn-lt"/>
              </a:rPr>
              <a:t>Chuẩn</a:t>
            </a:r>
            <a:r>
              <a:rPr lang="en-US" sz="2400" b="1" dirty="0">
                <a:latin typeface="+mn-lt"/>
              </a:rPr>
              <a:t> </a:t>
            </a:r>
            <a:r>
              <a:rPr lang="en-US" sz="2400" b="1" dirty="0" err="1">
                <a:latin typeface="+mn-lt"/>
              </a:rPr>
              <a:t>độ</a:t>
            </a:r>
            <a:r>
              <a:rPr lang="en-US" sz="2400" b="1" dirty="0">
                <a:latin typeface="+mn-lt"/>
              </a:rPr>
              <a:t> </a:t>
            </a:r>
            <a:r>
              <a:rPr lang="en-US" altLang="zh-CN" sz="2400" b="1" kern="0" dirty="0">
                <a:latin typeface="Times New Roman" pitchFamily="18" charset="0"/>
                <a:cs typeface="Times New Roman" pitchFamily="18" charset="0"/>
              </a:rPr>
              <a:t>Karl-Fischer</a:t>
            </a:r>
            <a:r>
              <a:rPr lang="en-US" sz="2400" b="1" dirty="0">
                <a:latin typeface="+mn-lt"/>
              </a:rPr>
              <a:t> </a:t>
            </a:r>
          </a:p>
        </p:txBody>
      </p:sp>
      <p:pic>
        <p:nvPicPr>
          <p:cNvPr id="271364" name="Picture 4" descr="http://patentimages.storage.googleapis.com/EP2183286B1/imgb00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13" y="5064125"/>
            <a:ext cx="7993062"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65"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EC58AC0-1628-44C3-B345-3A5E18938C4B}" type="slidenum">
              <a:rPr lang="en-US" altLang="ru-RU">
                <a:solidFill>
                  <a:srgbClr val="FFFFFF"/>
                </a:solidFill>
                <a:latin typeface="Arial" panose="020B0604020202020204" pitchFamily="34" charset="0"/>
                <a:cs typeface="Arial" panose="020B0604020202020204" pitchFamily="34" charset="0"/>
              </a:rPr>
              <a:pPr/>
              <a:t>227</a:t>
            </a:fld>
            <a:endParaRPr lang="en-US" altLang="ru-RU">
              <a:solidFill>
                <a:srgbClr val="FFFFFF"/>
              </a:solidFill>
              <a:latin typeface="Arial" panose="020B0604020202020204" pitchFamily="34" charset="0"/>
              <a:cs typeface="Arial" panose="020B0604020202020204" pitchFamily="34" charset="0"/>
            </a:endParaRPr>
          </a:p>
        </p:txBody>
      </p:sp>
      <p:sp>
        <p:nvSpPr>
          <p:cNvPr id="271366" name="TextBox 3"/>
          <p:cNvSpPr txBox="1">
            <a:spLocks noChangeArrowheads="1"/>
          </p:cNvSpPr>
          <p:nvPr/>
        </p:nvSpPr>
        <p:spPr bwMode="auto">
          <a:xfrm>
            <a:off x="2986088" y="6081713"/>
            <a:ext cx="4176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Xác định hàm lượng nước</a:t>
            </a:r>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3410" name="Picture 2" descr="Karl Fischer Titrator: Solvent Purification System Accesso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138" y="963613"/>
            <a:ext cx="47625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051050" y="333375"/>
            <a:ext cx="5770563" cy="461963"/>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400" b="1" dirty="0" err="1">
                <a:latin typeface="+mn-lt"/>
              </a:rPr>
              <a:t>Chuẩn</a:t>
            </a:r>
            <a:r>
              <a:rPr lang="en-US" sz="2400" b="1" dirty="0">
                <a:latin typeface="+mn-lt"/>
              </a:rPr>
              <a:t> </a:t>
            </a:r>
            <a:r>
              <a:rPr lang="en-US" sz="2400" b="1" dirty="0" err="1">
                <a:latin typeface="+mn-lt"/>
              </a:rPr>
              <a:t>độ</a:t>
            </a:r>
            <a:r>
              <a:rPr lang="en-US" sz="2400" b="1" dirty="0">
                <a:latin typeface="+mn-lt"/>
              </a:rPr>
              <a:t> </a:t>
            </a:r>
            <a:r>
              <a:rPr lang="en-US" altLang="zh-CN" sz="2400" b="1" kern="0" dirty="0">
                <a:latin typeface="Times New Roman" pitchFamily="18" charset="0"/>
                <a:cs typeface="Times New Roman" pitchFamily="18" charset="0"/>
              </a:rPr>
              <a:t>Karl-Fischer</a:t>
            </a:r>
            <a:r>
              <a:rPr lang="en-US" sz="2400" b="1" dirty="0">
                <a:latin typeface="+mn-lt"/>
              </a:rPr>
              <a:t> </a:t>
            </a:r>
          </a:p>
        </p:txBody>
      </p:sp>
      <p:sp>
        <p:nvSpPr>
          <p:cNvPr id="273412"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2D3BB31-608D-49C3-9F0F-A01949C03458}" type="slidenum">
              <a:rPr lang="en-US" altLang="ru-RU">
                <a:solidFill>
                  <a:srgbClr val="FFFFFF"/>
                </a:solidFill>
                <a:latin typeface="Arial" panose="020B0604020202020204" pitchFamily="34" charset="0"/>
                <a:cs typeface="Arial" panose="020B0604020202020204" pitchFamily="34" charset="0"/>
              </a:rPr>
              <a:pPr/>
              <a:t>228</a:t>
            </a:fld>
            <a:endParaRPr lang="en-US" altLang="ru-RU">
              <a:solidFill>
                <a:srgbClr val="FFFFFF"/>
              </a:solidFill>
              <a:latin typeface="Arial" panose="020B0604020202020204" pitchFamily="34" charset="0"/>
              <a:cs typeface="Arial" panose="020B0604020202020204" pitchFamily="34" charset="0"/>
            </a:endParaRPr>
          </a:p>
        </p:txBody>
      </p:sp>
      <p:sp>
        <p:nvSpPr>
          <p:cNvPr id="273413" name="TextBox 4"/>
          <p:cNvSpPr txBox="1">
            <a:spLocks noChangeArrowheads="1"/>
          </p:cNvSpPr>
          <p:nvPr/>
        </p:nvSpPr>
        <p:spPr bwMode="auto">
          <a:xfrm>
            <a:off x="2546350" y="4706938"/>
            <a:ext cx="53276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Tx/>
              <a:buChar char="-"/>
            </a:pPr>
            <a:r>
              <a:rPr lang="en-US" altLang="en-US" sz="2800">
                <a:latin typeface="Times New Roman" panose="02020603050405020304" pitchFamily="18" charset="0"/>
                <a:cs typeface="Times New Roman" panose="02020603050405020304" pitchFamily="18" charset="0"/>
              </a:rPr>
              <a:t>Nhanh</a:t>
            </a:r>
          </a:p>
          <a:p>
            <a:pPr eaLnBrk="1" hangingPunct="1">
              <a:buFontTx/>
              <a:buChar char="-"/>
            </a:pPr>
            <a:r>
              <a:rPr lang="en-US" altLang="en-US" sz="2800">
                <a:latin typeface="Times New Roman" panose="02020603050405020304" pitchFamily="18" charset="0"/>
                <a:cs typeface="Times New Roman" panose="02020603050405020304" pitchFamily="18" charset="0"/>
              </a:rPr>
              <a:t>Chọn lọc với nước</a:t>
            </a:r>
          </a:p>
          <a:p>
            <a:pPr eaLnBrk="1" hangingPunct="1">
              <a:buFontTx/>
              <a:buChar char="-"/>
            </a:pPr>
            <a:r>
              <a:rPr lang="en-US" altLang="en-US" sz="2800">
                <a:latin typeface="Times New Roman" panose="02020603050405020304" pitchFamily="18" charset="0"/>
                <a:cs typeface="Times New Roman" panose="02020603050405020304" pitchFamily="18" charset="0"/>
              </a:rPr>
              <a:t>Chính xác</a:t>
            </a:r>
          </a:p>
          <a:p>
            <a:pPr eaLnBrk="1" hangingPunct="1">
              <a:buFontTx/>
              <a:buChar char="-"/>
            </a:pPr>
            <a:r>
              <a:rPr lang="en-US" altLang="en-US" sz="2800">
                <a:latin typeface="Times New Roman" panose="02020603050405020304" pitchFamily="18" charset="0"/>
                <a:cs typeface="Times New Roman" panose="02020603050405020304" pitchFamily="18" charset="0"/>
              </a:rPr>
              <a:t>Hàm lượng nước từ ppm đến%</a:t>
            </a:r>
          </a:p>
        </p:txBody>
      </p:sp>
      <p:sp>
        <p:nvSpPr>
          <p:cNvPr id="273414" name="Rectangle 5"/>
          <p:cNvSpPr>
            <a:spLocks noChangeArrowheads="1"/>
          </p:cNvSpPr>
          <p:nvPr/>
        </p:nvSpPr>
        <p:spPr bwMode="auto">
          <a:xfrm>
            <a:off x="4716463" y="1644650"/>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rgbClr val="0077C1"/>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Thể tích: 0.1 – 100% H</a:t>
            </a:r>
            <a:r>
              <a:rPr lang="en-US" altLang="en-US" sz="2400" baseline="-25000">
                <a:solidFill>
                  <a:srgbClr val="000000"/>
                </a:solidFill>
                <a:latin typeface="Times New Roman" panose="02020603050405020304" pitchFamily="18" charset="0"/>
                <a:cs typeface="Times New Roman" panose="02020603050405020304" pitchFamily="18" charset="0"/>
              </a:rPr>
              <a:t>2</a:t>
            </a:r>
            <a:r>
              <a:rPr lang="en-US" altLang="en-US" sz="2400">
                <a:solidFill>
                  <a:srgbClr val="000000"/>
                </a:solidFill>
                <a:latin typeface="Times New Roman" panose="02020603050405020304" pitchFamily="18" charset="0"/>
                <a:cs typeface="Times New Roman" panose="02020603050405020304" pitchFamily="18" charset="0"/>
              </a:rPr>
              <a:t>O</a:t>
            </a:r>
          </a:p>
          <a:p>
            <a:pPr eaLnBrk="1" hangingPunct="1"/>
            <a:r>
              <a:rPr lang="en-US" altLang="en-US" sz="2400">
                <a:solidFill>
                  <a:srgbClr val="0077C1"/>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Điện thế: 0.001 – 0.1% H</a:t>
            </a:r>
            <a:r>
              <a:rPr lang="en-US" altLang="en-US" sz="2400" baseline="-25000">
                <a:solidFill>
                  <a:srgbClr val="000000"/>
                </a:solidFill>
                <a:latin typeface="Times New Roman" panose="02020603050405020304" pitchFamily="18" charset="0"/>
                <a:cs typeface="Times New Roman" panose="02020603050405020304" pitchFamily="18" charset="0"/>
              </a:rPr>
              <a:t>2</a:t>
            </a:r>
            <a:r>
              <a:rPr lang="en-US" altLang="en-US" sz="2400">
                <a:solidFill>
                  <a:srgbClr val="000000"/>
                </a:solidFill>
                <a:latin typeface="Times New Roman" panose="02020603050405020304" pitchFamily="18" charset="0"/>
                <a:cs typeface="Times New Roman" panose="02020603050405020304" pitchFamily="18" charset="0"/>
              </a:rPr>
              <a:t>O</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79625" y="757238"/>
            <a:ext cx="5770563" cy="522287"/>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altLang="zh-CN" sz="2800" b="1" kern="0" dirty="0">
                <a:latin typeface="Times New Roman" pitchFamily="18" charset="0"/>
                <a:cs typeface="Times New Roman" pitchFamily="18" charset="0"/>
              </a:rPr>
              <a:t>Karl-Fischer</a:t>
            </a:r>
            <a:r>
              <a:rPr lang="en-US" sz="2800" b="1" dirty="0">
                <a:latin typeface="Times New Roman" panose="02020603050405020304" pitchFamily="18" charset="0"/>
                <a:cs typeface="Times New Roman" panose="02020603050405020304" pitchFamily="18" charset="0"/>
              </a:rPr>
              <a:t> </a:t>
            </a:r>
          </a:p>
        </p:txBody>
      </p:sp>
      <p:sp>
        <p:nvSpPr>
          <p:cNvPr id="275459"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8792BA2-254C-43EF-8924-14C4054870A9}" type="slidenum">
              <a:rPr lang="en-US" altLang="ru-RU">
                <a:solidFill>
                  <a:srgbClr val="FFFFFF"/>
                </a:solidFill>
                <a:latin typeface="Arial" panose="020B0604020202020204" pitchFamily="34" charset="0"/>
                <a:cs typeface="Arial" panose="020B0604020202020204" pitchFamily="34" charset="0"/>
              </a:rPr>
              <a:pPr/>
              <a:t>229</a:t>
            </a:fld>
            <a:endParaRPr lang="en-US" altLang="ru-RU">
              <a:solidFill>
                <a:srgbClr val="FFFFFF"/>
              </a:solidFill>
              <a:latin typeface="Arial" panose="020B0604020202020204" pitchFamily="34" charset="0"/>
              <a:cs typeface="Arial" panose="020B0604020202020204" pitchFamily="34" charset="0"/>
            </a:endParaRPr>
          </a:p>
        </p:txBody>
      </p:sp>
      <p:sp>
        <p:nvSpPr>
          <p:cNvPr id="275460" name="TextBox 6"/>
          <p:cNvSpPr txBox="1">
            <a:spLocks noChangeArrowheads="1"/>
          </p:cNvSpPr>
          <p:nvPr/>
        </p:nvSpPr>
        <p:spPr bwMode="auto">
          <a:xfrm>
            <a:off x="2200275" y="2352675"/>
            <a:ext cx="6183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SO</a:t>
            </a:r>
            <a:r>
              <a:rPr lang="en-US" altLang="en-US" sz="2400" baseline="-25000">
                <a:latin typeface="Times New Roman" panose="02020603050405020304" pitchFamily="18" charset="0"/>
                <a:cs typeface="Times New Roman" panose="02020603050405020304" pitchFamily="18" charset="0"/>
              </a:rPr>
              <a:t>2</a:t>
            </a:r>
            <a:r>
              <a:rPr lang="en-US" altLang="en-US" sz="2400">
                <a:latin typeface="Times New Roman" panose="02020603050405020304" pitchFamily="18" charset="0"/>
                <a:cs typeface="Times New Roman" panose="02020603050405020304" pitchFamily="18" charset="0"/>
              </a:rPr>
              <a:t> + RN + ROH          (RNH)SO</a:t>
            </a:r>
            <a:r>
              <a:rPr lang="en-US" altLang="en-US" sz="2400" baseline="-25000">
                <a:latin typeface="Times New Roman" panose="02020603050405020304" pitchFamily="18" charset="0"/>
                <a:cs typeface="Times New Roman" panose="02020603050405020304" pitchFamily="18" charset="0"/>
              </a:rPr>
              <a:t>3</a:t>
            </a:r>
            <a:r>
              <a:rPr lang="en-US" altLang="en-US" sz="2400">
                <a:latin typeface="Times New Roman" panose="02020603050405020304" pitchFamily="18" charset="0"/>
                <a:cs typeface="Times New Roman" panose="02020603050405020304" pitchFamily="18" charset="0"/>
              </a:rPr>
              <a:t>R</a:t>
            </a:r>
          </a:p>
        </p:txBody>
      </p:sp>
      <p:cxnSp>
        <p:nvCxnSpPr>
          <p:cNvPr id="9" name="Straight Arrow Connector 8"/>
          <p:cNvCxnSpPr/>
          <p:nvPr/>
        </p:nvCxnSpPr>
        <p:spPr>
          <a:xfrm>
            <a:off x="4713288" y="2587625"/>
            <a:ext cx="5048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5462" name="Rectangle 12"/>
          <p:cNvSpPr>
            <a:spLocks noChangeArrowheads="1"/>
          </p:cNvSpPr>
          <p:nvPr/>
        </p:nvSpPr>
        <p:spPr bwMode="auto">
          <a:xfrm>
            <a:off x="1187450" y="3122613"/>
            <a:ext cx="7632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latin typeface="Times New Roman" panose="02020603050405020304" pitchFamily="18" charset="0"/>
                <a:cs typeface="Times New Roman" panose="02020603050405020304" pitchFamily="18" charset="0"/>
              </a:rPr>
              <a:t>RNH]SO</a:t>
            </a:r>
            <a:r>
              <a:rPr lang="en-US" altLang="en-US" sz="2400" b="1" baseline="-25000">
                <a:latin typeface="Times New Roman" panose="02020603050405020304" pitchFamily="18" charset="0"/>
                <a:cs typeface="Times New Roman" panose="02020603050405020304" pitchFamily="18" charset="0"/>
              </a:rPr>
              <a:t>3</a:t>
            </a:r>
            <a:r>
              <a:rPr lang="en-US" altLang="en-US" sz="2400" b="1">
                <a:latin typeface="Times New Roman" panose="02020603050405020304" pitchFamily="18" charset="0"/>
                <a:cs typeface="Times New Roman" panose="02020603050405020304" pitchFamily="18" charset="0"/>
              </a:rPr>
              <a:t>R + I</a:t>
            </a:r>
            <a:r>
              <a:rPr lang="en-US" altLang="en-US" sz="2400" b="1" baseline="-25000">
                <a:latin typeface="Times New Roman" panose="02020603050405020304" pitchFamily="18" charset="0"/>
                <a:cs typeface="Times New Roman" panose="02020603050405020304" pitchFamily="18" charset="0"/>
              </a:rPr>
              <a:t>2</a:t>
            </a:r>
            <a:r>
              <a:rPr lang="en-US" altLang="en-US" sz="2400" b="1">
                <a:latin typeface="Times New Roman" panose="02020603050405020304" pitchFamily="18" charset="0"/>
                <a:cs typeface="Times New Roman" panose="02020603050405020304" pitchFamily="18" charset="0"/>
              </a:rPr>
              <a:t> +</a:t>
            </a:r>
            <a:r>
              <a:rPr lang="en-US" altLang="en-US" sz="2400" b="1">
                <a:solidFill>
                  <a:srgbClr val="C00000"/>
                </a:solidFill>
                <a:latin typeface="Times New Roman" panose="02020603050405020304" pitchFamily="18" charset="0"/>
                <a:cs typeface="Times New Roman" panose="02020603050405020304" pitchFamily="18" charset="0"/>
              </a:rPr>
              <a:t> H</a:t>
            </a:r>
            <a:r>
              <a:rPr lang="en-US" altLang="en-US" sz="2400" b="1" baseline="-25000">
                <a:solidFill>
                  <a:srgbClr val="C00000"/>
                </a:solidFill>
                <a:latin typeface="Times New Roman" panose="02020603050405020304" pitchFamily="18" charset="0"/>
                <a:cs typeface="Times New Roman" panose="02020603050405020304" pitchFamily="18" charset="0"/>
              </a:rPr>
              <a:t>2</a:t>
            </a:r>
            <a:r>
              <a:rPr lang="en-US" altLang="en-US" sz="2400" b="1">
                <a:solidFill>
                  <a:srgbClr val="C00000"/>
                </a:solidFill>
                <a:latin typeface="Times New Roman" panose="02020603050405020304" pitchFamily="18" charset="0"/>
                <a:cs typeface="Times New Roman" panose="02020603050405020304" pitchFamily="18" charset="0"/>
              </a:rPr>
              <a:t>O </a:t>
            </a:r>
            <a:r>
              <a:rPr lang="en-US" altLang="en-US" sz="2400" b="1">
                <a:latin typeface="Times New Roman" panose="02020603050405020304" pitchFamily="18" charset="0"/>
                <a:cs typeface="Times New Roman" panose="02020603050405020304" pitchFamily="18" charset="0"/>
              </a:rPr>
              <a:t>+2RN     [RNH]SO</a:t>
            </a:r>
            <a:r>
              <a:rPr lang="en-US" altLang="en-US" sz="2400" b="1" baseline="-25000">
                <a:latin typeface="Times New Roman" panose="02020603050405020304" pitchFamily="18" charset="0"/>
                <a:cs typeface="Times New Roman" panose="02020603050405020304" pitchFamily="18" charset="0"/>
              </a:rPr>
              <a:t>4</a:t>
            </a:r>
            <a:r>
              <a:rPr lang="en-US" altLang="en-US" sz="2400" b="1">
                <a:latin typeface="Times New Roman" panose="02020603050405020304" pitchFamily="18" charset="0"/>
                <a:cs typeface="Times New Roman" panose="02020603050405020304" pitchFamily="18" charset="0"/>
              </a:rPr>
              <a:t>R + 2[RNH]I    </a:t>
            </a:r>
            <a:endParaRPr lang="en-US" altLang="en-US" sz="2400">
              <a:latin typeface="Times New Roman" panose="02020603050405020304" pitchFamily="18" charset="0"/>
              <a:cs typeface="Times New Roman" panose="02020603050405020304" pitchFamily="18" charset="0"/>
            </a:endParaRPr>
          </a:p>
        </p:txBody>
      </p:sp>
      <p:cxnSp>
        <p:nvCxnSpPr>
          <p:cNvPr id="17" name="Straight Arrow Connector 16"/>
          <p:cNvCxnSpPr/>
          <p:nvPr/>
        </p:nvCxnSpPr>
        <p:spPr>
          <a:xfrm>
            <a:off x="5148263" y="3389313"/>
            <a:ext cx="287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5464" name="TextBox 17"/>
          <p:cNvSpPr txBox="1">
            <a:spLocks noChangeArrowheads="1"/>
          </p:cNvSpPr>
          <p:nvPr/>
        </p:nvSpPr>
        <p:spPr bwMode="auto">
          <a:xfrm>
            <a:off x="2843213" y="4430713"/>
            <a:ext cx="47482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buFontTx/>
              <a:buChar char="-"/>
            </a:pPr>
            <a:r>
              <a:rPr lang="en-US" sz="2800">
                <a:latin typeface="Times New Roman" panose="02020603050405020304" pitchFamily="18" charset="0"/>
                <a:cs typeface="Times New Roman" panose="02020603050405020304" pitchFamily="18" charset="0"/>
              </a:rPr>
              <a:t>Dung môi : Methanol</a:t>
            </a:r>
          </a:p>
          <a:p>
            <a:pPr eaLnBrk="1" hangingPunct="1">
              <a:buFontTx/>
              <a:buChar char="-"/>
            </a:pPr>
            <a:r>
              <a:rPr lang="en-US" sz="2800">
                <a:latin typeface="Times New Roman" panose="02020603050405020304" pitchFamily="18" charset="0"/>
                <a:cs typeface="Times New Roman" panose="02020603050405020304" pitchFamily="18" charset="0"/>
              </a:rPr>
              <a:t>RN: Pyridine, imidazole</a:t>
            </a:r>
          </a:p>
          <a:p>
            <a:pPr eaLnBrk="1" hangingPunct="1">
              <a:buFontTx/>
              <a:buChar char="-"/>
            </a:pPr>
            <a:r>
              <a:rPr lang="en-US" sz="2800">
                <a:latin typeface="Times New Roman" panose="02020603050405020304" pitchFamily="18" charset="0"/>
                <a:cs typeface="Times New Roman" panose="02020603050405020304" pitchFamily="18" charset="0"/>
              </a:rPr>
              <a:t>pH: 5-7</a:t>
            </a:r>
          </a:p>
          <a:p>
            <a:pPr eaLnBrk="1" hangingPunct="1"/>
            <a:endParaRPr lang="en-US"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79625" y="757238"/>
            <a:ext cx="5770563" cy="522287"/>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altLang="zh-CN" sz="2800" b="1" kern="0" dirty="0">
                <a:latin typeface="Times New Roman" pitchFamily="18" charset="0"/>
                <a:cs typeface="Times New Roman" pitchFamily="18" charset="0"/>
              </a:rPr>
              <a:t>Karl-Fischer</a:t>
            </a:r>
            <a:r>
              <a:rPr lang="en-US" sz="2800" b="1" dirty="0">
                <a:latin typeface="Times New Roman" panose="02020603050405020304" pitchFamily="18" charset="0"/>
                <a:cs typeface="Times New Roman" panose="02020603050405020304" pitchFamily="18" charset="0"/>
              </a:rPr>
              <a:t> </a:t>
            </a:r>
          </a:p>
        </p:txBody>
      </p:sp>
      <p:sp>
        <p:nvSpPr>
          <p:cNvPr id="277507"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076411A-2797-4FC6-AC49-8CB2FCBE88BB}" type="slidenum">
              <a:rPr lang="en-US" altLang="ru-RU">
                <a:solidFill>
                  <a:srgbClr val="FFFFFF"/>
                </a:solidFill>
                <a:latin typeface="Arial" panose="020B0604020202020204" pitchFamily="34" charset="0"/>
                <a:cs typeface="Arial" panose="020B0604020202020204" pitchFamily="34" charset="0"/>
              </a:rPr>
              <a:pPr/>
              <a:t>230</a:t>
            </a:fld>
            <a:endParaRPr lang="en-US" altLang="ru-RU">
              <a:solidFill>
                <a:srgbClr val="FFFFFF"/>
              </a:solidFill>
              <a:latin typeface="Arial" panose="020B0604020202020204" pitchFamily="34" charset="0"/>
              <a:cs typeface="Arial" panose="020B0604020202020204" pitchFamily="34" charset="0"/>
            </a:endParaRPr>
          </a:p>
        </p:txBody>
      </p:sp>
      <p:pic>
        <p:nvPicPr>
          <p:cNvPr id="277508"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809750"/>
            <a:ext cx="5743575"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09" name="TextBox 7"/>
          <p:cNvSpPr txBox="1">
            <a:spLocks noChangeArrowheads="1"/>
          </p:cNvSpPr>
          <p:nvPr/>
        </p:nvSpPr>
        <p:spPr bwMode="auto">
          <a:xfrm>
            <a:off x="2339975" y="5581650"/>
            <a:ext cx="496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latin typeface="Times New Roman" panose="02020603050405020304" pitchFamily="18" charset="0"/>
                <a:cs typeface="Times New Roman" panose="02020603050405020304" pitchFamily="18" charset="0"/>
              </a:rPr>
              <a:t>Ảnh hưởng của pH</a:t>
            </a:r>
          </a:p>
        </p:txBody>
      </p:sp>
      <p:sp>
        <p:nvSpPr>
          <p:cNvPr id="277510" name="Rectangle 9"/>
          <p:cNvSpPr>
            <a:spLocks noChangeArrowheads="1"/>
          </p:cNvSpPr>
          <p:nvPr/>
        </p:nvSpPr>
        <p:spPr bwMode="auto">
          <a:xfrm>
            <a:off x="5946775" y="1906588"/>
            <a:ext cx="3052763"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solidFill>
                  <a:srgbClr val="000000"/>
                </a:solidFill>
                <a:latin typeface="Times New Roman" panose="02020603050405020304" pitchFamily="18" charset="0"/>
                <a:cs typeface="Times New Roman" panose="02020603050405020304" pitchFamily="18" charset="0"/>
              </a:rPr>
              <a:t>Reactions with Iodine</a:t>
            </a:r>
          </a:p>
          <a:p>
            <a:pPr eaLnBrk="1" hangingPunct="1"/>
            <a:r>
              <a:rPr lang="en-US" altLang="en-US" sz="2400">
                <a:solidFill>
                  <a:srgbClr val="EE1C24"/>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Halogenated Hydrocarbons containing free halogens</a:t>
            </a:r>
          </a:p>
          <a:p>
            <a:pPr eaLnBrk="1" hangingPunct="1"/>
            <a:r>
              <a:rPr lang="en-US" altLang="en-US" sz="2400">
                <a:solidFill>
                  <a:srgbClr val="EE1C24"/>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Mercaptans (Thiols)</a:t>
            </a:r>
          </a:p>
          <a:p>
            <a:pPr eaLnBrk="1" hangingPunct="1"/>
            <a:r>
              <a:rPr lang="en-US" altLang="en-US" sz="2400">
                <a:solidFill>
                  <a:srgbClr val="EE1C24"/>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Phenols</a:t>
            </a:r>
          </a:p>
          <a:p>
            <a:pPr eaLnBrk="1" hangingPunct="1"/>
            <a:r>
              <a:rPr lang="en-US" altLang="en-US" sz="2400">
                <a:solidFill>
                  <a:srgbClr val="EE1C24"/>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Peroxides</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3713" y="746125"/>
            <a:ext cx="6740525" cy="522288"/>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altLang="zh-CN" sz="2800" b="1" kern="0" dirty="0">
                <a:latin typeface="Times New Roman" pitchFamily="18" charset="0"/>
                <a:cs typeface="Times New Roman" pitchFamily="18" charset="0"/>
              </a:rPr>
              <a:t>Karl-Fischer: </a:t>
            </a: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thể</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tích</a:t>
            </a:r>
            <a:r>
              <a:rPr lang="en-US" sz="2800" b="1" dirty="0">
                <a:latin typeface="Times New Roman" panose="02020603050405020304" pitchFamily="18" charset="0"/>
                <a:cs typeface="Times New Roman" panose="02020603050405020304" pitchFamily="18" charset="0"/>
              </a:rPr>
              <a:t> </a:t>
            </a:r>
          </a:p>
        </p:txBody>
      </p:sp>
      <p:sp>
        <p:nvSpPr>
          <p:cNvPr id="279555"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B4F9E0E-8E49-4618-A526-4AF298A9C239}" type="slidenum">
              <a:rPr lang="en-US" altLang="ru-RU">
                <a:solidFill>
                  <a:srgbClr val="FFFFFF"/>
                </a:solidFill>
                <a:latin typeface="Arial" panose="020B0604020202020204" pitchFamily="34" charset="0"/>
                <a:cs typeface="Arial" panose="020B0604020202020204" pitchFamily="34" charset="0"/>
              </a:rPr>
              <a:pPr/>
              <a:t>231</a:t>
            </a:fld>
            <a:endParaRPr lang="en-US" altLang="ru-RU">
              <a:solidFill>
                <a:srgbClr val="FFFFFF"/>
              </a:solidFill>
              <a:latin typeface="Arial" panose="020B0604020202020204" pitchFamily="34" charset="0"/>
              <a:cs typeface="Arial" panose="020B0604020202020204" pitchFamily="34" charset="0"/>
            </a:endParaRPr>
          </a:p>
        </p:txBody>
      </p:sp>
      <p:sp>
        <p:nvSpPr>
          <p:cNvPr id="279556" name="TextBox 7"/>
          <p:cNvSpPr txBox="1">
            <a:spLocks noChangeArrowheads="1"/>
          </p:cNvSpPr>
          <p:nvPr/>
        </p:nvSpPr>
        <p:spPr bwMode="auto">
          <a:xfrm>
            <a:off x="1835150" y="1609725"/>
            <a:ext cx="66690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I</a:t>
            </a:r>
            <a:r>
              <a:rPr lang="en-US" altLang="en-US" sz="2400" baseline="-25000">
                <a:latin typeface="Times New Roman" panose="02020603050405020304" pitchFamily="18" charset="0"/>
                <a:cs typeface="Times New Roman" panose="02020603050405020304" pitchFamily="18" charset="0"/>
              </a:rPr>
              <a:t>2</a:t>
            </a:r>
            <a:r>
              <a:rPr lang="en-US" altLang="en-US" sz="2400">
                <a:latin typeface="Times New Roman" panose="02020603050405020304" pitchFamily="18" charset="0"/>
                <a:cs typeface="Times New Roman" panose="02020603050405020304" pitchFamily="18" charset="0"/>
              </a:rPr>
              <a:t> được thêm vào từ buret trong quá trình chuẩn độ</a:t>
            </a:r>
          </a:p>
          <a:p>
            <a:pPr algn="ctr" eaLnBrk="1" hangingPunct="1"/>
            <a:endParaRPr lang="en-US" altLang="en-US" sz="2400">
              <a:latin typeface="Times New Roman" panose="02020603050405020304" pitchFamily="18" charset="0"/>
              <a:cs typeface="Times New Roman" panose="02020603050405020304" pitchFamily="18" charset="0"/>
            </a:endParaRPr>
          </a:p>
        </p:txBody>
      </p:sp>
      <p:pic>
        <p:nvPicPr>
          <p:cNvPr id="27955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370138"/>
            <a:ext cx="577215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58"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29375" y="2805113"/>
            <a:ext cx="2619375"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DBCF754-3BD3-405F-A9E0-490613BEC608}" type="slidenum">
              <a:rPr lang="en-US" altLang="ru-RU">
                <a:solidFill>
                  <a:srgbClr val="FFFFFF"/>
                </a:solidFill>
                <a:latin typeface="Arial" panose="020B0604020202020204" pitchFamily="34" charset="0"/>
                <a:cs typeface="Arial" panose="020B0604020202020204" pitchFamily="34" charset="0"/>
              </a:rPr>
              <a:pPr/>
              <a:t>232</a:t>
            </a:fld>
            <a:endParaRPr lang="en-US" altLang="ru-RU">
              <a:solidFill>
                <a:srgbClr val="FFFFFF"/>
              </a:solidFill>
              <a:latin typeface="Arial" panose="020B0604020202020204" pitchFamily="34" charset="0"/>
              <a:cs typeface="Arial" panose="020B0604020202020204" pitchFamily="34" charset="0"/>
            </a:endParaRPr>
          </a:p>
        </p:txBody>
      </p:sp>
      <p:sp>
        <p:nvSpPr>
          <p:cNvPr id="7" name="TextBox 6"/>
          <p:cNvSpPr txBox="1"/>
          <p:nvPr/>
        </p:nvSpPr>
        <p:spPr>
          <a:xfrm>
            <a:off x="1763713" y="746125"/>
            <a:ext cx="6740525" cy="522288"/>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altLang="zh-CN" sz="2800" b="1" kern="0" dirty="0">
                <a:latin typeface="Times New Roman" pitchFamily="18" charset="0"/>
                <a:cs typeface="Times New Roman" pitchFamily="18" charset="0"/>
              </a:rPr>
              <a:t>Karl-Fischer: </a:t>
            </a: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thể</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tích</a:t>
            </a:r>
            <a:r>
              <a:rPr lang="en-US" sz="2800" b="1" dirty="0">
                <a:latin typeface="Times New Roman" panose="02020603050405020304" pitchFamily="18" charset="0"/>
                <a:cs typeface="Times New Roman" panose="02020603050405020304" pitchFamily="18" charset="0"/>
              </a:rPr>
              <a:t> </a:t>
            </a:r>
          </a:p>
        </p:txBody>
      </p:sp>
      <p:pic>
        <p:nvPicPr>
          <p:cNvPr id="281604"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681163"/>
            <a:ext cx="7921625"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E7D79B2-EE52-4906-926E-12C6CCB7426F}" type="slidenum">
              <a:rPr lang="en-US" altLang="ru-RU">
                <a:solidFill>
                  <a:srgbClr val="FFFFFF"/>
                </a:solidFill>
                <a:latin typeface="Arial" panose="020B0604020202020204" pitchFamily="34" charset="0"/>
                <a:cs typeface="Arial" panose="020B0604020202020204" pitchFamily="34" charset="0"/>
              </a:rPr>
              <a:pPr/>
              <a:t>233</a:t>
            </a:fld>
            <a:endParaRPr lang="en-US" altLang="ru-RU">
              <a:solidFill>
                <a:srgbClr val="FFFFFF"/>
              </a:solidFill>
              <a:latin typeface="Arial" panose="020B0604020202020204" pitchFamily="34" charset="0"/>
              <a:cs typeface="Arial" panose="020B0604020202020204" pitchFamily="34" charset="0"/>
            </a:endParaRPr>
          </a:p>
        </p:txBody>
      </p:sp>
      <p:sp>
        <p:nvSpPr>
          <p:cNvPr id="7" name="TextBox 6"/>
          <p:cNvSpPr txBox="1"/>
          <p:nvPr/>
        </p:nvSpPr>
        <p:spPr>
          <a:xfrm>
            <a:off x="1763713" y="746125"/>
            <a:ext cx="6740525" cy="522288"/>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altLang="zh-CN" sz="2800" b="1" kern="0" dirty="0">
                <a:latin typeface="Times New Roman" pitchFamily="18" charset="0"/>
                <a:cs typeface="Times New Roman" pitchFamily="18" charset="0"/>
              </a:rPr>
              <a:t>Karl-Fischer: </a:t>
            </a: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thể</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tích</a:t>
            </a:r>
            <a:r>
              <a:rPr lang="en-US" sz="2800" b="1" dirty="0">
                <a:latin typeface="Times New Roman" panose="02020603050405020304" pitchFamily="18" charset="0"/>
                <a:cs typeface="Times New Roman" panose="02020603050405020304" pitchFamily="18" charset="0"/>
              </a:rPr>
              <a:t> </a:t>
            </a:r>
          </a:p>
        </p:txBody>
      </p:sp>
      <p:pic>
        <p:nvPicPr>
          <p:cNvPr id="2836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639888"/>
            <a:ext cx="7777162" cy="444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3653" name="Picture 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88250" y="1643063"/>
            <a:ext cx="1370013"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00E0FAB-6DC0-4B57-ACA0-04766365BDD7}" type="slidenum">
              <a:rPr lang="en-US" altLang="ru-RU">
                <a:solidFill>
                  <a:srgbClr val="FFFFFF"/>
                </a:solidFill>
                <a:latin typeface="Arial" panose="020B0604020202020204" pitchFamily="34" charset="0"/>
                <a:cs typeface="Arial" panose="020B0604020202020204" pitchFamily="34" charset="0"/>
              </a:rPr>
              <a:pPr/>
              <a:t>234</a:t>
            </a:fld>
            <a:endParaRPr lang="en-US" altLang="ru-RU">
              <a:solidFill>
                <a:srgbClr val="FFFFFF"/>
              </a:solidFill>
              <a:latin typeface="Arial" panose="020B0604020202020204" pitchFamily="34" charset="0"/>
              <a:cs typeface="Arial" panose="020B0604020202020204" pitchFamily="34" charset="0"/>
            </a:endParaRPr>
          </a:p>
        </p:txBody>
      </p:sp>
      <p:sp>
        <p:nvSpPr>
          <p:cNvPr id="7" name="TextBox 6"/>
          <p:cNvSpPr txBox="1"/>
          <p:nvPr/>
        </p:nvSpPr>
        <p:spPr>
          <a:xfrm>
            <a:off x="1736725" y="392113"/>
            <a:ext cx="6740525" cy="522287"/>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latin typeface="Times New Roman" panose="02020603050405020304" pitchFamily="18" charset="0"/>
                <a:cs typeface="Times New Roman" panose="02020603050405020304" pitchFamily="18" charset="0"/>
              </a:rPr>
              <a:t>Chuẩn độ </a:t>
            </a:r>
            <a:r>
              <a:rPr lang="en-US" altLang="zh-CN" sz="2800" b="1">
                <a:latin typeface="Times New Roman" panose="02020603050405020304" pitchFamily="18" charset="0"/>
                <a:cs typeface="Times New Roman" panose="02020603050405020304" pitchFamily="18" charset="0"/>
              </a:rPr>
              <a:t>Karl-Fischer: </a:t>
            </a:r>
            <a:r>
              <a:rPr lang="en-US" sz="2800" b="1">
                <a:latin typeface="Times New Roman" panose="02020603050405020304" pitchFamily="18" charset="0"/>
                <a:cs typeface="Times New Roman" panose="02020603050405020304" pitchFamily="18" charset="0"/>
              </a:rPr>
              <a:t>Chuẩn độ điện thế</a:t>
            </a:r>
          </a:p>
        </p:txBody>
      </p:sp>
      <p:pic>
        <p:nvPicPr>
          <p:cNvPr id="285700" name="Picture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557338"/>
            <a:ext cx="5510213"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74D17C3-068B-4FCF-8E49-A111A8D9A8D0}" type="slidenum">
              <a:rPr lang="en-US" altLang="ru-RU">
                <a:solidFill>
                  <a:srgbClr val="FFFFFF"/>
                </a:solidFill>
                <a:latin typeface="Arial" panose="020B0604020202020204" pitchFamily="34" charset="0"/>
                <a:cs typeface="Arial" panose="020B0604020202020204" pitchFamily="34" charset="0"/>
              </a:rPr>
              <a:pPr/>
              <a:t>235</a:t>
            </a:fld>
            <a:endParaRPr lang="en-US" altLang="ru-RU">
              <a:solidFill>
                <a:srgbClr val="FFFFFF"/>
              </a:solidFill>
              <a:latin typeface="Arial" panose="020B0604020202020204" pitchFamily="34" charset="0"/>
              <a:cs typeface="Arial" panose="020B0604020202020204" pitchFamily="34" charset="0"/>
            </a:endParaRPr>
          </a:p>
        </p:txBody>
      </p:sp>
      <p:sp>
        <p:nvSpPr>
          <p:cNvPr id="7" name="TextBox 6"/>
          <p:cNvSpPr txBox="1"/>
          <p:nvPr/>
        </p:nvSpPr>
        <p:spPr>
          <a:xfrm>
            <a:off x="1736725" y="392113"/>
            <a:ext cx="6740525" cy="522287"/>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latin typeface="Times New Roman" panose="02020603050405020304" pitchFamily="18" charset="0"/>
                <a:cs typeface="Times New Roman" panose="02020603050405020304" pitchFamily="18" charset="0"/>
              </a:rPr>
              <a:t>Chuẩn độ </a:t>
            </a:r>
            <a:r>
              <a:rPr lang="en-US" altLang="zh-CN" sz="2800" b="1">
                <a:latin typeface="Times New Roman" panose="02020603050405020304" pitchFamily="18" charset="0"/>
                <a:cs typeface="Times New Roman" panose="02020603050405020304" pitchFamily="18" charset="0"/>
              </a:rPr>
              <a:t>Karl-Fischer: </a:t>
            </a:r>
            <a:r>
              <a:rPr lang="en-US" sz="2800" b="1">
                <a:latin typeface="Times New Roman" panose="02020603050405020304" pitchFamily="18" charset="0"/>
                <a:cs typeface="Times New Roman" panose="02020603050405020304" pitchFamily="18" charset="0"/>
              </a:rPr>
              <a:t>Chuẩn độ điện thế</a:t>
            </a:r>
          </a:p>
        </p:txBody>
      </p:sp>
      <p:pic>
        <p:nvPicPr>
          <p:cNvPr id="28774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773238"/>
            <a:ext cx="7162800"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Number Placeholder 2"/>
          <p:cNvSpPr>
            <a:spLocks noGrp="1" noChangeArrowheads="1"/>
          </p:cNvSpPr>
          <p:nvPr>
            <p:ph type="sldNum" sz="quarter" idx="12"/>
          </p:nvPr>
        </p:nvSpPr>
        <p:spPr bwMode="auto">
          <a:xfrm>
            <a:off x="8591550" y="5951538"/>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BCFADBF-17AD-4C94-A566-B79A692BF1CD}" type="slidenum">
              <a:rPr lang="en-US" altLang="ru-RU">
                <a:solidFill>
                  <a:srgbClr val="FFFFFF"/>
                </a:solidFill>
                <a:latin typeface="Arial" panose="020B0604020202020204" pitchFamily="34" charset="0"/>
                <a:cs typeface="Arial" panose="020B0604020202020204" pitchFamily="34" charset="0"/>
              </a:rPr>
              <a:pPr/>
              <a:t>236</a:t>
            </a:fld>
            <a:endParaRPr lang="en-US" altLang="ru-RU">
              <a:solidFill>
                <a:srgbClr val="FFFFFF"/>
              </a:solidFill>
              <a:latin typeface="Arial" panose="020B0604020202020204" pitchFamily="34" charset="0"/>
              <a:cs typeface="Arial" panose="020B0604020202020204" pitchFamily="34" charset="0"/>
            </a:endParaRPr>
          </a:p>
        </p:txBody>
      </p:sp>
      <p:sp>
        <p:nvSpPr>
          <p:cNvPr id="7" name="TextBox 6"/>
          <p:cNvSpPr txBox="1"/>
          <p:nvPr/>
        </p:nvSpPr>
        <p:spPr>
          <a:xfrm>
            <a:off x="1736725" y="392113"/>
            <a:ext cx="6740525" cy="522287"/>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b="1">
                <a:latin typeface="Times New Roman" panose="02020603050405020304" pitchFamily="18" charset="0"/>
                <a:cs typeface="Times New Roman" panose="02020603050405020304" pitchFamily="18" charset="0"/>
              </a:rPr>
              <a:t>Chuẩn độ </a:t>
            </a:r>
            <a:r>
              <a:rPr lang="en-US" altLang="zh-CN" sz="2800" b="1">
                <a:latin typeface="Times New Roman" panose="02020603050405020304" pitchFamily="18" charset="0"/>
                <a:cs typeface="Times New Roman" panose="02020603050405020304" pitchFamily="18" charset="0"/>
              </a:rPr>
              <a:t>Karl-Fischer: </a:t>
            </a:r>
            <a:r>
              <a:rPr lang="en-US" sz="2800" b="1">
                <a:latin typeface="Times New Roman" panose="02020603050405020304" pitchFamily="18" charset="0"/>
                <a:cs typeface="Times New Roman" panose="02020603050405020304" pitchFamily="18" charset="0"/>
              </a:rPr>
              <a:t>Chuẩn độ điện thế</a:t>
            </a:r>
          </a:p>
        </p:txBody>
      </p:sp>
      <p:sp>
        <p:nvSpPr>
          <p:cNvPr id="289796" name="TextBox 5"/>
          <p:cNvSpPr txBox="1">
            <a:spLocks noChangeArrowheads="1"/>
          </p:cNvSpPr>
          <p:nvPr/>
        </p:nvSpPr>
        <p:spPr bwMode="auto">
          <a:xfrm>
            <a:off x="1808163" y="1211263"/>
            <a:ext cx="6667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I</a:t>
            </a:r>
            <a:r>
              <a:rPr lang="en-US" altLang="en-US" sz="2400" baseline="-25000">
                <a:latin typeface="Times New Roman" panose="02020603050405020304" pitchFamily="18" charset="0"/>
                <a:cs typeface="Times New Roman" panose="02020603050405020304" pitchFamily="18" charset="0"/>
              </a:rPr>
              <a:t>2</a:t>
            </a:r>
            <a:r>
              <a:rPr lang="en-US" altLang="en-US" sz="2400">
                <a:latin typeface="Times New Roman" panose="02020603050405020304" pitchFamily="18" charset="0"/>
                <a:cs typeface="Times New Roman" panose="02020603050405020304" pitchFamily="18" charset="0"/>
              </a:rPr>
              <a:t> được sinh ra bằng phản ứng điện hóa trong quá trình chuẩn độ</a:t>
            </a:r>
          </a:p>
          <a:p>
            <a:pPr algn="ctr" eaLnBrk="1" hangingPunct="1"/>
            <a:endParaRPr lang="en-US" altLang="en-US" sz="2400">
              <a:latin typeface="Times New Roman" panose="02020603050405020304" pitchFamily="18" charset="0"/>
              <a:cs typeface="Times New Roman" panose="02020603050405020304" pitchFamily="18" charset="0"/>
            </a:endParaRPr>
          </a:p>
        </p:txBody>
      </p:sp>
      <p:pic>
        <p:nvPicPr>
          <p:cNvPr id="28979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5063" y="2060575"/>
            <a:ext cx="7831137"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8" name="Rectangle 3"/>
          <p:cNvSpPr>
            <a:spLocks noChangeArrowheads="1"/>
          </p:cNvSpPr>
          <p:nvPr/>
        </p:nvSpPr>
        <p:spPr bwMode="auto">
          <a:xfrm>
            <a:off x="1098550" y="4497388"/>
            <a:ext cx="252095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Cathode compartment filled with catholyte solution</a:t>
            </a:r>
          </a:p>
        </p:txBody>
      </p:sp>
      <p:sp>
        <p:nvSpPr>
          <p:cNvPr id="289799" name="Rectangle 4"/>
          <p:cNvSpPr>
            <a:spLocks noChangeArrowheads="1"/>
          </p:cNvSpPr>
          <p:nvPr/>
        </p:nvSpPr>
        <p:spPr bwMode="auto">
          <a:xfrm>
            <a:off x="3816350" y="4221163"/>
            <a:ext cx="252095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Anode compartment filled with anolyte solution. I</a:t>
            </a:r>
            <a:r>
              <a:rPr lang="en-US" altLang="en-US" sz="2400" baseline="-25000">
                <a:latin typeface="Times New Roman" panose="02020603050405020304" pitchFamily="18" charset="0"/>
                <a:cs typeface="Times New Roman" panose="02020603050405020304" pitchFamily="18" charset="0"/>
              </a:rPr>
              <a:t>2 </a:t>
            </a:r>
            <a:r>
              <a:rPr lang="en-US" altLang="en-US" sz="2400">
                <a:latin typeface="Times New Roman" panose="02020603050405020304" pitchFamily="18" charset="0"/>
                <a:cs typeface="Times New Roman" panose="02020603050405020304" pitchFamily="18" charset="0"/>
              </a:rPr>
              <a:t>formation occurs at the anode:</a:t>
            </a:r>
          </a:p>
          <a:p>
            <a:pPr algn="ctr" eaLnBrk="1" hangingPunct="1"/>
            <a:r>
              <a:rPr lang="en-US" altLang="en-US" sz="2400" b="1">
                <a:latin typeface="Times New Roman" panose="02020603050405020304" pitchFamily="18" charset="0"/>
                <a:cs typeface="Times New Roman" panose="02020603050405020304" pitchFamily="18" charset="0"/>
              </a:rPr>
              <a:t>2I</a:t>
            </a:r>
            <a:r>
              <a:rPr lang="en-US" altLang="en-US" sz="2400" b="1" baseline="30000">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a:t>
            </a:r>
            <a:r>
              <a:rPr lang="en-US" altLang="en-US" sz="2400" b="1" baseline="-25000">
                <a:latin typeface="Times New Roman" panose="02020603050405020304" pitchFamily="18" charset="0"/>
                <a:cs typeface="Times New Roman" panose="02020603050405020304" pitchFamily="18" charset="0"/>
              </a:rPr>
              <a:t>2 </a:t>
            </a:r>
            <a:r>
              <a:rPr lang="en-US" altLang="en-US" sz="2400" b="1">
                <a:latin typeface="Times New Roman" panose="02020603050405020304" pitchFamily="18" charset="0"/>
                <a:cs typeface="Times New Roman" panose="02020603050405020304" pitchFamily="18" charset="0"/>
              </a:rPr>
              <a:t>+2e</a:t>
            </a:r>
            <a:endParaRPr lang="en-US" altLang="en-US" sz="2400">
              <a:latin typeface="Times New Roman" panose="02020603050405020304" pitchFamily="18" charset="0"/>
              <a:cs typeface="Times New Roman" panose="02020603050405020304" pitchFamily="18" charset="0"/>
            </a:endParaRPr>
          </a:p>
        </p:txBody>
      </p:sp>
      <p:sp>
        <p:nvSpPr>
          <p:cNvPr id="289800" name="Rectangle 8"/>
          <p:cNvSpPr>
            <a:spLocks noChangeArrowheads="1"/>
          </p:cNvSpPr>
          <p:nvPr/>
        </p:nvSpPr>
        <p:spPr bwMode="auto">
          <a:xfrm>
            <a:off x="6629400" y="4179888"/>
            <a:ext cx="25146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Titration begins. H</a:t>
            </a:r>
            <a:r>
              <a:rPr lang="en-US" altLang="en-US" sz="2400" baseline="-25000">
                <a:latin typeface="Times New Roman" panose="02020603050405020304" pitchFamily="18" charset="0"/>
                <a:cs typeface="Times New Roman" panose="02020603050405020304" pitchFamily="18" charset="0"/>
              </a:rPr>
              <a:t>2 </a:t>
            </a:r>
            <a:r>
              <a:rPr lang="en-US" altLang="en-US" sz="2400">
                <a:latin typeface="Times New Roman" panose="02020603050405020304" pitchFamily="18" charset="0"/>
                <a:cs typeface="Times New Roman" panose="02020603050405020304" pitchFamily="18" charset="0"/>
              </a:rPr>
              <a:t>formation at the cathode:</a:t>
            </a:r>
          </a:p>
          <a:p>
            <a:pPr eaLnBrk="1" hangingPunct="1"/>
            <a:r>
              <a:rPr lang="en-US" altLang="en-US" sz="2400" b="1">
                <a:latin typeface="Times New Roman" panose="02020603050405020304" pitchFamily="18" charset="0"/>
                <a:cs typeface="Times New Roman" panose="02020603050405020304" pitchFamily="18" charset="0"/>
              </a:rPr>
              <a:t>2H</a:t>
            </a:r>
            <a:r>
              <a:rPr lang="en-US" altLang="en-US" sz="2400" b="1" baseline="30000">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 + 2e- </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H</a:t>
            </a:r>
            <a:r>
              <a:rPr lang="en-US" altLang="en-US" sz="2400" b="1" baseline="-25000">
                <a:latin typeface="Times New Roman" panose="02020603050405020304" pitchFamily="18" charset="0"/>
                <a:cs typeface="Times New Roman" panose="02020603050405020304" pitchFamily="18" charset="0"/>
              </a:rPr>
              <a:t>2</a:t>
            </a:r>
            <a:r>
              <a:rPr lang="en-US" altLang="en-US" sz="2400" b="1">
                <a:latin typeface="Times New Roman" panose="02020603050405020304" pitchFamily="18" charset="0"/>
                <a:cs typeface="Times New Roman" panose="02020603050405020304" pitchFamily="18" charset="0"/>
              </a:rPr>
              <a:t>(g)</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1050" y="333375"/>
            <a:ext cx="5770563" cy="461963"/>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400" b="1" dirty="0" err="1">
                <a:latin typeface="+mn-lt"/>
              </a:rPr>
              <a:t>Chuẩn</a:t>
            </a:r>
            <a:r>
              <a:rPr lang="en-US" sz="2400" b="1" dirty="0">
                <a:latin typeface="+mn-lt"/>
              </a:rPr>
              <a:t> </a:t>
            </a:r>
            <a:r>
              <a:rPr lang="en-US" sz="2400" b="1" dirty="0" err="1">
                <a:latin typeface="+mn-lt"/>
              </a:rPr>
              <a:t>độ</a:t>
            </a:r>
            <a:r>
              <a:rPr lang="en-US" sz="2400" b="1" dirty="0">
                <a:latin typeface="+mn-lt"/>
              </a:rPr>
              <a:t> </a:t>
            </a:r>
            <a:r>
              <a:rPr lang="en-US" altLang="zh-CN" sz="2400" b="1" kern="0" dirty="0">
                <a:latin typeface="Times New Roman" pitchFamily="18" charset="0"/>
                <a:cs typeface="Times New Roman" pitchFamily="18" charset="0"/>
              </a:rPr>
              <a:t>Karl-Fischer</a:t>
            </a:r>
            <a:r>
              <a:rPr lang="en-US" sz="2400" b="1" dirty="0">
                <a:latin typeface="+mn-lt"/>
              </a:rPr>
              <a:t> </a:t>
            </a:r>
          </a:p>
        </p:txBody>
      </p:sp>
      <p:pic>
        <p:nvPicPr>
          <p:cNvPr id="291843" name="Picture 4" descr="http://patentimages.storage.googleapis.com/EP2183286B1/imgb00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5265738"/>
            <a:ext cx="7993062"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44"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25EF843-7E2C-4AC0-90BE-5726CB0E5F79}" type="slidenum">
              <a:rPr lang="en-US" altLang="ru-RU">
                <a:solidFill>
                  <a:srgbClr val="FFFFFF"/>
                </a:solidFill>
                <a:latin typeface="Arial" panose="020B0604020202020204" pitchFamily="34" charset="0"/>
                <a:cs typeface="Arial" panose="020B0604020202020204" pitchFamily="34" charset="0"/>
              </a:rPr>
              <a:pPr/>
              <a:t>237</a:t>
            </a:fld>
            <a:endParaRPr lang="en-US" altLang="ru-RU">
              <a:solidFill>
                <a:srgbClr val="FFFFFF"/>
              </a:solidFill>
              <a:latin typeface="Arial" panose="020B0604020202020204" pitchFamily="34" charset="0"/>
              <a:cs typeface="Arial" panose="020B0604020202020204" pitchFamily="34" charset="0"/>
            </a:endParaRPr>
          </a:p>
        </p:txBody>
      </p:sp>
      <p:pic>
        <p:nvPicPr>
          <p:cNvPr id="291845" name="Chuẩn độ Karl Fisher - cách xác định hệ số titer bằng nước - Xác định hàm lượng ẩm">
            <a:hlinkClick r:id="" action="ppaction://media"/>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341438"/>
            <a:ext cx="5913437"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1147763" y="142875"/>
            <a:ext cx="6786562" cy="571500"/>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3.4. </a:t>
            </a:r>
            <a:r>
              <a:rPr lang="vi-VN" sz="2800" b="1">
                <a:solidFill>
                  <a:srgbClr val="072B39"/>
                </a:solidFill>
                <a:latin typeface="Times New Roman" panose="02020603050405020304" pitchFamily="18" charset="0"/>
                <a:cs typeface="Times New Roman" panose="02020603050405020304" pitchFamily="18" charset="0"/>
              </a:rPr>
              <a:t>Ứng dụng của phương pháp điện thế</a:t>
            </a:r>
            <a:endParaRPr lang="zh-CN" altLang="en-US" sz="2800" b="1">
              <a:solidFill>
                <a:srgbClr val="072B39"/>
              </a:solidFill>
              <a:latin typeface="Times New Roman" panose="02020603050405020304" pitchFamily="18" charset="0"/>
              <a:cs typeface="Times New Roman" panose="02020603050405020304" pitchFamily="18" charset="0"/>
            </a:endParaRPr>
          </a:p>
        </p:txBody>
      </p:sp>
      <p:sp>
        <p:nvSpPr>
          <p:cNvPr id="293891" name="Content Placeholder 2"/>
          <p:cNvSpPr txBox="1">
            <a:spLocks/>
          </p:cNvSpPr>
          <p:nvPr/>
        </p:nvSpPr>
        <p:spPr bwMode="auto">
          <a:xfrm>
            <a:off x="468313" y="928688"/>
            <a:ext cx="8280400" cy="538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0000"/>
              </a:spcBef>
              <a:buFontTx/>
              <a:buChar char="•"/>
            </a:pPr>
            <a:r>
              <a:rPr lang="en-US" altLang="zh-CN" sz="2300"/>
              <a:t>Đo điện thế được ứng dụng để xác định pH của dung dịch.</a:t>
            </a:r>
          </a:p>
          <a:p>
            <a:pPr algn="just" eaLnBrk="1" hangingPunct="1">
              <a:lnSpc>
                <a:spcPct val="150000"/>
              </a:lnSpc>
              <a:spcBef>
                <a:spcPct val="20000"/>
              </a:spcBef>
              <a:buFontTx/>
              <a:buChar char="•"/>
            </a:pPr>
            <a:r>
              <a:rPr lang="en-US" altLang="zh-CN" sz="2300"/>
              <a:t>Xác định các ion kim loại theo các phương pháp trực tiếp hay chuẩn điện thế bằng các phản ứng khác nhau như phản ứng tạo phức chất, phản ứng tạo tủa, phản ứng oxi hóa khử.</a:t>
            </a:r>
          </a:p>
          <a:p>
            <a:pPr algn="just" eaLnBrk="1" hangingPunct="1">
              <a:lnSpc>
                <a:spcPct val="150000"/>
              </a:lnSpc>
              <a:spcBef>
                <a:spcPct val="20000"/>
              </a:spcBef>
              <a:buFontTx/>
              <a:buChar char="•"/>
            </a:pPr>
            <a:r>
              <a:rPr lang="en-US" altLang="zh-CN" sz="2300"/>
              <a:t>Phân tích các dung dịch đục, các dung dịch có màu thẩm, các dung dịch có nồng độ loãng.</a:t>
            </a:r>
          </a:p>
          <a:p>
            <a:pPr algn="just" eaLnBrk="1" hangingPunct="1">
              <a:lnSpc>
                <a:spcPct val="150000"/>
              </a:lnSpc>
              <a:spcBef>
                <a:spcPct val="20000"/>
              </a:spcBef>
              <a:buFontTx/>
              <a:buChar char="•"/>
            </a:pPr>
            <a:r>
              <a:rPr lang="en-US" altLang="zh-CN" sz="2300"/>
              <a:t>Xác định độ ẩm của dung dịch bằng phương pháp Karl-fischer</a:t>
            </a:r>
          </a:p>
        </p:txBody>
      </p:sp>
      <p:sp>
        <p:nvSpPr>
          <p:cNvPr id="29389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C09DEA1-03EC-4C4E-A689-E1FD27F5A38D}" type="slidenum">
              <a:rPr lang="en-US" altLang="ru-RU">
                <a:solidFill>
                  <a:srgbClr val="FFFFFF"/>
                </a:solidFill>
                <a:latin typeface="Arial" panose="020B0604020202020204" pitchFamily="34" charset="0"/>
                <a:cs typeface="Arial" panose="020B0604020202020204" pitchFamily="34" charset="0"/>
              </a:rPr>
              <a:pPr/>
              <a:t>238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3"/>
          <p:cNvSpPr txBox="1">
            <a:spLocks noChangeArrowheads="1"/>
          </p:cNvSpPr>
          <p:nvPr/>
        </p:nvSpPr>
        <p:spPr bwMode="auto">
          <a:xfrm>
            <a:off x="1331913" y="854075"/>
            <a:ext cx="7343775"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20700" indent="-520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400"/>
              <a:t>Bài 1: </a:t>
            </a:r>
          </a:p>
          <a:p>
            <a:pPr algn="just" eaLnBrk="1" hangingPunct="1">
              <a:spcBef>
                <a:spcPts val="600"/>
              </a:spcBef>
            </a:pPr>
            <a:r>
              <a:rPr lang="en-US" altLang="zh-CN" sz="2400"/>
              <a:t>Dùng pipet hút 25 mL dung dịch AgNO</a:t>
            </a:r>
            <a:r>
              <a:rPr lang="en-US" altLang="zh-CN" sz="2400" baseline="-25000"/>
              <a:t>3</a:t>
            </a:r>
            <a:r>
              <a:rPr lang="en-US" altLang="zh-CN" sz="2400"/>
              <a:t> 0.2N và pha thành 250 mL, chuẩn độ với dung dịch KBr 0.200N với điện cực chỉ thị là điện cực Ag và điện cực so sánh là điện cực calomel bão hoà. Độ tan của AgBr là 5.9 x 10</a:t>
            </a:r>
            <a:r>
              <a:rPr lang="en-US" altLang="zh-CN" sz="2400" baseline="30000"/>
              <a:t>-7</a:t>
            </a:r>
            <a:r>
              <a:rPr lang="en-US" altLang="zh-CN" sz="2400"/>
              <a:t>. Tính E đọc được trên máy trong các trường hợp sau:</a:t>
            </a:r>
          </a:p>
          <a:p>
            <a:pPr algn="just" eaLnBrk="1" hangingPunct="1">
              <a:spcBef>
                <a:spcPts val="600"/>
              </a:spcBef>
              <a:buFontTx/>
              <a:buAutoNum type="alphaLcPeriod"/>
            </a:pPr>
            <a:r>
              <a:rPr lang="en-US" altLang="zh-CN" sz="2400"/>
              <a:t>Lúc bắt đầu chuẩn độ</a:t>
            </a:r>
          </a:p>
          <a:p>
            <a:pPr algn="just" eaLnBrk="1" hangingPunct="1">
              <a:spcBef>
                <a:spcPts val="600"/>
              </a:spcBef>
              <a:buFontTx/>
              <a:buAutoNum type="alphaLcPeriod"/>
            </a:pPr>
            <a:r>
              <a:rPr lang="en-US" altLang="zh-CN" sz="2400"/>
              <a:t>Tại điểm tương đương</a:t>
            </a:r>
          </a:p>
          <a:p>
            <a:pPr algn="just" eaLnBrk="1" hangingPunct="1">
              <a:spcBef>
                <a:spcPts val="600"/>
              </a:spcBef>
              <a:buFontTx/>
              <a:buAutoNum type="alphaLcPeriod"/>
            </a:pPr>
            <a:r>
              <a:rPr lang="en-US" altLang="zh-CN" sz="2400"/>
              <a:t>Sau khi thêm 26 mL dung dịch KBr</a:t>
            </a:r>
          </a:p>
          <a:p>
            <a:pPr algn="just" eaLnBrk="1" hangingPunct="1">
              <a:spcBef>
                <a:spcPts val="600"/>
              </a:spcBef>
            </a:pPr>
            <a:r>
              <a:rPr lang="en-US" altLang="zh-CN" sz="2400"/>
              <a:t>	Biết E</a:t>
            </a:r>
            <a:r>
              <a:rPr lang="en-US" altLang="zh-CN" sz="2400" baseline="30000"/>
              <a:t>0</a:t>
            </a:r>
            <a:r>
              <a:rPr lang="en-US" altLang="zh-CN" sz="2400"/>
              <a:t> (Ag</a:t>
            </a:r>
            <a:r>
              <a:rPr lang="en-US" altLang="zh-CN" sz="2400" baseline="30000"/>
              <a:t>+</a:t>
            </a:r>
            <a:r>
              <a:rPr lang="en-US" altLang="zh-CN" sz="2400"/>
              <a:t>/Ag)</a:t>
            </a:r>
            <a:r>
              <a:rPr lang="en-US" altLang="zh-CN" sz="2400" baseline="30000"/>
              <a:t> </a:t>
            </a:r>
            <a:r>
              <a:rPr lang="en-US" altLang="zh-CN" sz="2400" baseline="-25000"/>
              <a:t> </a:t>
            </a:r>
            <a:r>
              <a:rPr lang="en-US" altLang="zh-CN" sz="2400"/>
              <a:t>= 0.8V, E</a:t>
            </a:r>
            <a:r>
              <a:rPr lang="en-US" altLang="zh-CN" sz="2400" baseline="-25000"/>
              <a:t>SCE</a:t>
            </a:r>
            <a:r>
              <a:rPr lang="en-US" altLang="zh-CN" sz="2400"/>
              <a:t> = 0.246 V</a:t>
            </a:r>
          </a:p>
        </p:txBody>
      </p:sp>
      <p:sp>
        <p:nvSpPr>
          <p:cNvPr id="29491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D281034-210C-4E5E-B1DA-5C1D65CD2F81}" type="slidenum">
              <a:rPr lang="en-US" altLang="ru-RU">
                <a:solidFill>
                  <a:srgbClr val="FFFFFF"/>
                </a:solidFill>
                <a:latin typeface="Arial" panose="020B0604020202020204" pitchFamily="34" charset="0"/>
                <a:cs typeface="Arial" panose="020B0604020202020204" pitchFamily="34" charset="0"/>
              </a:rPr>
              <a:pPr/>
              <a:t>239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3"/>
          <p:cNvSpPr txBox="1">
            <a:spLocks noChangeArrowheads="1"/>
          </p:cNvSpPr>
          <p:nvPr/>
        </p:nvSpPr>
        <p:spPr bwMode="auto">
          <a:xfrm>
            <a:off x="1004888" y="428625"/>
            <a:ext cx="76708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20700" indent="-520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400">
                <a:latin typeface="Times New Roman" panose="02020603050405020304" pitchFamily="18" charset="0"/>
                <a:cs typeface="Times New Roman" panose="02020603050405020304" pitchFamily="18" charset="0"/>
              </a:rPr>
              <a:t>Bài 2: </a:t>
            </a:r>
          </a:p>
          <a:p>
            <a:pPr algn="just" eaLnBrk="1" hangingPunct="1">
              <a:spcBef>
                <a:spcPts val="600"/>
              </a:spcBef>
            </a:pPr>
            <a:r>
              <a:rPr lang="en-US" altLang="zh-CN" sz="2400">
                <a:latin typeface="Times New Roman" panose="02020603050405020304" pitchFamily="18" charset="0"/>
                <a:cs typeface="Times New Roman" panose="02020603050405020304" pitchFamily="18" charset="0"/>
              </a:rPr>
              <a:t> Một dung dịch đơn acid yếu HA có K</a:t>
            </a:r>
            <a:r>
              <a:rPr lang="en-US" altLang="zh-CN" sz="2400" baseline="-25000">
                <a:latin typeface="Times New Roman" panose="02020603050405020304" pitchFamily="18" charset="0"/>
                <a:cs typeface="Times New Roman" panose="02020603050405020304" pitchFamily="18" charset="0"/>
              </a:rPr>
              <a:t>a </a:t>
            </a:r>
            <a:r>
              <a:rPr lang="en-US" altLang="zh-CN" sz="2400">
                <a:latin typeface="Times New Roman" panose="02020603050405020304" pitchFamily="18" charset="0"/>
                <a:cs typeface="Times New Roman" panose="02020603050405020304" pitchFamily="18" charset="0"/>
              </a:rPr>
              <a:t>= 2 x 10</a:t>
            </a:r>
            <a:r>
              <a:rPr lang="en-US" altLang="zh-CN" sz="2400" baseline="30000">
                <a:latin typeface="Times New Roman" panose="02020603050405020304" pitchFamily="18" charset="0"/>
                <a:cs typeface="Times New Roman" panose="02020603050405020304" pitchFamily="18" charset="0"/>
              </a:rPr>
              <a:t>-5</a:t>
            </a:r>
            <a:r>
              <a:rPr lang="en-US" altLang="zh-CN" sz="2400">
                <a:latin typeface="Times New Roman" panose="02020603050405020304" pitchFamily="18" charset="0"/>
                <a:cs typeface="Times New Roman" panose="02020603050405020304" pitchFamily="18" charset="0"/>
              </a:rPr>
              <a:t>.       Lấy 30 mL dung dịch acid HA </a:t>
            </a:r>
            <a:br>
              <a:rPr lang="en-US" altLang="zh-CN" sz="2400">
                <a:latin typeface="Times New Roman" panose="02020603050405020304" pitchFamily="18" charset="0"/>
                <a:cs typeface="Times New Roman" panose="02020603050405020304" pitchFamily="18" charset="0"/>
              </a:rPr>
            </a:br>
            <a:r>
              <a:rPr lang="en-US" altLang="zh-CN" sz="2400">
                <a:latin typeface="Times New Roman" panose="02020603050405020304" pitchFamily="18" charset="0"/>
                <a:cs typeface="Times New Roman" panose="02020603050405020304" pitchFamily="18" charset="0"/>
              </a:rPr>
              <a:t>0.3 N pha loãng thành 200 mL. Sau đó chuẩn độ với dung dịch NaOH 0.2 N. Điện cực so sánh là điện cực calomel bão hoà và điện cực chỉ thị lần lượt là điện cực thuỷ tinh, điện cực quinhidron, điện  cực Sb, điện cực hidro chuẩn.</a:t>
            </a:r>
          </a:p>
          <a:p>
            <a:pPr algn="just" eaLnBrk="1" hangingPunct="1">
              <a:spcBef>
                <a:spcPts val="600"/>
              </a:spcBef>
              <a:buFontTx/>
              <a:buChar char="•"/>
            </a:pPr>
            <a:r>
              <a:rPr lang="en-US" altLang="zh-CN" sz="2400">
                <a:latin typeface="Times New Roman" panose="02020603050405020304" pitchFamily="18" charset="0"/>
                <a:cs typeface="Times New Roman" panose="02020603050405020304" pitchFamily="18" charset="0"/>
              </a:rPr>
              <a:t>Tính pH dung dịch lúc bắt đầu chuẩn độ (điện cực thuỷ tinh)</a:t>
            </a:r>
          </a:p>
          <a:p>
            <a:pPr algn="just" eaLnBrk="1" hangingPunct="1">
              <a:spcBef>
                <a:spcPts val="600"/>
              </a:spcBef>
              <a:buFontTx/>
              <a:buChar char="•"/>
            </a:pPr>
            <a:r>
              <a:rPr lang="en-US" altLang="zh-CN" sz="2400">
                <a:latin typeface="Times New Roman" panose="02020603050405020304" pitchFamily="18" charset="0"/>
                <a:cs typeface="Times New Roman" panose="02020603050405020304" pitchFamily="18" charset="0"/>
              </a:rPr>
              <a:t>Tính độ chỉ Volt kế sau khi thêm 10 mL dd NaOH 0.2 N. Điện cực quinhydron</a:t>
            </a:r>
          </a:p>
          <a:p>
            <a:pPr algn="just" eaLnBrk="1" hangingPunct="1">
              <a:spcBef>
                <a:spcPts val="600"/>
              </a:spcBef>
              <a:buFontTx/>
              <a:buChar char="•"/>
            </a:pPr>
            <a:r>
              <a:rPr lang="en-US" altLang="zh-CN" sz="2400">
                <a:latin typeface="Times New Roman" panose="02020603050405020304" pitchFamily="18" charset="0"/>
                <a:cs typeface="Times New Roman" panose="02020603050405020304" pitchFamily="18" charset="0"/>
              </a:rPr>
              <a:t>Tính độ chỉ Volt kế ở điểm tương đương. Điện cực Sb.</a:t>
            </a:r>
          </a:p>
          <a:p>
            <a:pPr algn="just" eaLnBrk="1" hangingPunct="1">
              <a:spcBef>
                <a:spcPts val="600"/>
              </a:spcBef>
              <a:buFontTx/>
              <a:buChar char="•"/>
            </a:pPr>
            <a:r>
              <a:rPr lang="en-US" altLang="zh-CN" sz="2400">
                <a:latin typeface="Times New Roman" panose="02020603050405020304" pitchFamily="18" charset="0"/>
                <a:cs typeface="Times New Roman" panose="02020603050405020304" pitchFamily="18" charset="0"/>
              </a:rPr>
              <a:t>Tính độ chỉ Volt kế sau khi thêm 50 mL dd NaOH 0.2 N. Điện cực hydro chuẩn</a:t>
            </a:r>
          </a:p>
        </p:txBody>
      </p:sp>
      <p:sp>
        <p:nvSpPr>
          <p:cNvPr id="295939"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0B4B214-3713-4F70-9A6C-265B11DEC792}" type="slidenum">
              <a:rPr lang="en-US" altLang="ru-RU">
                <a:solidFill>
                  <a:srgbClr val="FFFFFF"/>
                </a:solidFill>
                <a:latin typeface="Arial" panose="020B0604020202020204" pitchFamily="34" charset="0"/>
                <a:cs typeface="Arial" panose="020B0604020202020204" pitchFamily="34" charset="0"/>
              </a:rPr>
              <a:pPr/>
              <a:t>240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3"/>
          <p:cNvSpPr txBox="1">
            <a:spLocks noChangeArrowheads="1"/>
          </p:cNvSpPr>
          <p:nvPr/>
        </p:nvSpPr>
        <p:spPr bwMode="auto">
          <a:xfrm>
            <a:off x="1403350" y="692150"/>
            <a:ext cx="7210425"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20700" indent="-520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800">
                <a:latin typeface="Times New Roman" panose="02020603050405020304" pitchFamily="18" charset="0"/>
                <a:cs typeface="Times New Roman" panose="02020603050405020304" pitchFamily="18" charset="0"/>
              </a:rPr>
              <a:t>Bài 3: </a:t>
            </a:r>
          </a:p>
          <a:p>
            <a:pPr algn="just" eaLnBrk="1" hangingPunct="1">
              <a:spcBef>
                <a:spcPts val="600"/>
              </a:spcBef>
            </a:pPr>
            <a:r>
              <a:rPr lang="en-US" altLang="zh-CN" sz="2800">
                <a:latin typeface="Times New Roman" panose="02020603050405020304" pitchFamily="18" charset="0"/>
                <a:cs typeface="Times New Roman" panose="02020603050405020304" pitchFamily="18" charset="0"/>
              </a:rPr>
              <a:t>	Chuẩn độ 10 mL dung dịch Fe</a:t>
            </a:r>
            <a:r>
              <a:rPr lang="en-US" altLang="zh-CN" sz="2800" baseline="30000">
                <a:latin typeface="Times New Roman" panose="02020603050405020304" pitchFamily="18" charset="0"/>
                <a:cs typeface="Times New Roman" panose="02020603050405020304" pitchFamily="18" charset="0"/>
              </a:rPr>
              <a:t>2+</a:t>
            </a:r>
            <a:r>
              <a:rPr lang="en-US" altLang="zh-CN" sz="2800">
                <a:latin typeface="Times New Roman" panose="02020603050405020304" pitchFamily="18" charset="0"/>
                <a:cs typeface="Times New Roman" panose="02020603050405020304" pitchFamily="18" charset="0"/>
              </a:rPr>
              <a:t> 0.05 N bằng dung dịch Ce</a:t>
            </a:r>
            <a:r>
              <a:rPr lang="en-US" altLang="zh-CN" sz="2800" baseline="30000">
                <a:latin typeface="Times New Roman" panose="02020603050405020304" pitchFamily="18" charset="0"/>
                <a:cs typeface="Times New Roman" panose="02020603050405020304" pitchFamily="18" charset="0"/>
              </a:rPr>
              <a:t>4+</a:t>
            </a:r>
            <a:r>
              <a:rPr lang="en-US" altLang="zh-CN" sz="2800">
                <a:latin typeface="Times New Roman" panose="02020603050405020304" pitchFamily="18" charset="0"/>
                <a:cs typeface="Times New Roman" panose="02020603050405020304" pitchFamily="18" charset="0"/>
              </a:rPr>
              <a:t>. Tính số chỉ Volt trong các trường hợp sau, biết điện cực so sánh là điện cực SCE, điện cực chỉ thị là điện cực Pt.</a:t>
            </a:r>
          </a:p>
          <a:p>
            <a:pPr algn="just" eaLnBrk="1" hangingPunct="1">
              <a:spcBef>
                <a:spcPts val="600"/>
              </a:spcBef>
              <a:buFontTx/>
              <a:buAutoNum type="alphaLcPeriod"/>
            </a:pPr>
            <a:r>
              <a:rPr lang="en-US" altLang="zh-CN" sz="2800">
                <a:latin typeface="Times New Roman" panose="02020603050405020304" pitchFamily="18" charset="0"/>
                <a:cs typeface="Times New Roman" panose="02020603050405020304" pitchFamily="18" charset="0"/>
              </a:rPr>
              <a:t>Lúc bắt đầu chuẩn độ</a:t>
            </a:r>
          </a:p>
          <a:p>
            <a:pPr algn="just" eaLnBrk="1" hangingPunct="1">
              <a:spcBef>
                <a:spcPts val="600"/>
              </a:spcBef>
              <a:buFontTx/>
              <a:buAutoNum type="alphaLcPeriod"/>
            </a:pPr>
            <a:r>
              <a:rPr lang="en-US" altLang="zh-CN" sz="2800">
                <a:latin typeface="Times New Roman" panose="02020603050405020304" pitchFamily="18" charset="0"/>
                <a:cs typeface="Times New Roman" panose="02020603050405020304" pitchFamily="18" charset="0"/>
              </a:rPr>
              <a:t>Khi thêm 5 mL Ce</a:t>
            </a:r>
            <a:r>
              <a:rPr lang="en-US" altLang="zh-CN" sz="2800" baseline="30000">
                <a:latin typeface="Times New Roman" panose="02020603050405020304" pitchFamily="18" charset="0"/>
                <a:cs typeface="Times New Roman" panose="02020603050405020304" pitchFamily="18" charset="0"/>
              </a:rPr>
              <a:t>4+</a:t>
            </a:r>
            <a:endParaRPr lang="en-US" altLang="zh-CN" sz="2800">
              <a:latin typeface="Times New Roman" panose="02020603050405020304" pitchFamily="18" charset="0"/>
              <a:cs typeface="Times New Roman" panose="02020603050405020304" pitchFamily="18" charset="0"/>
            </a:endParaRPr>
          </a:p>
          <a:p>
            <a:pPr algn="just" eaLnBrk="1" hangingPunct="1">
              <a:spcBef>
                <a:spcPts val="600"/>
              </a:spcBef>
              <a:buFontTx/>
              <a:buAutoNum type="alphaLcPeriod"/>
            </a:pPr>
            <a:r>
              <a:rPr lang="en-US" altLang="zh-CN" sz="2800">
                <a:latin typeface="Times New Roman" panose="02020603050405020304" pitchFamily="18" charset="0"/>
                <a:cs typeface="Times New Roman" panose="02020603050405020304" pitchFamily="18" charset="0"/>
              </a:rPr>
              <a:t>Tại điểm tương đương</a:t>
            </a:r>
          </a:p>
          <a:p>
            <a:pPr algn="just" eaLnBrk="1" hangingPunct="1">
              <a:spcBef>
                <a:spcPts val="600"/>
              </a:spcBef>
              <a:buFontTx/>
              <a:buAutoNum type="alphaLcPeriod"/>
            </a:pPr>
            <a:r>
              <a:rPr lang="en-US" altLang="zh-CN" sz="2800">
                <a:latin typeface="Times New Roman" panose="02020603050405020304" pitchFamily="18" charset="0"/>
                <a:cs typeface="Times New Roman" panose="02020603050405020304" pitchFamily="18" charset="0"/>
              </a:rPr>
              <a:t>Sau khi thêm 15 mL dung dịch Ce</a:t>
            </a:r>
            <a:r>
              <a:rPr lang="en-US" altLang="zh-CN" sz="2800" baseline="30000">
                <a:latin typeface="Times New Roman" panose="02020603050405020304" pitchFamily="18" charset="0"/>
                <a:cs typeface="Times New Roman" panose="02020603050405020304" pitchFamily="18" charset="0"/>
              </a:rPr>
              <a:t>4+</a:t>
            </a:r>
            <a:endParaRPr lang="en-US" altLang="zh-CN" sz="2800">
              <a:latin typeface="Times New Roman" panose="02020603050405020304" pitchFamily="18" charset="0"/>
              <a:cs typeface="Times New Roman" panose="02020603050405020304" pitchFamily="18" charset="0"/>
            </a:endParaRPr>
          </a:p>
          <a:p>
            <a:pPr algn="just" eaLnBrk="1" hangingPunct="1">
              <a:spcBef>
                <a:spcPts val="600"/>
              </a:spcBef>
            </a:pPr>
            <a:r>
              <a:rPr lang="en-US" altLang="zh-CN" sz="2800">
                <a:latin typeface="Times New Roman" panose="02020603050405020304" pitchFamily="18" charset="0"/>
                <a:cs typeface="Times New Roman" panose="02020603050405020304" pitchFamily="18" charset="0"/>
              </a:rPr>
              <a:t>	Biết E</a:t>
            </a:r>
            <a:r>
              <a:rPr lang="en-US" altLang="zh-CN" sz="2800" baseline="30000">
                <a:latin typeface="Times New Roman" panose="02020603050405020304" pitchFamily="18" charset="0"/>
                <a:cs typeface="Times New Roman" panose="02020603050405020304" pitchFamily="18" charset="0"/>
              </a:rPr>
              <a:t>0</a:t>
            </a:r>
            <a:r>
              <a:rPr lang="en-US" altLang="zh-CN" sz="2800">
                <a:latin typeface="Times New Roman" panose="02020603050405020304" pitchFamily="18" charset="0"/>
                <a:cs typeface="Times New Roman" panose="02020603050405020304" pitchFamily="18" charset="0"/>
              </a:rPr>
              <a:t> (Fe</a:t>
            </a:r>
            <a:r>
              <a:rPr lang="en-US" altLang="zh-CN" sz="2800" baseline="30000">
                <a:latin typeface="Times New Roman" panose="02020603050405020304" pitchFamily="18" charset="0"/>
                <a:cs typeface="Times New Roman" panose="02020603050405020304" pitchFamily="18" charset="0"/>
              </a:rPr>
              <a:t>3+</a:t>
            </a:r>
            <a:r>
              <a:rPr lang="en-US" altLang="zh-CN" sz="2800">
                <a:latin typeface="Times New Roman" panose="02020603050405020304" pitchFamily="18" charset="0"/>
                <a:cs typeface="Times New Roman" panose="02020603050405020304" pitchFamily="18" charset="0"/>
              </a:rPr>
              <a:t>/Fe</a:t>
            </a:r>
            <a:r>
              <a:rPr lang="en-US" altLang="zh-CN" sz="2800" baseline="30000">
                <a:latin typeface="Times New Roman" panose="02020603050405020304" pitchFamily="18" charset="0"/>
                <a:cs typeface="Times New Roman" panose="02020603050405020304" pitchFamily="18" charset="0"/>
              </a:rPr>
              <a:t>2+</a:t>
            </a:r>
            <a:r>
              <a:rPr lang="en-US" altLang="zh-CN" sz="2800">
                <a:latin typeface="Times New Roman" panose="02020603050405020304" pitchFamily="18" charset="0"/>
                <a:cs typeface="Times New Roman" panose="02020603050405020304" pitchFamily="18" charset="0"/>
              </a:rPr>
              <a:t>)</a:t>
            </a:r>
            <a:r>
              <a:rPr lang="en-US" altLang="zh-CN" sz="2800" baseline="30000">
                <a:latin typeface="Times New Roman" panose="02020603050405020304" pitchFamily="18" charset="0"/>
                <a:cs typeface="Times New Roman" panose="02020603050405020304" pitchFamily="18" charset="0"/>
              </a:rPr>
              <a:t> </a:t>
            </a:r>
            <a:r>
              <a:rPr lang="en-US" altLang="zh-CN" sz="2800" baseline="-25000">
                <a:latin typeface="Times New Roman" panose="02020603050405020304" pitchFamily="18" charset="0"/>
                <a:cs typeface="Times New Roman" panose="02020603050405020304" pitchFamily="18" charset="0"/>
              </a:rPr>
              <a:t> </a:t>
            </a:r>
            <a:r>
              <a:rPr lang="en-US" altLang="zh-CN" sz="2800">
                <a:latin typeface="Times New Roman" panose="02020603050405020304" pitchFamily="18" charset="0"/>
                <a:cs typeface="Times New Roman" panose="02020603050405020304" pitchFamily="18" charset="0"/>
              </a:rPr>
              <a:t>= 0.767V, E</a:t>
            </a:r>
            <a:r>
              <a:rPr lang="en-US" altLang="zh-CN" sz="2800" baseline="-25000">
                <a:latin typeface="Times New Roman" panose="02020603050405020304" pitchFamily="18" charset="0"/>
                <a:cs typeface="Times New Roman" panose="02020603050405020304" pitchFamily="18" charset="0"/>
              </a:rPr>
              <a:t>SCE</a:t>
            </a:r>
            <a:r>
              <a:rPr lang="en-US" altLang="zh-CN" sz="2800">
                <a:latin typeface="Times New Roman" panose="02020603050405020304" pitchFamily="18" charset="0"/>
                <a:cs typeface="Times New Roman" panose="02020603050405020304" pitchFamily="18" charset="0"/>
              </a:rPr>
              <a:t> = 0.246 V, E</a:t>
            </a:r>
            <a:r>
              <a:rPr lang="en-US" altLang="zh-CN" sz="2800" baseline="30000">
                <a:latin typeface="Times New Roman" panose="02020603050405020304" pitchFamily="18" charset="0"/>
                <a:cs typeface="Times New Roman" panose="02020603050405020304" pitchFamily="18" charset="0"/>
              </a:rPr>
              <a:t>0</a:t>
            </a:r>
            <a:r>
              <a:rPr lang="en-US" altLang="zh-CN" sz="2800">
                <a:latin typeface="Times New Roman" panose="02020603050405020304" pitchFamily="18" charset="0"/>
                <a:cs typeface="Times New Roman" panose="02020603050405020304" pitchFamily="18" charset="0"/>
              </a:rPr>
              <a:t> (Ce</a:t>
            </a:r>
            <a:r>
              <a:rPr lang="en-US" altLang="zh-CN" sz="2800" baseline="30000">
                <a:latin typeface="Times New Roman" panose="02020603050405020304" pitchFamily="18" charset="0"/>
                <a:cs typeface="Times New Roman" panose="02020603050405020304" pitchFamily="18" charset="0"/>
              </a:rPr>
              <a:t>4+</a:t>
            </a:r>
            <a:r>
              <a:rPr lang="en-US" altLang="zh-CN" sz="2800">
                <a:latin typeface="Times New Roman" panose="02020603050405020304" pitchFamily="18" charset="0"/>
                <a:cs typeface="Times New Roman" panose="02020603050405020304" pitchFamily="18" charset="0"/>
              </a:rPr>
              <a:t>/Ce</a:t>
            </a:r>
            <a:r>
              <a:rPr lang="en-US" altLang="zh-CN" sz="2800" baseline="30000">
                <a:latin typeface="Times New Roman" panose="02020603050405020304" pitchFamily="18" charset="0"/>
                <a:cs typeface="Times New Roman" panose="02020603050405020304" pitchFamily="18" charset="0"/>
              </a:rPr>
              <a:t>3+</a:t>
            </a:r>
            <a:r>
              <a:rPr lang="en-US" altLang="zh-CN" sz="2800">
                <a:latin typeface="Times New Roman" panose="02020603050405020304" pitchFamily="18" charset="0"/>
                <a:cs typeface="Times New Roman" panose="02020603050405020304" pitchFamily="18" charset="0"/>
              </a:rPr>
              <a:t>) = 1.70</a:t>
            </a:r>
          </a:p>
        </p:txBody>
      </p:sp>
      <p:sp>
        <p:nvSpPr>
          <p:cNvPr id="29696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5D666FC-056E-4949-B8B0-083A150443C2}" type="slidenum">
              <a:rPr lang="en-US" altLang="ru-RU">
                <a:solidFill>
                  <a:srgbClr val="FFFFFF"/>
                </a:solidFill>
                <a:latin typeface="Arial" panose="020B0604020202020204" pitchFamily="34" charset="0"/>
                <a:cs typeface="Arial" panose="020B0604020202020204" pitchFamily="34" charset="0"/>
              </a:rPr>
              <a:pPr/>
              <a:t>241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3"/>
          <p:cNvSpPr txBox="1">
            <a:spLocks noChangeArrowheads="1"/>
          </p:cNvSpPr>
          <p:nvPr/>
        </p:nvSpPr>
        <p:spPr bwMode="auto">
          <a:xfrm>
            <a:off x="1220788" y="549275"/>
            <a:ext cx="7312025"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20700" indent="-520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800">
                <a:latin typeface="Times New Roman" panose="02020603050405020304" pitchFamily="18" charset="0"/>
                <a:cs typeface="Times New Roman" panose="02020603050405020304" pitchFamily="18" charset="0"/>
              </a:rPr>
              <a:t>Bài 4: </a:t>
            </a:r>
          </a:p>
          <a:p>
            <a:pPr algn="just" eaLnBrk="1" hangingPunct="1">
              <a:spcBef>
                <a:spcPts val="600"/>
              </a:spcBef>
            </a:pPr>
            <a:r>
              <a:rPr lang="en-US" altLang="zh-CN" sz="2800">
                <a:latin typeface="Times New Roman" panose="02020603050405020304" pitchFamily="18" charset="0"/>
                <a:cs typeface="Times New Roman" panose="02020603050405020304" pitchFamily="18" charset="0"/>
              </a:rPr>
              <a:t>	Tính pH và độ chỉ Volt trong các trường hợp sau khi chuẩn độ hỗn hợp HCl 0.1 M và CH</a:t>
            </a:r>
            <a:r>
              <a:rPr lang="en-US" altLang="zh-CN" sz="2800" baseline="-25000">
                <a:latin typeface="Times New Roman" panose="02020603050405020304" pitchFamily="18" charset="0"/>
                <a:cs typeface="Times New Roman" panose="02020603050405020304" pitchFamily="18" charset="0"/>
              </a:rPr>
              <a:t>3</a:t>
            </a:r>
            <a:r>
              <a:rPr lang="en-US" altLang="zh-CN" sz="2800">
                <a:latin typeface="Times New Roman" panose="02020603050405020304" pitchFamily="18" charset="0"/>
                <a:cs typeface="Times New Roman" panose="02020603050405020304" pitchFamily="18" charset="0"/>
              </a:rPr>
              <a:t>COOH 0.1 M bằng dung dịch chuẩn NaOH 0.1 M. Biết CH</a:t>
            </a:r>
            <a:r>
              <a:rPr lang="en-US" altLang="zh-CN" sz="2800" baseline="-25000">
                <a:latin typeface="Times New Roman" panose="02020603050405020304" pitchFamily="18" charset="0"/>
                <a:cs typeface="Times New Roman" panose="02020603050405020304" pitchFamily="18" charset="0"/>
              </a:rPr>
              <a:t>3</a:t>
            </a:r>
            <a:r>
              <a:rPr lang="en-US" altLang="zh-CN" sz="2800">
                <a:latin typeface="Times New Roman" panose="02020603050405020304" pitchFamily="18" charset="0"/>
                <a:cs typeface="Times New Roman" panose="02020603050405020304" pitchFamily="18" charset="0"/>
              </a:rPr>
              <a:t>COOH có pK</a:t>
            </a:r>
            <a:r>
              <a:rPr lang="en-US" altLang="zh-CN" sz="2800" baseline="-25000">
                <a:latin typeface="Times New Roman" panose="02020603050405020304" pitchFamily="18" charset="0"/>
                <a:cs typeface="Times New Roman" panose="02020603050405020304" pitchFamily="18" charset="0"/>
              </a:rPr>
              <a:t>a</a:t>
            </a:r>
            <a:r>
              <a:rPr lang="en-US" altLang="zh-CN" sz="2800">
                <a:latin typeface="Times New Roman" panose="02020603050405020304" pitchFamily="18" charset="0"/>
                <a:cs typeface="Times New Roman" panose="02020603050405020304" pitchFamily="18" charset="0"/>
              </a:rPr>
              <a:t> = 4.75, Điện cực so sánh là điện cực calomel bão hoà và điện cực chỉ thị là điện cực hidro chuẩn…</a:t>
            </a:r>
          </a:p>
          <a:p>
            <a:pPr algn="just" eaLnBrk="1" hangingPunct="1">
              <a:spcBef>
                <a:spcPts val="600"/>
              </a:spcBef>
              <a:buFontTx/>
              <a:buChar char="•"/>
            </a:pPr>
            <a:r>
              <a:rPr lang="en-US" altLang="zh-CN" sz="2800">
                <a:latin typeface="Times New Roman" panose="02020603050405020304" pitchFamily="18" charset="0"/>
                <a:cs typeface="Times New Roman" panose="02020603050405020304" pitchFamily="18" charset="0"/>
              </a:rPr>
              <a:t>Lúc bắt đầu chuẩn độ</a:t>
            </a:r>
          </a:p>
          <a:p>
            <a:pPr algn="just" eaLnBrk="1" hangingPunct="1">
              <a:spcBef>
                <a:spcPts val="600"/>
              </a:spcBef>
              <a:buFontTx/>
              <a:buChar char="•"/>
            </a:pPr>
            <a:r>
              <a:rPr lang="en-US" altLang="zh-CN" sz="2800">
                <a:latin typeface="Times New Roman" panose="02020603050405020304" pitchFamily="18" charset="0"/>
                <a:cs typeface="Times New Roman" panose="02020603050405020304" pitchFamily="18" charset="0"/>
              </a:rPr>
              <a:t>Khi thêm 5 mL NaOH</a:t>
            </a:r>
          </a:p>
          <a:p>
            <a:pPr algn="just" eaLnBrk="1" hangingPunct="1">
              <a:spcBef>
                <a:spcPts val="600"/>
              </a:spcBef>
              <a:buFontTx/>
              <a:buChar char="•"/>
            </a:pPr>
            <a:r>
              <a:rPr lang="en-US" altLang="zh-CN" sz="2800">
                <a:latin typeface="Times New Roman" panose="02020603050405020304" pitchFamily="18" charset="0"/>
                <a:cs typeface="Times New Roman" panose="02020603050405020304" pitchFamily="18" charset="0"/>
              </a:rPr>
              <a:t>Tại điểm tương đương</a:t>
            </a:r>
          </a:p>
          <a:p>
            <a:pPr algn="just" eaLnBrk="1" hangingPunct="1">
              <a:spcBef>
                <a:spcPts val="600"/>
              </a:spcBef>
              <a:buFontTx/>
              <a:buChar char="•"/>
            </a:pPr>
            <a:r>
              <a:rPr lang="en-US" altLang="zh-CN" sz="2800">
                <a:latin typeface="Times New Roman" panose="02020603050405020304" pitchFamily="18" charset="0"/>
                <a:cs typeface="Times New Roman" panose="02020603050405020304" pitchFamily="18" charset="0"/>
              </a:rPr>
              <a:t>Sau khi thêm 15 mL dung dịch NaOH</a:t>
            </a:r>
          </a:p>
        </p:txBody>
      </p:sp>
      <p:sp>
        <p:nvSpPr>
          <p:cNvPr id="297987"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C32D18F-7AD5-49F8-8DD6-78ABB8D9E3FF}" type="slidenum">
              <a:rPr lang="en-US" altLang="ru-RU">
                <a:solidFill>
                  <a:srgbClr val="FFFFFF"/>
                </a:solidFill>
                <a:latin typeface="Arial" panose="020B0604020202020204" pitchFamily="34" charset="0"/>
                <a:cs typeface="Arial" panose="020B0604020202020204" pitchFamily="34" charset="0"/>
              </a:rPr>
              <a:pPr/>
              <a:t>242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3"/>
          <p:cNvSpPr txBox="1">
            <a:spLocks noChangeArrowheads="1"/>
          </p:cNvSpPr>
          <p:nvPr/>
        </p:nvSpPr>
        <p:spPr bwMode="auto">
          <a:xfrm>
            <a:off x="1258888" y="836613"/>
            <a:ext cx="7359650" cy="524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20700" indent="-520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pPr>
            <a:r>
              <a:rPr lang="en-US" altLang="zh-CN" sz="2400"/>
              <a:t>Bài 5: Chuẩn độ 10 mL dung dịch Fe</a:t>
            </a:r>
            <a:r>
              <a:rPr lang="en-US" altLang="zh-CN" sz="2400" baseline="30000"/>
              <a:t>2+</a:t>
            </a:r>
            <a:r>
              <a:rPr lang="en-US" altLang="zh-CN" sz="2400"/>
              <a:t> 0.05 N bằng dung dịch KMnO</a:t>
            </a:r>
            <a:r>
              <a:rPr lang="en-US" altLang="zh-CN" sz="2400" baseline="-25000"/>
              <a:t>4</a:t>
            </a:r>
            <a:r>
              <a:rPr lang="en-US" altLang="zh-CN" sz="2400"/>
              <a:t> 0.05N. Tính số chỉ Volt trong các trường hợp sau, biết điện cực so sánh là điện cực SCE, điện cực chỉ thị là điện cực Pt.</a:t>
            </a:r>
          </a:p>
          <a:p>
            <a:pPr algn="just" eaLnBrk="1" hangingPunct="1">
              <a:spcBef>
                <a:spcPts val="600"/>
              </a:spcBef>
              <a:buFontTx/>
              <a:buAutoNum type="alphaLcPeriod"/>
            </a:pPr>
            <a:r>
              <a:rPr lang="en-US" altLang="zh-CN" sz="2400"/>
              <a:t>Lúc bắt đầu chuẩn độ</a:t>
            </a:r>
          </a:p>
          <a:p>
            <a:pPr algn="just" eaLnBrk="1" hangingPunct="1">
              <a:spcBef>
                <a:spcPts val="600"/>
              </a:spcBef>
              <a:buFontTx/>
              <a:buAutoNum type="alphaLcPeriod"/>
            </a:pPr>
            <a:r>
              <a:rPr lang="en-US" altLang="zh-CN" sz="2400"/>
              <a:t>Khi thêm 5 mL KMnO</a:t>
            </a:r>
            <a:r>
              <a:rPr lang="en-US" altLang="zh-CN" sz="2400" baseline="-25000"/>
              <a:t>4</a:t>
            </a:r>
            <a:r>
              <a:rPr lang="en-US" altLang="zh-CN" sz="2400"/>
              <a:t> 0.05N </a:t>
            </a:r>
          </a:p>
          <a:p>
            <a:pPr algn="just" eaLnBrk="1" hangingPunct="1">
              <a:spcBef>
                <a:spcPts val="600"/>
              </a:spcBef>
              <a:buFontTx/>
              <a:buAutoNum type="alphaLcPeriod"/>
            </a:pPr>
            <a:r>
              <a:rPr lang="en-US" altLang="zh-CN" sz="2400"/>
              <a:t>Tại điểm tương đương</a:t>
            </a:r>
          </a:p>
          <a:p>
            <a:pPr algn="just" eaLnBrk="1" hangingPunct="1">
              <a:spcBef>
                <a:spcPts val="600"/>
              </a:spcBef>
              <a:buFontTx/>
              <a:buAutoNum type="alphaLcPeriod"/>
            </a:pPr>
            <a:r>
              <a:rPr lang="en-US" altLang="zh-CN" sz="2400"/>
              <a:t>Sau khi thêm 15 mL dung dịch KMnO</a:t>
            </a:r>
            <a:r>
              <a:rPr lang="en-US" altLang="zh-CN" sz="2400" baseline="-25000"/>
              <a:t>4</a:t>
            </a:r>
            <a:r>
              <a:rPr lang="en-US" altLang="zh-CN" sz="2400"/>
              <a:t> 0.05N</a:t>
            </a:r>
          </a:p>
          <a:p>
            <a:pPr algn="just" eaLnBrk="1" hangingPunct="1">
              <a:spcBef>
                <a:spcPts val="600"/>
              </a:spcBef>
            </a:pPr>
            <a:r>
              <a:rPr lang="en-US" altLang="zh-CN" sz="2400"/>
              <a:t>	Biết E</a:t>
            </a:r>
            <a:r>
              <a:rPr lang="en-US" altLang="zh-CN" sz="2400" baseline="30000"/>
              <a:t>0</a:t>
            </a:r>
            <a:r>
              <a:rPr lang="en-US" altLang="zh-CN" sz="2400"/>
              <a:t> (Fe</a:t>
            </a:r>
            <a:r>
              <a:rPr lang="en-US" altLang="zh-CN" sz="2400" baseline="30000"/>
              <a:t>3+</a:t>
            </a:r>
            <a:r>
              <a:rPr lang="en-US" altLang="zh-CN" sz="2400"/>
              <a:t>/Fe</a:t>
            </a:r>
            <a:r>
              <a:rPr lang="en-US" altLang="zh-CN" sz="2400" baseline="30000"/>
              <a:t>2+</a:t>
            </a:r>
            <a:r>
              <a:rPr lang="en-US" altLang="zh-CN" sz="2400"/>
              <a:t>)</a:t>
            </a:r>
            <a:r>
              <a:rPr lang="en-US" altLang="zh-CN" sz="2400" baseline="30000"/>
              <a:t> </a:t>
            </a:r>
            <a:r>
              <a:rPr lang="en-US" altLang="zh-CN" sz="2400" baseline="-25000"/>
              <a:t> </a:t>
            </a:r>
            <a:r>
              <a:rPr lang="en-US" altLang="zh-CN" sz="2400"/>
              <a:t>= 0.767V, E</a:t>
            </a:r>
            <a:r>
              <a:rPr lang="en-US" altLang="zh-CN" sz="2400" baseline="-25000"/>
              <a:t>SCE</a:t>
            </a:r>
            <a:r>
              <a:rPr lang="en-US" altLang="zh-CN" sz="2400"/>
              <a:t> = 0.246 V, E</a:t>
            </a:r>
            <a:r>
              <a:rPr lang="en-US" altLang="zh-CN" sz="2400" baseline="30000"/>
              <a:t>0</a:t>
            </a:r>
            <a:r>
              <a:rPr lang="en-US" altLang="zh-CN" sz="2400"/>
              <a:t> (MnO</a:t>
            </a:r>
            <a:r>
              <a:rPr lang="en-US" altLang="zh-CN" sz="2400" baseline="-25000"/>
              <a:t>4</a:t>
            </a:r>
            <a:r>
              <a:rPr lang="en-US" altLang="zh-CN" sz="2400" baseline="30000"/>
              <a:t>-</a:t>
            </a:r>
            <a:r>
              <a:rPr lang="en-US" altLang="zh-CN" sz="2400"/>
              <a:t> /Mn</a:t>
            </a:r>
            <a:r>
              <a:rPr lang="en-US" altLang="zh-CN" sz="2400" baseline="30000"/>
              <a:t>2+</a:t>
            </a:r>
            <a:r>
              <a:rPr lang="en-US" altLang="zh-CN" sz="2400"/>
              <a:t>) = 1.55V</a:t>
            </a:r>
          </a:p>
        </p:txBody>
      </p:sp>
      <p:sp>
        <p:nvSpPr>
          <p:cNvPr id="299011"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D748CD8-9DED-491B-8861-D1EDB53F2834}" type="slidenum">
              <a:rPr lang="en-US" altLang="ru-RU">
                <a:solidFill>
                  <a:srgbClr val="FFFFFF"/>
                </a:solidFill>
                <a:latin typeface="Arial" panose="020B0604020202020204" pitchFamily="34" charset="0"/>
                <a:cs typeface="Arial" panose="020B0604020202020204" pitchFamily="34" charset="0"/>
              </a:rPr>
              <a:pPr/>
              <a:t>243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ext Box 7"/>
          <p:cNvSpPr txBox="1">
            <a:spLocks noChangeArrowheads="1"/>
          </p:cNvSpPr>
          <p:nvPr/>
        </p:nvSpPr>
        <p:spPr bwMode="auto">
          <a:xfrm>
            <a:off x="1090613" y="100013"/>
            <a:ext cx="7856537" cy="534987"/>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fr-FR" altLang="zh-CN" sz="3200" b="1">
                <a:solidFill>
                  <a:srgbClr val="32A4A4"/>
                </a:solidFill>
                <a:latin typeface="Times New Roman" panose="02020603050405020304" pitchFamily="18" charset="0"/>
                <a:cs typeface="Times New Roman" panose="02020603050405020304" pitchFamily="18" charset="0"/>
              </a:rPr>
              <a:t>Ch</a:t>
            </a:r>
            <a:r>
              <a:rPr lang="vi-VN" altLang="zh-CN" sz="3200" b="1">
                <a:solidFill>
                  <a:srgbClr val="32A4A4"/>
                </a:solidFill>
                <a:latin typeface="Times New Roman" panose="02020603050405020304" pitchFamily="18" charset="0"/>
                <a:cs typeface="Times New Roman" panose="02020603050405020304" pitchFamily="18" charset="0"/>
              </a:rPr>
              <a:t>ươ</a:t>
            </a:r>
            <a:r>
              <a:rPr lang="en-US" altLang="zh-CN" sz="3200" b="1">
                <a:solidFill>
                  <a:srgbClr val="32A4A4"/>
                </a:solidFill>
                <a:latin typeface="Times New Roman" panose="02020603050405020304" pitchFamily="18" charset="0"/>
                <a:cs typeface="Times New Roman" panose="02020603050405020304" pitchFamily="18" charset="0"/>
              </a:rPr>
              <a:t>ng 4: </a:t>
            </a:r>
            <a:r>
              <a:rPr lang="vi-VN" altLang="zh-CN" sz="3200" b="1">
                <a:solidFill>
                  <a:srgbClr val="32A4A4"/>
                </a:solidFill>
                <a:latin typeface="Times New Roman" panose="02020603050405020304" pitchFamily="18" charset="0"/>
                <a:cs typeface="Times New Roman" panose="02020603050405020304" pitchFamily="18" charset="0"/>
              </a:rPr>
              <a:t>Phân tích cực phổ và Volt Ample</a:t>
            </a:r>
            <a:endParaRPr lang="fr-FR" altLang="zh-CN" sz="3200" b="1">
              <a:solidFill>
                <a:srgbClr val="32A4A4"/>
              </a:solidFill>
              <a:latin typeface="Times New Roman" panose="02020603050405020304" pitchFamily="18" charset="0"/>
              <a:cs typeface="Times New Roman" panose="02020603050405020304" pitchFamily="18" charset="0"/>
            </a:endParaRPr>
          </a:p>
        </p:txBody>
      </p:sp>
      <p:sp>
        <p:nvSpPr>
          <p:cNvPr id="30003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E40A414-FA40-4522-ADE5-D0D243C4D74E}" type="slidenum">
              <a:rPr lang="en-US" altLang="ru-RU">
                <a:solidFill>
                  <a:srgbClr val="FFFFFF"/>
                </a:solidFill>
                <a:latin typeface="Arial" panose="020B0604020202020204" pitchFamily="34" charset="0"/>
                <a:cs typeface="Arial" panose="020B0604020202020204" pitchFamily="34" charset="0"/>
              </a:rPr>
              <a:pPr/>
              <a:t>244</a:t>
            </a:fld>
            <a:endParaRPr lang="en-US" altLang="ru-RU">
              <a:solidFill>
                <a:srgbClr val="FFFFFF"/>
              </a:solidFill>
              <a:latin typeface="Arial" panose="020B0604020202020204" pitchFamily="34" charset="0"/>
              <a:cs typeface="Arial" panose="020B0604020202020204" pitchFamily="34" charset="0"/>
            </a:endParaRPr>
          </a:p>
        </p:txBody>
      </p:sp>
      <p:pic>
        <p:nvPicPr>
          <p:cNvPr id="300036" name="Picture 4" descr="http://www.metrohm.co.za/com/images/Metrohm.com/Electrochemist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13" y="690563"/>
            <a:ext cx="2994025" cy="319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0037" name="Picture 6" descr="http://www.topac.com/gat4000_1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3749675"/>
            <a:ext cx="2824163"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0038" name="Picture 2" descr="http://upload.wikimedia.org/wikipedia/commons/7/7d/Polarography_workplac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8838" y="690563"/>
            <a:ext cx="3868737" cy="290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00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8300" y="3978275"/>
            <a:ext cx="4516438"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Oval Callout 16"/>
          <p:cNvSpPr/>
          <p:nvPr/>
        </p:nvSpPr>
        <p:spPr>
          <a:xfrm>
            <a:off x="7518472" y="3438789"/>
            <a:ext cx="1476176" cy="720080"/>
          </a:xfrm>
          <a:prstGeom prst="wedgeEllipseCallout">
            <a:avLst>
              <a:gd name="adj1" fmla="val -69358"/>
              <a:gd name="adj2" fmla="val 82982"/>
            </a:avLst>
          </a:prstGeom>
          <a:solidFill>
            <a:srgbClr val="F8F2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1600" b="1">
                <a:latin typeface="Times New Roman" panose="02020603050405020304" pitchFamily="18" charset="0"/>
                <a:cs typeface="Times New Roman" panose="02020603050405020304" pitchFamily="18" charset="0"/>
              </a:rPr>
              <a:t>Dòng giói hạn</a:t>
            </a:r>
          </a:p>
        </p:txBody>
      </p:sp>
      <p:sp>
        <p:nvSpPr>
          <p:cNvPr id="18" name="Oval Callout 17"/>
          <p:cNvSpPr/>
          <p:nvPr/>
        </p:nvSpPr>
        <p:spPr>
          <a:xfrm>
            <a:off x="3739013" y="5589240"/>
            <a:ext cx="1860902" cy="504056"/>
          </a:xfrm>
          <a:prstGeom prst="wedgeEllipseCallout">
            <a:avLst>
              <a:gd name="adj1" fmla="val 87782"/>
              <a:gd name="adj2" fmla="val -50444"/>
            </a:avLst>
          </a:prstGeom>
          <a:solidFill>
            <a:srgbClr val="F8F2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err="1">
                <a:solidFill>
                  <a:schemeClr val="tx1"/>
                </a:solidFill>
                <a:latin typeface="Times New Roman" pitchFamily="18" charset="0"/>
                <a:cs typeface="Times New Roman" pitchFamily="18" charset="0"/>
              </a:rPr>
              <a:t>Thế</a:t>
            </a:r>
            <a:r>
              <a:rPr lang="en-US" sz="1600" b="1" dirty="0">
                <a:solidFill>
                  <a:schemeClr val="tx1"/>
                </a:solidFill>
                <a:latin typeface="Times New Roman" pitchFamily="18" charset="0"/>
                <a:cs typeface="Times New Roman" pitchFamily="18" charset="0"/>
              </a:rPr>
              <a:t> </a:t>
            </a:r>
            <a:r>
              <a:rPr lang="en-US" sz="1600" b="1" dirty="0" err="1">
                <a:solidFill>
                  <a:schemeClr val="tx1"/>
                </a:solidFill>
                <a:latin typeface="Times New Roman" pitchFamily="18" charset="0"/>
                <a:cs typeface="Times New Roman" pitchFamily="18" charset="0"/>
              </a:rPr>
              <a:t>bán</a:t>
            </a:r>
            <a:r>
              <a:rPr lang="en-US" sz="1600" b="1" dirty="0">
                <a:solidFill>
                  <a:schemeClr val="tx1"/>
                </a:solidFill>
                <a:latin typeface="Times New Roman" pitchFamily="18" charset="0"/>
                <a:cs typeface="Times New Roman" pitchFamily="18" charset="0"/>
              </a:rPr>
              <a:t> </a:t>
            </a:r>
            <a:r>
              <a:rPr lang="en-US" sz="1600" b="1" dirty="0" err="1">
                <a:solidFill>
                  <a:schemeClr val="tx1"/>
                </a:solidFill>
                <a:latin typeface="Times New Roman" pitchFamily="18" charset="0"/>
                <a:cs typeface="Times New Roman" pitchFamily="18" charset="0"/>
              </a:rPr>
              <a:t>sóng</a:t>
            </a:r>
            <a:endParaRPr lang="en-US" sz="1600"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Text Box 7"/>
          <p:cNvSpPr txBox="1">
            <a:spLocks noChangeArrowheads="1"/>
          </p:cNvSpPr>
          <p:nvPr/>
        </p:nvSpPr>
        <p:spPr bwMode="auto">
          <a:xfrm>
            <a:off x="1182688" y="260350"/>
            <a:ext cx="7856537" cy="536575"/>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fr-FR" altLang="zh-CN" sz="3200" b="1">
                <a:solidFill>
                  <a:srgbClr val="32A4A4"/>
                </a:solidFill>
                <a:latin typeface="Times New Roman" panose="02020603050405020304" pitchFamily="18" charset="0"/>
                <a:cs typeface="Times New Roman" panose="02020603050405020304" pitchFamily="18" charset="0"/>
              </a:rPr>
              <a:t>Ch</a:t>
            </a:r>
            <a:r>
              <a:rPr lang="vi-VN" altLang="zh-CN" sz="3200" b="1">
                <a:solidFill>
                  <a:srgbClr val="32A4A4"/>
                </a:solidFill>
                <a:latin typeface="Times New Roman" panose="02020603050405020304" pitchFamily="18" charset="0"/>
                <a:cs typeface="Times New Roman" panose="02020603050405020304" pitchFamily="18" charset="0"/>
              </a:rPr>
              <a:t>ươ</a:t>
            </a:r>
            <a:r>
              <a:rPr lang="en-US" altLang="zh-CN" sz="3200" b="1">
                <a:solidFill>
                  <a:srgbClr val="32A4A4"/>
                </a:solidFill>
                <a:latin typeface="Times New Roman" panose="02020603050405020304" pitchFamily="18" charset="0"/>
                <a:cs typeface="Times New Roman" panose="02020603050405020304" pitchFamily="18" charset="0"/>
              </a:rPr>
              <a:t>ng 4: </a:t>
            </a:r>
            <a:r>
              <a:rPr lang="vi-VN" altLang="zh-CN" sz="3200" b="1">
                <a:solidFill>
                  <a:srgbClr val="32A4A4"/>
                </a:solidFill>
                <a:latin typeface="Times New Roman" panose="02020603050405020304" pitchFamily="18" charset="0"/>
                <a:cs typeface="Times New Roman" panose="02020603050405020304" pitchFamily="18" charset="0"/>
              </a:rPr>
              <a:t>Phân tích cực phổ và Volt Ample</a:t>
            </a:r>
            <a:endParaRPr lang="fr-FR" altLang="zh-CN" sz="3200" b="1">
              <a:solidFill>
                <a:srgbClr val="32A4A4"/>
              </a:solidFill>
              <a:latin typeface="Times New Roman" panose="02020603050405020304" pitchFamily="18" charset="0"/>
              <a:cs typeface="Times New Roman" panose="02020603050405020304" pitchFamily="18" charset="0"/>
            </a:endParaRPr>
          </a:p>
        </p:txBody>
      </p:sp>
      <p:sp>
        <p:nvSpPr>
          <p:cNvPr id="302083" name="TextBox 7"/>
          <p:cNvSpPr txBox="1">
            <a:spLocks noChangeArrowheads="1"/>
          </p:cNvSpPr>
          <p:nvPr/>
        </p:nvSpPr>
        <p:spPr bwMode="auto">
          <a:xfrm>
            <a:off x="971550" y="1089025"/>
            <a:ext cx="7505700" cy="358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pPr>
            <a:r>
              <a:rPr lang="en-US" altLang="zh-CN" sz="2300">
                <a:latin typeface="Arial" panose="020B0604020202020204" pitchFamily="34" charset="0"/>
                <a:cs typeface="Arial" panose="020B0604020202020204" pitchFamily="34" charset="0"/>
              </a:rPr>
              <a:t>Quá trình điện cực xảy ra trên điện cực thủy ngân (điện cực rắn), nghĩa là ghi nhận sự biến thiên cường độ dòng theo sự thay đổi thế áp vào điện cực </a:t>
            </a:r>
            <a:r>
              <a:rPr lang="en-US" altLang="zh-CN" sz="2300">
                <a:solidFill>
                  <a:srgbClr val="FF0000"/>
                </a:solidFill>
                <a:latin typeface="Arial" panose="020B0604020202020204" pitchFamily="34" charset="0"/>
                <a:cs typeface="Arial" panose="020B0604020202020204" pitchFamily="34" charset="0"/>
              </a:rPr>
              <a:t>theo chiều âm dần</a:t>
            </a:r>
            <a:r>
              <a:rPr lang="en-US" altLang="zh-CN" sz="2300">
                <a:latin typeface="Arial" panose="020B0604020202020204" pitchFamily="34" charset="0"/>
                <a:cs typeface="Arial" panose="020B0604020202020204" pitchFamily="34" charset="0"/>
              </a:rPr>
              <a:t>.</a:t>
            </a:r>
          </a:p>
          <a:p>
            <a:pPr algn="ctr" eaLnBrk="1" hangingPunct="1">
              <a:lnSpc>
                <a:spcPct val="150000"/>
              </a:lnSpc>
              <a:spcBef>
                <a:spcPts val="600"/>
              </a:spcBef>
              <a:spcAft>
                <a:spcPts val="600"/>
              </a:spcAft>
            </a:pPr>
            <a:r>
              <a:rPr lang="en-US" altLang="zh-CN" sz="2300">
                <a:latin typeface="Arial" panose="020B0604020202020204" pitchFamily="34" charset="0"/>
                <a:cs typeface="Arial" panose="020B0604020202020204" pitchFamily="34" charset="0"/>
              </a:rPr>
              <a:t>I = f(E) </a:t>
            </a:r>
          </a:p>
          <a:p>
            <a:pPr algn="just" eaLnBrk="1" hangingPunct="1">
              <a:lnSpc>
                <a:spcPct val="150000"/>
              </a:lnSpc>
              <a:spcBef>
                <a:spcPts val="600"/>
              </a:spcBef>
              <a:spcAft>
                <a:spcPts val="600"/>
              </a:spcAft>
            </a:pPr>
            <a:r>
              <a:rPr lang="en-US" altLang="zh-CN" sz="2300">
                <a:latin typeface="Arial" panose="020B0604020202020204" pitchFamily="34" charset="0"/>
                <a:cs typeface="Arial" panose="020B0604020202020204" pitchFamily="34" charset="0"/>
              </a:rPr>
              <a:t>Phương pháp cực phổ - Volt Ample là phương pháp đường dòng thế.</a:t>
            </a:r>
          </a:p>
        </p:txBody>
      </p:sp>
      <p:sp>
        <p:nvSpPr>
          <p:cNvPr id="30208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F69E9F6-41AF-4D4A-B9A2-6C83343728E1}" type="slidenum">
              <a:rPr lang="en-US" altLang="ru-RU">
                <a:solidFill>
                  <a:srgbClr val="FFFFFF"/>
                </a:solidFill>
                <a:latin typeface="Arial" panose="020B0604020202020204" pitchFamily="34" charset="0"/>
                <a:cs typeface="Arial" panose="020B0604020202020204" pitchFamily="34" charset="0"/>
              </a:rPr>
              <a:pPr/>
              <a:t>245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txBox="1">
            <a:spLocks noChangeArrowheads="1"/>
          </p:cNvSpPr>
          <p:nvPr/>
        </p:nvSpPr>
        <p:spPr bwMode="auto">
          <a:xfrm>
            <a:off x="900113" y="0"/>
            <a:ext cx="7286625" cy="642938"/>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4.1. </a:t>
            </a:r>
            <a:r>
              <a:rPr lang="vi-VN" sz="2800" b="1">
                <a:solidFill>
                  <a:srgbClr val="072B39"/>
                </a:solidFill>
                <a:latin typeface="Times New Roman" panose="02020603050405020304" pitchFamily="18" charset="0"/>
                <a:cs typeface="Times New Roman" panose="02020603050405020304" pitchFamily="18" charset="0"/>
              </a:rPr>
              <a:t>Nguyên lý của phương pháp cực phổ</a:t>
            </a:r>
            <a:r>
              <a:rPr lang="en-US" sz="2800">
                <a:solidFill>
                  <a:srgbClr val="072B39"/>
                </a:solidFill>
                <a:latin typeface="Times New Roman" panose="02020603050405020304" pitchFamily="18" charset="0"/>
                <a:cs typeface="Times New Roman" panose="02020603050405020304" pitchFamily="18" charset="0"/>
              </a:rPr>
              <a:t> </a:t>
            </a:r>
            <a:endParaRPr lang="zh-CN" altLang="en-US" sz="2800">
              <a:solidFill>
                <a:srgbClr val="072B39"/>
              </a:solidFill>
              <a:latin typeface="Times New Roman" panose="02020603050405020304" pitchFamily="18" charset="0"/>
              <a:cs typeface="Times New Roman" panose="02020603050405020304" pitchFamily="18" charset="0"/>
            </a:endParaRPr>
          </a:p>
          <a:p>
            <a:pPr algn="just" eaLnBrk="1" hangingPunct="1"/>
            <a:endParaRPr lang="zh-CN" altLang="en-US" sz="2000">
              <a:latin typeface="Times New Roman" panose="02020603050405020304" pitchFamily="18" charset="0"/>
              <a:cs typeface="Times New Roman" panose="02020603050405020304" pitchFamily="18" charset="0"/>
            </a:endParaRPr>
          </a:p>
        </p:txBody>
      </p:sp>
      <p:pic>
        <p:nvPicPr>
          <p:cNvPr id="3031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9213" y="990600"/>
            <a:ext cx="4024312"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108" name="TextBox 1"/>
          <p:cNvSpPr txBox="1">
            <a:spLocks noChangeArrowheads="1"/>
          </p:cNvSpPr>
          <p:nvPr/>
        </p:nvSpPr>
        <p:spPr bwMode="auto">
          <a:xfrm>
            <a:off x="1692275" y="615950"/>
            <a:ext cx="65516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Phản ứng tại điện cực  catod thủy ngân</a:t>
            </a:r>
          </a:p>
        </p:txBody>
      </p:sp>
      <p:sp>
        <p:nvSpPr>
          <p:cNvPr id="303109" name="TextBox 5"/>
          <p:cNvSpPr txBox="1">
            <a:spLocks noChangeArrowheads="1"/>
          </p:cNvSpPr>
          <p:nvPr/>
        </p:nvSpPr>
        <p:spPr bwMode="auto">
          <a:xfrm>
            <a:off x="1692275" y="1849438"/>
            <a:ext cx="72009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Các ion M</a:t>
            </a:r>
            <a:r>
              <a:rPr lang="en-US" altLang="en-US" sz="2800" baseline="30000">
                <a:latin typeface="Times New Roman" panose="02020603050405020304" pitchFamily="18" charset="0"/>
                <a:cs typeface="Times New Roman" panose="02020603050405020304" pitchFamily="18" charset="0"/>
              </a:rPr>
              <a:t>n+</a:t>
            </a:r>
            <a:r>
              <a:rPr lang="en-US" altLang="en-US" sz="2800">
                <a:latin typeface="Times New Roman" panose="02020603050405020304" pitchFamily="18" charset="0"/>
                <a:cs typeface="Times New Roman" panose="02020603050405020304" pitchFamily="18" charset="0"/>
              </a:rPr>
              <a:t> khuếch tán từ dung dịch đến lớp sát bề mặt điện cực, bị khử thành M và M khuếch tán từ bề mặt vào trong lòng giọt Hg.</a:t>
            </a:r>
          </a:p>
        </p:txBody>
      </p:sp>
      <p:sp>
        <p:nvSpPr>
          <p:cNvPr id="15" name="Rectangle 14"/>
          <p:cNvSpPr>
            <a:spLocks noRot="1" noChangeAspect="1" noMove="1" noResize="1" noEditPoints="1" noAdjustHandles="1" noChangeArrowheads="1" noChangeShapeType="1" noTextEdit="1"/>
          </p:cNvSpPr>
          <p:nvPr/>
        </p:nvSpPr>
        <p:spPr>
          <a:xfrm>
            <a:off x="2339752" y="3465578"/>
            <a:ext cx="4977132" cy="1123000"/>
          </a:xfrm>
          <a:prstGeom prst="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
        <p:nvSpPr>
          <p:cNvPr id="303111" name="Slide Number Placeholder 2"/>
          <p:cNvSpPr>
            <a:spLocks noGrp="1" noChangeArrowheads="1"/>
          </p:cNvSpPr>
          <p:nvPr>
            <p:ph type="sldNum" sz="quarter" idx="12"/>
          </p:nvPr>
        </p:nvSpPr>
        <p:spPr bwMode="auto">
          <a:xfrm>
            <a:off x="8604250" y="61658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A442E2D-1F24-4C39-805C-90BD319B9CD5}" type="slidenum">
              <a:rPr lang="en-US" altLang="ru-RU">
                <a:solidFill>
                  <a:srgbClr val="FFFFFF"/>
                </a:solidFill>
                <a:latin typeface="Arial" panose="020B0604020202020204" pitchFamily="34" charset="0"/>
                <a:cs typeface="Arial" panose="020B0604020202020204" pitchFamily="34" charset="0"/>
              </a:rPr>
              <a:pPr/>
              <a:t>246</a:t>
            </a:fld>
            <a:endParaRPr lang="en-US" altLang="ru-RU">
              <a:solidFill>
                <a:srgbClr val="FFFFFF"/>
              </a:solidFill>
              <a:latin typeface="Arial" panose="020B0604020202020204" pitchFamily="34" charset="0"/>
              <a:cs typeface="Arial" panose="020B0604020202020204" pitchFamily="34" charset="0"/>
            </a:endParaRPr>
          </a:p>
        </p:txBody>
      </p:sp>
      <p:sp>
        <p:nvSpPr>
          <p:cNvPr id="303112" name="TextBox 9"/>
          <p:cNvSpPr txBox="1">
            <a:spLocks noChangeArrowheads="1"/>
          </p:cNvSpPr>
          <p:nvPr/>
        </p:nvSpPr>
        <p:spPr bwMode="auto">
          <a:xfrm>
            <a:off x="1692275" y="4870450"/>
            <a:ext cx="6551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Phản ứng tại điện cực  anod </a:t>
            </a:r>
            <a:r>
              <a:rPr lang="en-US" altLang="zh-CN" sz="2800">
                <a:latin typeface="Times New Roman" panose="02020603050405020304" pitchFamily="18" charset="0"/>
                <a:cs typeface="Times New Roman" panose="02020603050405020304" pitchFamily="18" charset="0"/>
              </a:rPr>
              <a:t>calomel</a:t>
            </a:r>
            <a:endParaRPr lang="en-US" altLang="en-US" sz="2800">
              <a:latin typeface="Times New Roman" panose="02020603050405020304" pitchFamily="18" charset="0"/>
              <a:cs typeface="Times New Roman" panose="02020603050405020304" pitchFamily="18" charset="0"/>
            </a:endParaRPr>
          </a:p>
        </p:txBody>
      </p:sp>
      <p:pic>
        <p:nvPicPr>
          <p:cNvPr id="3031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8663" y="5326063"/>
            <a:ext cx="26638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311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1338" y="5915025"/>
            <a:ext cx="3133725"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115" name="Rectangle 12"/>
          <p:cNvSpPr>
            <a:spLocks noChangeArrowheads="1"/>
          </p:cNvSpPr>
          <p:nvPr/>
        </p:nvSpPr>
        <p:spPr bwMode="auto">
          <a:xfrm>
            <a:off x="5364163" y="5622925"/>
            <a:ext cx="30495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a:solidFill>
                  <a:srgbClr val="FF0000"/>
                </a:solidFill>
                <a:latin typeface="Times New Roman" panose="02020603050405020304" pitchFamily="18" charset="0"/>
                <a:cs typeface="Times New Roman" panose="02020603050405020304" pitchFamily="18" charset="0"/>
              </a:rPr>
              <a:t>E</a:t>
            </a:r>
            <a:r>
              <a:rPr lang="en-US" altLang="en-US" sz="2400" b="1" baseline="-25000">
                <a:solidFill>
                  <a:srgbClr val="FF0000"/>
                </a:solidFill>
                <a:latin typeface="Times New Roman" panose="02020603050405020304" pitchFamily="18" charset="0"/>
                <a:cs typeface="Times New Roman" panose="02020603050405020304" pitchFamily="18" charset="0"/>
              </a:rPr>
              <a:t>a</a:t>
            </a:r>
            <a:r>
              <a:rPr lang="en-US" altLang="en-US" sz="2400" b="1">
                <a:solidFill>
                  <a:srgbClr val="FF0000"/>
                </a:solidFill>
                <a:latin typeface="Times New Roman" panose="02020603050405020304" pitchFamily="18" charset="0"/>
                <a:cs typeface="Times New Roman" panose="02020603050405020304" pitchFamily="18" charset="0"/>
              </a:rPr>
              <a:t> = const </a:t>
            </a:r>
          </a:p>
        </p:txBody>
      </p:sp>
    </p:spTree>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41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475" y="476250"/>
            <a:ext cx="5592763" cy="47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131" name="Picture 5" descr="3electrodece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425" y="476250"/>
            <a:ext cx="22987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4132" name="TextBox 1"/>
          <p:cNvSpPr txBox="1">
            <a:spLocks noChangeArrowheads="1"/>
          </p:cNvSpPr>
          <p:nvPr/>
        </p:nvSpPr>
        <p:spPr bwMode="auto">
          <a:xfrm>
            <a:off x="1773238" y="5781675"/>
            <a:ext cx="6840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Sơ đồ phản ứng trong phương pháp cực phổ</a:t>
            </a:r>
          </a:p>
        </p:txBody>
      </p:sp>
      <p:sp>
        <p:nvSpPr>
          <p:cNvPr id="30413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C8445F7-AFF1-4B53-AACD-F50AC02010B6}" type="slidenum">
              <a:rPr lang="en-US" altLang="ru-RU">
                <a:solidFill>
                  <a:srgbClr val="FFFFFF"/>
                </a:solidFill>
                <a:latin typeface="Arial" panose="020B0604020202020204" pitchFamily="34" charset="0"/>
                <a:cs typeface="Arial" panose="020B0604020202020204" pitchFamily="34" charset="0"/>
              </a:rPr>
              <a:pPr/>
              <a:t>247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063" y="1628775"/>
            <a:ext cx="7718425"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5155" name="TextBox 1"/>
          <p:cNvSpPr txBox="1">
            <a:spLocks noChangeArrowheads="1"/>
          </p:cNvSpPr>
          <p:nvPr/>
        </p:nvSpPr>
        <p:spPr bwMode="auto">
          <a:xfrm>
            <a:off x="1489075" y="476250"/>
            <a:ext cx="7345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Qúa trình tích góp Pb trên điện cực Catod thủy ngân</a:t>
            </a:r>
          </a:p>
        </p:txBody>
      </p:sp>
      <p:sp>
        <p:nvSpPr>
          <p:cNvPr id="305156"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EA9A4ED-FEB5-4945-828A-11A90C48352A}" type="slidenum">
              <a:rPr lang="en-US" altLang="ru-RU">
                <a:solidFill>
                  <a:srgbClr val="FFFFFF"/>
                </a:solidFill>
                <a:latin typeface="Arial" panose="020B0604020202020204" pitchFamily="34" charset="0"/>
                <a:cs typeface="Arial" panose="020B0604020202020204" pitchFamily="34" charset="0"/>
              </a:rPr>
              <a:pPr/>
              <a:t>248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Box 1"/>
          <p:cNvSpPr txBox="1">
            <a:spLocks noChangeArrowheads="1"/>
          </p:cNvSpPr>
          <p:nvPr/>
        </p:nvSpPr>
        <p:spPr bwMode="auto">
          <a:xfrm>
            <a:off x="2627313" y="5589588"/>
            <a:ext cx="51863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Thời gian sống của giọt thủy ngân </a:t>
            </a:r>
          </a:p>
        </p:txBody>
      </p:sp>
      <p:pic>
        <p:nvPicPr>
          <p:cNvPr id="30617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100" y="1125538"/>
            <a:ext cx="7416800" cy="39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18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6AD531D-6947-439C-AFFA-FAC0E0DCA919}" type="slidenum">
              <a:rPr lang="en-US" altLang="ru-RU">
                <a:solidFill>
                  <a:srgbClr val="FFFFFF"/>
                </a:solidFill>
                <a:latin typeface="Arial" panose="020B0604020202020204" pitchFamily="34" charset="0"/>
                <a:cs typeface="Arial" panose="020B0604020202020204" pitchFamily="34" charset="0"/>
              </a:rPr>
              <a:pPr/>
              <a:t>249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77D595C-32D5-43B0-AF56-5BBB955F4E27}" type="slidenum">
              <a:rPr lang="en-US" altLang="ru-RU">
                <a:solidFill>
                  <a:srgbClr val="FFFFFF"/>
                </a:solidFill>
                <a:latin typeface="Arial" panose="020B0604020202020204" pitchFamily="34" charset="0"/>
                <a:cs typeface="Arial" panose="020B0604020202020204" pitchFamily="34" charset="0"/>
              </a:rPr>
              <a:pPr/>
              <a:t>250</a:t>
            </a:fld>
            <a:endParaRPr lang="en-US" altLang="ru-RU">
              <a:solidFill>
                <a:srgbClr val="FFFFFF"/>
              </a:solidFill>
              <a:latin typeface="Arial" panose="020B0604020202020204" pitchFamily="34" charset="0"/>
              <a:cs typeface="Arial" panose="020B0604020202020204" pitchFamily="34" charset="0"/>
            </a:endParaRPr>
          </a:p>
        </p:txBody>
      </p:sp>
      <p:pic>
        <p:nvPicPr>
          <p:cNvPr id="307203" name="Content Placeholder 3" descr="WP_20141114_00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836613"/>
            <a:ext cx="7485063"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04" name="TextBox 9"/>
          <p:cNvSpPr txBox="1">
            <a:spLocks noChangeArrowheads="1"/>
          </p:cNvSpPr>
          <p:nvPr/>
        </p:nvSpPr>
        <p:spPr bwMode="auto">
          <a:xfrm>
            <a:off x="1114425" y="5211763"/>
            <a:ext cx="861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Đường cong cực phổ (sóng) của CuCl</a:t>
            </a:r>
            <a:r>
              <a:rPr lang="en-US" altLang="en-US" sz="2400" baseline="-25000">
                <a:latin typeface="Times New Roman" panose="02020603050405020304" pitchFamily="18" charset="0"/>
                <a:cs typeface="Times New Roman" panose="02020603050405020304" pitchFamily="18" charset="0"/>
              </a:rPr>
              <a:t>2</a:t>
            </a:r>
            <a:r>
              <a:rPr lang="en-US" altLang="en-US" sz="2400">
                <a:latin typeface="Times New Roman" panose="02020603050405020304" pitchFamily="18" charset="0"/>
                <a:cs typeface="Times New Roman" panose="02020603050405020304" pitchFamily="18" charset="0"/>
              </a:rPr>
              <a:t> 10</a:t>
            </a:r>
            <a:r>
              <a:rPr lang="en-US" altLang="en-US" sz="2400" baseline="30000">
                <a:latin typeface="Times New Roman" panose="02020603050405020304" pitchFamily="18" charset="0"/>
                <a:cs typeface="Times New Roman" panose="02020603050405020304" pitchFamily="18" charset="0"/>
              </a:rPr>
              <a:t>-4</a:t>
            </a:r>
            <a:r>
              <a:rPr lang="en-US" altLang="en-US" sz="2400">
                <a:latin typeface="Times New Roman" panose="02020603050405020304" pitchFamily="18" charset="0"/>
                <a:cs typeface="Times New Roman" panose="02020603050405020304" pitchFamily="18" charset="0"/>
              </a:rPr>
              <a:t>M trong KCl 0.01M</a:t>
            </a:r>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1238" y="714375"/>
            <a:ext cx="4214812"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27" name="TextBox 8"/>
          <p:cNvSpPr txBox="1">
            <a:spLocks noChangeArrowheads="1"/>
          </p:cNvSpPr>
          <p:nvPr/>
        </p:nvSpPr>
        <p:spPr bwMode="auto">
          <a:xfrm>
            <a:off x="1042988" y="2771775"/>
            <a:ext cx="342265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zh-CN" sz="2800">
                <a:latin typeface="Times New Roman" panose="02020603050405020304" pitchFamily="18" charset="0"/>
                <a:cs typeface="Times New Roman" panose="02020603050405020304" pitchFamily="18" charset="0"/>
              </a:rPr>
              <a:t>E tăng&gt;&gt;&gt; I tăng: Ion kim loại bị khử và hòa tan trong thủy ngân</a:t>
            </a:r>
            <a:endParaRPr lang="zh-CN" altLang="en-US" sz="2800">
              <a:latin typeface="Times New Roman" panose="02020603050405020304" pitchFamily="18" charset="0"/>
              <a:cs typeface="Times New Roman" panose="02020603050405020304" pitchFamily="18" charset="0"/>
            </a:endParaRPr>
          </a:p>
        </p:txBody>
      </p:sp>
      <p:sp>
        <p:nvSpPr>
          <p:cNvPr id="30822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976A6F0-5F58-48F0-98F5-C45129B77749}" type="slidenum">
              <a:rPr lang="en-US" altLang="ru-RU">
                <a:solidFill>
                  <a:srgbClr val="FFFFFF"/>
                </a:solidFill>
                <a:latin typeface="Arial" panose="020B0604020202020204" pitchFamily="34" charset="0"/>
                <a:cs typeface="Arial" panose="020B0604020202020204" pitchFamily="34" charset="0"/>
              </a:rPr>
              <a:pPr/>
              <a:t>251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25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65175"/>
            <a:ext cx="8964612" cy="587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25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FA79932-2E46-4E8F-9740-EECBE1A79BA5}" type="slidenum">
              <a:rPr lang="en-US" altLang="ru-RU">
                <a:solidFill>
                  <a:srgbClr val="FFFFFF"/>
                </a:solidFill>
                <a:latin typeface="Arial" panose="020B0604020202020204" pitchFamily="34" charset="0"/>
                <a:cs typeface="Arial" panose="020B0604020202020204" pitchFamily="34" charset="0"/>
              </a:rPr>
              <a:pPr/>
              <a:t>252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C2132A2-60DC-4A2E-BCAC-9E5824CCEE2F}" type="slidenum">
              <a:rPr lang="en-US" altLang="ru-RU">
                <a:solidFill>
                  <a:srgbClr val="FFFFFF"/>
                </a:solidFill>
                <a:latin typeface="Arial" panose="020B0604020202020204" pitchFamily="34" charset="0"/>
                <a:cs typeface="Arial" panose="020B0604020202020204" pitchFamily="34" charset="0"/>
              </a:rPr>
              <a:pPr/>
              <a:t>253</a:t>
            </a:fld>
            <a:endParaRPr lang="en-US" altLang="ru-RU">
              <a:solidFill>
                <a:srgbClr val="FFFFFF"/>
              </a:solidFill>
              <a:latin typeface="Arial" panose="020B0604020202020204" pitchFamily="34" charset="0"/>
              <a:cs typeface="Arial" panose="020B0604020202020204" pitchFamily="34" charset="0"/>
            </a:endParaRPr>
          </a:p>
        </p:txBody>
      </p:sp>
      <p:pic>
        <p:nvPicPr>
          <p:cNvPr id="31027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150" y="981075"/>
            <a:ext cx="7315200"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276" name="TextBox 2"/>
          <p:cNvSpPr txBox="1">
            <a:spLocks noChangeArrowheads="1"/>
          </p:cNvSpPr>
          <p:nvPr/>
        </p:nvSpPr>
        <p:spPr bwMode="auto">
          <a:xfrm>
            <a:off x="1908175" y="5589588"/>
            <a:ext cx="61198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latin typeface="Times New Roman" panose="02020603050405020304" pitchFamily="18" charset="0"/>
                <a:cs typeface="Times New Roman" panose="02020603050405020304" pitchFamily="18" charset="0"/>
              </a:rPr>
              <a:t>Sóng cực phổ của các kim loại</a:t>
            </a:r>
          </a:p>
        </p:txBody>
      </p:sp>
    </p:spTree>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Box 1"/>
          <p:cNvSpPr txBox="1">
            <a:spLocks noChangeArrowheads="1"/>
          </p:cNvSpPr>
          <p:nvPr/>
        </p:nvSpPr>
        <p:spPr bwMode="auto">
          <a:xfrm>
            <a:off x="1476375" y="981075"/>
            <a:ext cx="734377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400" b="1"/>
              <a:t>Các yếu tố ảnh hưởng đến dòng khuếch tán</a:t>
            </a:r>
          </a:p>
          <a:p>
            <a:pPr eaLnBrk="1" hangingPunct="1"/>
            <a:endParaRPr lang="en-US" sz="2400"/>
          </a:p>
          <a:p>
            <a:pPr eaLnBrk="1" hangingPunct="1">
              <a:lnSpc>
                <a:spcPct val="150000"/>
              </a:lnSpc>
              <a:buFont typeface="Wingdings" panose="05000000000000000000" pitchFamily="2" charset="2"/>
              <a:buChar char="v"/>
            </a:pPr>
            <a:r>
              <a:rPr lang="en-US" sz="2400"/>
              <a:t>Chiều cao cột thủy ngân</a:t>
            </a:r>
          </a:p>
          <a:p>
            <a:pPr eaLnBrk="1" hangingPunct="1">
              <a:lnSpc>
                <a:spcPct val="150000"/>
              </a:lnSpc>
              <a:buFont typeface="Wingdings" panose="05000000000000000000" pitchFamily="2" charset="2"/>
              <a:buChar char="v"/>
            </a:pPr>
            <a:r>
              <a:rPr lang="en-US" sz="2400"/>
              <a:t>Nhiệt độ</a:t>
            </a:r>
          </a:p>
          <a:p>
            <a:pPr eaLnBrk="1" hangingPunct="1">
              <a:lnSpc>
                <a:spcPct val="150000"/>
              </a:lnSpc>
              <a:buFont typeface="Wingdings" panose="05000000000000000000" pitchFamily="2" charset="2"/>
              <a:buChar char="v"/>
            </a:pPr>
            <a:r>
              <a:rPr lang="en-US" sz="2400"/>
              <a:t>Tốc độ chảy của giọt thủy ngân và chu kỳ giọt</a:t>
            </a:r>
          </a:p>
          <a:p>
            <a:pPr eaLnBrk="1" hangingPunct="1">
              <a:lnSpc>
                <a:spcPct val="150000"/>
              </a:lnSpc>
              <a:buFont typeface="Wingdings" panose="05000000000000000000" pitchFamily="2" charset="2"/>
              <a:buChar char="v"/>
            </a:pPr>
            <a:r>
              <a:rPr lang="en-US" sz="2400"/>
              <a:t>Thành phần chất điện li trơ</a:t>
            </a:r>
          </a:p>
          <a:p>
            <a:pPr eaLnBrk="1" hangingPunct="1">
              <a:lnSpc>
                <a:spcPct val="150000"/>
              </a:lnSpc>
              <a:buFont typeface="Wingdings" panose="05000000000000000000" pitchFamily="2" charset="2"/>
              <a:buChar char="v"/>
            </a:pPr>
            <a:r>
              <a:rPr lang="en-US" sz="2400"/>
              <a:t>Các phản ứng điện cực cản trở</a:t>
            </a:r>
          </a:p>
          <a:p>
            <a:pPr eaLnBrk="1" hangingPunct="1">
              <a:lnSpc>
                <a:spcPct val="150000"/>
              </a:lnSpc>
              <a:buFont typeface="Wingdings" panose="05000000000000000000" pitchFamily="2" charset="2"/>
              <a:buChar char="v"/>
            </a:pPr>
            <a:r>
              <a:rPr lang="en-US" sz="2400"/>
              <a:t>Các cực đại: cực đại loại 1, cực đại loại 2</a:t>
            </a:r>
          </a:p>
        </p:txBody>
      </p:sp>
      <p:sp>
        <p:nvSpPr>
          <p:cNvPr id="311299" name="TextBox 2"/>
          <p:cNvSpPr txBox="1">
            <a:spLocks noChangeArrowheads="1"/>
          </p:cNvSpPr>
          <p:nvPr/>
        </p:nvSpPr>
        <p:spPr bwMode="auto">
          <a:xfrm>
            <a:off x="7019925" y="602138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a:latin typeface="Times New Roman" panose="02020603050405020304" pitchFamily="18" charset="0"/>
                <a:cs typeface="Times New Roman" panose="02020603050405020304" pitchFamily="18" charset="0"/>
              </a:rPr>
              <a:t>TK 173-178</a:t>
            </a:r>
          </a:p>
        </p:txBody>
      </p:sp>
      <p:sp>
        <p:nvSpPr>
          <p:cNvPr id="31130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0BD8D96-1BCA-4E45-88BB-7D1AD71FCFC0}" type="slidenum">
              <a:rPr lang="en-US" altLang="ru-RU">
                <a:solidFill>
                  <a:srgbClr val="FFFFFF"/>
                </a:solidFill>
                <a:latin typeface="Arial" panose="020B0604020202020204" pitchFamily="34" charset="0"/>
                <a:cs typeface="Arial" panose="020B0604020202020204" pitchFamily="34" charset="0"/>
              </a:rPr>
              <a:pPr/>
              <a:t>254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TextBox 1"/>
          <p:cNvSpPr txBox="1">
            <a:spLocks noChangeArrowheads="1"/>
          </p:cNvSpPr>
          <p:nvPr/>
        </p:nvSpPr>
        <p:spPr bwMode="auto">
          <a:xfrm>
            <a:off x="1497013" y="214313"/>
            <a:ext cx="73453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Các yếu tố ảnh hưởng đến dòng khuếch tán</a:t>
            </a:r>
          </a:p>
          <a:p>
            <a:pPr eaLnBrk="1" hangingPunct="1"/>
            <a:endParaRPr lang="en-US" altLang="en-US" sz="2800">
              <a:latin typeface="Times New Roman" panose="02020603050405020304" pitchFamily="18" charset="0"/>
              <a:cs typeface="Times New Roman" panose="02020603050405020304" pitchFamily="18" charset="0"/>
            </a:endParaRPr>
          </a:p>
        </p:txBody>
      </p:sp>
      <p:sp>
        <p:nvSpPr>
          <p:cNvPr id="31232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620A7F5-00CB-473C-8B1D-291D5708D669}" type="slidenum">
              <a:rPr lang="en-US" altLang="ru-RU">
                <a:solidFill>
                  <a:srgbClr val="FFFFFF"/>
                </a:solidFill>
                <a:latin typeface="Arial" panose="020B0604020202020204" pitchFamily="34" charset="0"/>
                <a:cs typeface="Arial" panose="020B0604020202020204" pitchFamily="34" charset="0"/>
              </a:rPr>
              <a:pPr/>
              <a:t>255</a:t>
            </a:fld>
            <a:endParaRPr lang="en-US" altLang="ru-RU">
              <a:solidFill>
                <a:srgbClr val="FFFFFF"/>
              </a:solidFill>
              <a:latin typeface="Arial" panose="020B0604020202020204" pitchFamily="34" charset="0"/>
              <a:cs typeface="Arial" panose="020B0604020202020204" pitchFamily="34" charset="0"/>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989013"/>
            <a:ext cx="4525962"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766763" y="5056188"/>
            <a:ext cx="80978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latin typeface="Times New Roman" panose="02020603050405020304" pitchFamily="18" charset="0"/>
                <a:cs typeface="Times New Roman" panose="02020603050405020304" pitchFamily="18" charset="0"/>
              </a:rPr>
              <a:t>Các cực trị trên sóng cực phổ:  </a:t>
            </a:r>
          </a:p>
          <a:p>
            <a:pPr algn="ctr" eaLnBrk="1" hangingPunct="1"/>
            <a:r>
              <a:rPr lang="en-US" altLang="en-US" sz="2800">
                <a:latin typeface="Times New Roman" panose="02020603050405020304" pitchFamily="18" charset="0"/>
                <a:cs typeface="Times New Roman" panose="02020603050405020304" pitchFamily="18" charset="0"/>
              </a:rPr>
              <a:t>a) loại cực đại 1; b) loại cực đại 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ChangeArrowheads="1"/>
          </p:cNvSpPr>
          <p:nvPr/>
        </p:nvSpPr>
        <p:spPr bwMode="auto">
          <a:xfrm>
            <a:off x="1619250" y="3500438"/>
            <a:ext cx="6913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600"/>
              </a:spcBef>
              <a:spcAft>
                <a:spcPts val="600"/>
              </a:spcAft>
            </a:pPr>
            <a:endParaRPr lang="en-US" altLang="en-US" sz="2800">
              <a:latin typeface="Times New Roman" panose="02020603050405020304" pitchFamily="18" charset="0"/>
              <a:cs typeface="Times New Roman" panose="02020603050405020304" pitchFamily="18" charset="0"/>
            </a:endParaRPr>
          </a:p>
        </p:txBody>
      </p:sp>
      <p:sp>
        <p:nvSpPr>
          <p:cNvPr id="4" name="Rectangle 3"/>
          <p:cNvSpPr/>
          <p:nvPr/>
        </p:nvSpPr>
        <p:spPr>
          <a:xfrm>
            <a:off x="1368425" y="908050"/>
            <a:ext cx="7272338" cy="4124325"/>
          </a:xfrm>
          <a:prstGeom prst="rect">
            <a:avLst/>
          </a:prstGeom>
        </p:spPr>
        <p:txBody>
          <a:bodyPr>
            <a:spAutoFit/>
          </a:bodyPr>
          <a:lstStyle>
            <a:lvl1pPr>
              <a:tabLst>
                <a:tab pos="457200" algn="l"/>
                <a:tab pos="914400" algn="l"/>
              </a:tabLst>
              <a:defRPr>
                <a:solidFill>
                  <a:schemeClr val="tx1"/>
                </a:solidFill>
                <a:latin typeface="Calibri" panose="020F0502020204030204" pitchFamily="34" charset="0"/>
              </a:defRPr>
            </a:lvl1pPr>
            <a:lvl2pPr marL="400050">
              <a:tabLst>
                <a:tab pos="457200" algn="l"/>
                <a:tab pos="914400" algn="l"/>
              </a:tabLst>
              <a:defRPr>
                <a:solidFill>
                  <a:schemeClr val="tx1"/>
                </a:solidFill>
                <a:latin typeface="Calibri" panose="020F0502020204030204" pitchFamily="34" charset="0"/>
              </a:defRPr>
            </a:lvl2pPr>
            <a:lvl3pPr marL="1143000" indent="-228600">
              <a:tabLst>
                <a:tab pos="457200" algn="l"/>
                <a:tab pos="914400" algn="l"/>
              </a:tabLst>
              <a:defRPr>
                <a:solidFill>
                  <a:schemeClr val="tx1"/>
                </a:solidFill>
                <a:latin typeface="Calibri" panose="020F0502020204030204" pitchFamily="34" charset="0"/>
              </a:defRPr>
            </a:lvl3pPr>
            <a:lvl4pPr marL="1600200" indent="-228600">
              <a:tabLst>
                <a:tab pos="457200" algn="l"/>
                <a:tab pos="914400" algn="l"/>
              </a:tabLst>
              <a:defRPr>
                <a:solidFill>
                  <a:schemeClr val="tx1"/>
                </a:solidFill>
                <a:latin typeface="Calibri" panose="020F0502020204030204" pitchFamily="34" charset="0"/>
              </a:defRPr>
            </a:lvl4pPr>
            <a:lvl5pPr marL="2057400" indent="-228600">
              <a:tabLst>
                <a:tab pos="457200" algn="l"/>
                <a:tab pos="914400" algn="l"/>
              </a:tabLst>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tabLst>
                <a:tab pos="457200" algn="l"/>
                <a:tab pos="914400" algn="l"/>
              </a:tabLs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tabLst>
                <a:tab pos="457200" algn="l"/>
                <a:tab pos="914400" algn="l"/>
              </a:tabLs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tabLst>
                <a:tab pos="457200" algn="l"/>
                <a:tab pos="914400" algn="l"/>
              </a:tabLs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tabLst>
                <a:tab pos="457200" algn="l"/>
                <a:tab pos="914400" algn="l"/>
              </a:tabLst>
              <a:defRPr>
                <a:solidFill>
                  <a:schemeClr val="tx1"/>
                </a:solidFill>
                <a:latin typeface="Calibri" panose="020F0502020204030204" pitchFamily="34" charset="0"/>
              </a:defRPr>
            </a:lvl9pPr>
          </a:lstStyle>
          <a:p>
            <a:pPr eaLnBrk="1" hangingPunct="1">
              <a:spcBef>
                <a:spcPts val="600"/>
              </a:spcBef>
              <a:spcAft>
                <a:spcPts val="600"/>
              </a:spcAft>
            </a:pPr>
            <a:r>
              <a:rPr lang="en-US" sz="2400" b="1">
                <a:latin typeface="A"/>
                <a:cs typeface="Times New Roman" panose="02020603050405020304" pitchFamily="18" charset="0"/>
              </a:rPr>
              <a:t>Các phương pháp cực phổ</a:t>
            </a:r>
          </a:p>
          <a:p>
            <a:pPr eaLnBrk="1" hangingPunct="1">
              <a:spcBef>
                <a:spcPts val="600"/>
              </a:spcBef>
              <a:spcAft>
                <a:spcPts val="600"/>
              </a:spcAft>
              <a:buFont typeface="Wingdings" panose="05000000000000000000" pitchFamily="2" charset="2"/>
              <a:buChar char="v"/>
            </a:pPr>
            <a:r>
              <a:rPr lang="en-US" sz="2400">
                <a:latin typeface="A"/>
                <a:cs typeface="Times New Roman" panose="02020603050405020304" pitchFamily="18" charset="0"/>
              </a:rPr>
              <a:t>Phương pháp cực phổ cổ điển </a:t>
            </a:r>
          </a:p>
          <a:p>
            <a:pPr lvl="1" eaLnBrk="1" hangingPunct="1">
              <a:spcBef>
                <a:spcPts val="600"/>
              </a:spcBef>
              <a:spcAft>
                <a:spcPts val="600"/>
              </a:spcAft>
            </a:pPr>
            <a:r>
              <a:rPr lang="en-US" sz="2400">
                <a:latin typeface="A"/>
                <a:cs typeface="Times New Roman" panose="02020603050405020304" pitchFamily="18" charset="0"/>
              </a:rPr>
              <a:t> Cực phổ một chiều (DC)</a:t>
            </a:r>
          </a:p>
          <a:p>
            <a:pPr lvl="1" eaLnBrk="1" hangingPunct="1">
              <a:spcBef>
                <a:spcPts val="600"/>
              </a:spcBef>
              <a:spcAft>
                <a:spcPts val="600"/>
              </a:spcAft>
            </a:pPr>
            <a:r>
              <a:rPr lang="en-US" sz="2400">
                <a:latin typeface="A"/>
                <a:cs typeface="Times New Roman" panose="02020603050405020304" pitchFamily="18" charset="0"/>
              </a:rPr>
              <a:t> Cực phổ xoay chiều (AC)</a:t>
            </a:r>
          </a:p>
          <a:p>
            <a:pPr eaLnBrk="1" hangingPunct="1">
              <a:spcBef>
                <a:spcPts val="600"/>
              </a:spcBef>
              <a:spcAft>
                <a:spcPts val="600"/>
              </a:spcAft>
              <a:buFont typeface="Wingdings" panose="05000000000000000000" pitchFamily="2" charset="2"/>
              <a:buChar char="v"/>
            </a:pPr>
            <a:r>
              <a:rPr lang="en-US" sz="2400">
                <a:latin typeface="A"/>
                <a:cs typeface="Times New Roman" panose="02020603050405020304" pitchFamily="18" charset="0"/>
              </a:rPr>
              <a:t>Phương pháp cực phổ xung</a:t>
            </a:r>
          </a:p>
          <a:p>
            <a:pPr eaLnBrk="1" hangingPunct="1">
              <a:spcBef>
                <a:spcPts val="600"/>
              </a:spcBef>
              <a:spcAft>
                <a:spcPts val="600"/>
              </a:spcAft>
            </a:pPr>
            <a:r>
              <a:rPr lang="en-US" sz="2400">
                <a:latin typeface="A"/>
                <a:cs typeface="Times New Roman" panose="02020603050405020304" pitchFamily="18" charset="0"/>
              </a:rPr>
              <a:t>	 </a:t>
            </a:r>
            <a:r>
              <a:rPr lang="vi-VN" sz="2400">
                <a:latin typeface="A"/>
                <a:cs typeface="Times New Roman" panose="02020603050405020304" pitchFamily="18" charset="0"/>
              </a:rPr>
              <a:t>Phương pháp cực phổ sóng vuông ( SWP )</a:t>
            </a:r>
            <a:endParaRPr lang="en-US" sz="2400">
              <a:latin typeface="A"/>
              <a:cs typeface="Times New Roman" panose="02020603050405020304" pitchFamily="18" charset="0"/>
            </a:endParaRPr>
          </a:p>
          <a:p>
            <a:pPr eaLnBrk="1" hangingPunct="1">
              <a:spcBef>
                <a:spcPts val="600"/>
              </a:spcBef>
              <a:spcAft>
                <a:spcPts val="600"/>
              </a:spcAft>
            </a:pPr>
            <a:r>
              <a:rPr lang="en-US" sz="2400">
                <a:latin typeface="A"/>
                <a:cs typeface="Times New Roman" panose="02020603050405020304" pitchFamily="18" charset="0"/>
              </a:rPr>
              <a:t>	 </a:t>
            </a:r>
            <a:r>
              <a:rPr lang="vi-VN" sz="2400">
                <a:latin typeface="A"/>
                <a:cs typeface="Times New Roman" panose="02020603050405020304" pitchFamily="18" charset="0"/>
              </a:rPr>
              <a:t>Phương pháp cực phổ xung thường ( NPP )</a:t>
            </a:r>
            <a:endParaRPr lang="en-US" sz="2400">
              <a:latin typeface="A"/>
              <a:cs typeface="Times New Roman" panose="02020603050405020304" pitchFamily="18" charset="0"/>
            </a:endParaRPr>
          </a:p>
          <a:p>
            <a:pPr eaLnBrk="1" hangingPunct="1">
              <a:spcBef>
                <a:spcPts val="600"/>
              </a:spcBef>
              <a:spcAft>
                <a:spcPts val="600"/>
              </a:spcAft>
            </a:pPr>
            <a:r>
              <a:rPr lang="en-US" sz="2400">
                <a:latin typeface="A"/>
                <a:cs typeface="Times New Roman" panose="02020603050405020304" pitchFamily="18" charset="0"/>
              </a:rPr>
              <a:t>	 </a:t>
            </a:r>
            <a:r>
              <a:rPr lang="vi-VN" sz="2400">
                <a:latin typeface="A"/>
                <a:cs typeface="Times New Roman" panose="02020603050405020304" pitchFamily="18" charset="0"/>
              </a:rPr>
              <a:t>Phương pháp cực phổ xung vi phân ( DPP )</a:t>
            </a:r>
            <a:endParaRPr lang="en-US" sz="2400">
              <a:latin typeface="A"/>
              <a:cs typeface="Times New Roman" panose="02020603050405020304" pitchFamily="18" charset="0"/>
            </a:endParaRPr>
          </a:p>
        </p:txBody>
      </p:sp>
      <p:sp>
        <p:nvSpPr>
          <p:cNvPr id="31334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13FC73B-3ADC-4163-8B26-CFD29DA628EB}" type="slidenum">
              <a:rPr lang="en-US" altLang="ru-RU">
                <a:solidFill>
                  <a:srgbClr val="FFFFFF"/>
                </a:solidFill>
                <a:latin typeface="Arial" panose="020B0604020202020204" pitchFamily="34" charset="0"/>
                <a:cs typeface="Arial" panose="020B0604020202020204" pitchFamily="34" charset="0"/>
              </a:rPr>
              <a:pPr/>
              <a:t>256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37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66850" y="1144588"/>
            <a:ext cx="7250113" cy="538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555875" y="260350"/>
            <a:ext cx="4752975" cy="523875"/>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Cực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phổ</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một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chiều</a:t>
            </a:r>
            <a:r>
              <a:rPr lang="en-US" sz="2800" b="1" dirty="0">
                <a:latin typeface="Times New Roman" panose="02020603050405020304" pitchFamily="18" charset="0"/>
                <a:cs typeface="Times New Roman" panose="02020603050405020304" pitchFamily="18" charset="0"/>
              </a:rPr>
              <a:t> DC</a:t>
            </a:r>
          </a:p>
        </p:txBody>
      </p:sp>
      <p:sp>
        <p:nvSpPr>
          <p:cNvPr id="31437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BDDC8EA-BB77-4B63-AFD9-8E70EFC32A15}" type="slidenum">
              <a:rPr lang="en-US" altLang="ru-RU">
                <a:solidFill>
                  <a:srgbClr val="FFFFFF"/>
                </a:solidFill>
                <a:latin typeface="Arial" panose="020B0604020202020204" pitchFamily="34" charset="0"/>
                <a:cs typeface="Arial" panose="020B0604020202020204" pitchFamily="34" charset="0"/>
              </a:rPr>
              <a:pPr/>
              <a:t>257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TextBox 2"/>
          <p:cNvSpPr txBox="1">
            <a:spLocks noChangeArrowheads="1"/>
          </p:cNvSpPr>
          <p:nvPr/>
        </p:nvSpPr>
        <p:spPr bwMode="auto">
          <a:xfrm>
            <a:off x="1116013" y="5862638"/>
            <a:ext cx="77771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Sự phụ thuộc cường độ dòng vào thế điện cực theo thời gian</a:t>
            </a:r>
          </a:p>
        </p:txBody>
      </p:sp>
      <p:sp>
        <p:nvSpPr>
          <p:cNvPr id="4" name="TextBox 3"/>
          <p:cNvSpPr txBox="1"/>
          <p:nvPr/>
        </p:nvSpPr>
        <p:spPr>
          <a:xfrm>
            <a:off x="7081838" y="6370638"/>
            <a:ext cx="1512887" cy="368300"/>
          </a:xfrm>
          <a:prstGeom prst="rect">
            <a:avLst/>
          </a:prstGeom>
          <a:solidFill>
            <a:schemeClr val="accent6">
              <a:lumMod val="60000"/>
              <a:lumOff val="40000"/>
            </a:schemeClr>
          </a:solidFill>
        </p:spPr>
        <p:txBody>
          <a:bodyPr>
            <a:spAutoFit/>
          </a:bodyPr>
          <a:lstStyle/>
          <a:p>
            <a:pPr algn="ctr" eaLnBrk="1" fontAlgn="auto" hangingPunct="1">
              <a:spcBef>
                <a:spcPts val="0"/>
              </a:spcBef>
              <a:spcAft>
                <a:spcPts val="0"/>
              </a:spcAft>
              <a:defRPr/>
            </a:pPr>
            <a:r>
              <a:rPr lang="en-US" dirty="0">
                <a:latin typeface="Times New Roman" panose="02020603050405020304" pitchFamily="18" charset="0"/>
                <a:cs typeface="Times New Roman" panose="02020603050405020304" pitchFamily="18" charset="0"/>
              </a:rPr>
              <a:t>TK T168</a:t>
            </a:r>
          </a:p>
        </p:txBody>
      </p:sp>
      <p:sp>
        <p:nvSpPr>
          <p:cNvPr id="31539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27050F2-ADCE-4198-8BF1-8260B828DA03}" type="slidenum">
              <a:rPr lang="en-US" altLang="ru-RU">
                <a:solidFill>
                  <a:srgbClr val="FFFFFF"/>
                </a:solidFill>
                <a:latin typeface="Arial" panose="020B0604020202020204" pitchFamily="34" charset="0"/>
                <a:cs typeface="Arial" panose="020B0604020202020204" pitchFamily="34" charset="0"/>
              </a:rPr>
              <a:pPr/>
              <a:t>258</a:t>
            </a:fld>
            <a:endParaRPr lang="en-US" altLang="ru-RU">
              <a:solidFill>
                <a:srgbClr val="FFFFFF"/>
              </a:solidFill>
              <a:latin typeface="Arial" panose="020B0604020202020204" pitchFamily="34" charset="0"/>
              <a:cs typeface="Arial" panose="020B0604020202020204" pitchFamily="34" charset="0"/>
            </a:endParaRPr>
          </a:p>
        </p:txBody>
      </p:sp>
      <p:pic>
        <p:nvPicPr>
          <p:cNvPr id="315397"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36638" y="180975"/>
            <a:ext cx="8051800" cy="545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Diagram group"/>
          <p:cNvGrpSpPr/>
          <p:nvPr/>
        </p:nvGrpSpPr>
        <p:grpSpPr>
          <a:xfrm>
            <a:off x="24438" y="2527431"/>
            <a:ext cx="9143587" cy="4368044"/>
            <a:chOff x="2592292" y="2564906"/>
            <a:chExt cx="9143587" cy="4368044"/>
          </a:xfrm>
          <a:scene3d>
            <a:camera prst="isometricOffAxis2Left" zoom="95000"/>
            <a:lightRig rig="flat" dir="t"/>
          </a:scene3d>
        </p:grpSpPr>
        <p:grpSp>
          <p:nvGrpSpPr>
            <p:cNvPr id="4" name="Group 5"/>
            <p:cNvGrpSpPr/>
            <p:nvPr/>
          </p:nvGrpSpPr>
          <p:grpSpPr>
            <a:xfrm>
              <a:off x="2592292" y="5518287"/>
              <a:ext cx="7424416" cy="1414663"/>
              <a:chOff x="2592292" y="5518287"/>
              <a:chExt cx="7424416" cy="1414663"/>
            </a:xfrm>
          </p:grpSpPr>
          <p:sp>
            <p:nvSpPr>
              <p:cNvPr id="16" name="Rectangle 15"/>
              <p:cNvSpPr/>
              <p:nvPr/>
            </p:nvSpPr>
            <p:spPr>
              <a:xfrm>
                <a:off x="2592292" y="5518287"/>
                <a:ext cx="7424416" cy="14146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7" name="Rectangle 16"/>
              <p:cNvSpPr/>
              <p:nvPr/>
            </p:nvSpPr>
            <p:spPr>
              <a:xfrm>
                <a:off x="2592292" y="5518287"/>
                <a:ext cx="7424416" cy="14146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lIns="135189" tIns="0" rIns="0" bIns="0" spcCol="1270"/>
              <a:lstStyle/>
              <a:p>
                <a:pPr defTabSz="1066800" eaLnBrk="1" fontAlgn="auto" hangingPunct="1">
                  <a:lnSpc>
                    <a:spcPct val="90000"/>
                  </a:lnSpc>
                  <a:spcBef>
                    <a:spcPts val="0"/>
                  </a:spcBef>
                  <a:spcAft>
                    <a:spcPct val="35000"/>
                  </a:spcAft>
                  <a:defRPr/>
                </a:pPr>
                <a:endParaRPr lang="en-US" sz="2400" b="1" dirty="0"/>
              </a:p>
            </p:txBody>
          </p:sp>
        </p:grpSp>
        <p:grpSp>
          <p:nvGrpSpPr>
            <p:cNvPr id="5" name="Group 6"/>
            <p:cNvGrpSpPr/>
            <p:nvPr/>
          </p:nvGrpSpPr>
          <p:grpSpPr>
            <a:xfrm>
              <a:off x="3384380" y="4653136"/>
              <a:ext cx="5653864" cy="790628"/>
              <a:chOff x="3384380" y="4653136"/>
              <a:chExt cx="5653864" cy="790628"/>
            </a:xfrm>
          </p:grpSpPr>
          <p:sp>
            <p:nvSpPr>
              <p:cNvPr id="14" name="Rectangle 13"/>
              <p:cNvSpPr/>
              <p:nvPr/>
            </p:nvSpPr>
            <p:spPr>
              <a:xfrm>
                <a:off x="3384380" y="4653136"/>
                <a:ext cx="5653864" cy="79062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5" name="Rectangle 14"/>
              <p:cNvSpPr/>
              <p:nvPr/>
            </p:nvSpPr>
            <p:spPr>
              <a:xfrm>
                <a:off x="3384380" y="4653136"/>
                <a:ext cx="5653864" cy="79062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lIns="211601" tIns="0" rIns="0" bIns="0" spcCol="1270"/>
              <a:lstStyle/>
              <a:p>
                <a:pPr defTabSz="1066800" eaLnBrk="1" fontAlgn="auto" hangingPunct="1">
                  <a:lnSpc>
                    <a:spcPct val="90000"/>
                  </a:lnSpc>
                  <a:spcBef>
                    <a:spcPts val="0"/>
                  </a:spcBef>
                  <a:spcAft>
                    <a:spcPct val="35000"/>
                  </a:spcAft>
                  <a:defRPr/>
                </a:pPr>
                <a:endParaRPr lang="en-US" sz="2400" b="1" dirty="0"/>
              </a:p>
            </p:txBody>
          </p:sp>
        </p:grpSp>
        <p:grpSp>
          <p:nvGrpSpPr>
            <p:cNvPr id="6" name="Group 7"/>
            <p:cNvGrpSpPr/>
            <p:nvPr/>
          </p:nvGrpSpPr>
          <p:grpSpPr>
            <a:xfrm>
              <a:off x="4824529" y="3645042"/>
              <a:ext cx="4767345" cy="807317"/>
              <a:chOff x="4824529" y="3645042"/>
              <a:chExt cx="4767345" cy="807317"/>
            </a:xfrm>
          </p:grpSpPr>
          <p:sp>
            <p:nvSpPr>
              <p:cNvPr id="12" name="Rectangle 11"/>
              <p:cNvSpPr/>
              <p:nvPr/>
            </p:nvSpPr>
            <p:spPr>
              <a:xfrm>
                <a:off x="4824529" y="3645042"/>
                <a:ext cx="4767345" cy="80731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3" name="Rectangle 12"/>
              <p:cNvSpPr/>
              <p:nvPr/>
            </p:nvSpPr>
            <p:spPr>
              <a:xfrm>
                <a:off x="4824529" y="3645042"/>
                <a:ext cx="4767345" cy="8073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lIns="282135" tIns="0" rIns="0" bIns="0" spcCol="1270"/>
              <a:lstStyle/>
              <a:p>
                <a:pPr defTabSz="1066800" eaLnBrk="1" fontAlgn="auto" hangingPunct="1">
                  <a:lnSpc>
                    <a:spcPct val="90000"/>
                  </a:lnSpc>
                  <a:spcBef>
                    <a:spcPts val="0"/>
                  </a:spcBef>
                  <a:spcAft>
                    <a:spcPct val="35000"/>
                  </a:spcAft>
                  <a:defRPr/>
                </a:pPr>
                <a:endParaRPr lang="en-US" sz="2400" b="1" dirty="0">
                  <a:latin typeface="Times New Roman" pitchFamily="18" charset="0"/>
                  <a:cs typeface="Times New Roman" pitchFamily="18" charset="0"/>
                </a:endParaRPr>
              </a:p>
            </p:txBody>
          </p:sp>
        </p:grpSp>
        <p:grpSp>
          <p:nvGrpSpPr>
            <p:cNvPr id="7" name="Group 8"/>
            <p:cNvGrpSpPr/>
            <p:nvPr/>
          </p:nvGrpSpPr>
          <p:grpSpPr>
            <a:xfrm>
              <a:off x="6480725" y="2564906"/>
              <a:ext cx="5255154" cy="1210692"/>
              <a:chOff x="6480725" y="2564906"/>
              <a:chExt cx="5255154" cy="1210692"/>
            </a:xfrm>
          </p:grpSpPr>
          <p:sp>
            <p:nvSpPr>
              <p:cNvPr id="10" name="Rectangle 9"/>
              <p:cNvSpPr/>
              <p:nvPr/>
            </p:nvSpPr>
            <p:spPr>
              <a:xfrm>
                <a:off x="6480725" y="2564906"/>
                <a:ext cx="5255154" cy="121069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1" name="Rectangle 10"/>
              <p:cNvSpPr/>
              <p:nvPr/>
            </p:nvSpPr>
            <p:spPr>
              <a:xfrm>
                <a:off x="6480725" y="2564906"/>
                <a:ext cx="5255154" cy="121069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lIns="364424" tIns="0" rIns="0" bIns="0" spcCol="1270"/>
              <a:lstStyle/>
              <a:p>
                <a:pPr defTabSz="1066800" eaLnBrk="1" fontAlgn="auto" hangingPunct="1">
                  <a:lnSpc>
                    <a:spcPct val="90000"/>
                  </a:lnSpc>
                  <a:spcBef>
                    <a:spcPts val="0"/>
                  </a:spcBef>
                  <a:spcAft>
                    <a:spcPct val="35000"/>
                  </a:spcAft>
                  <a:defRPr/>
                </a:pPr>
                <a:endParaRPr lang="en-US" sz="2400" b="1" dirty="0"/>
              </a:p>
            </p:txBody>
          </p:sp>
        </p:grpSp>
      </p:grpSp>
      <p:sp>
        <p:nvSpPr>
          <p:cNvPr id="18" name="TextBox 17"/>
          <p:cNvSpPr txBox="1"/>
          <p:nvPr/>
        </p:nvSpPr>
        <p:spPr>
          <a:xfrm>
            <a:off x="2256675" y="508217"/>
            <a:ext cx="5411669" cy="523220"/>
          </a:xfrm>
          <a:prstGeom prst="rect">
            <a:avLst/>
          </a:prstGeom>
          <a:solidFill>
            <a:schemeClr val="accent1">
              <a:lumMod val="40000"/>
              <a:lumOff val="60000"/>
            </a:schemeClr>
          </a:solidFill>
          <a:ln>
            <a:solidFill>
              <a:schemeClr val="tx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spAutoFit/>
          </a:bodyPr>
          <a:lstStyle/>
          <a:p>
            <a:pPr algn="ctr" eaLnBrk="1" fontAlgn="auto" hangingPunct="1">
              <a:spcBef>
                <a:spcPts val="0"/>
              </a:spcBef>
              <a:spcAft>
                <a:spcPts val="0"/>
              </a:spcAft>
              <a:defRPr/>
            </a:pPr>
            <a:r>
              <a:rPr lang="vi-VN" sz="2800" b="1" dirty="0">
                <a:latin typeface="A  "/>
                <a:cs typeface="Times New Roman" pitchFamily="18" charset="0"/>
              </a:rPr>
              <a:t>Ư</a:t>
            </a:r>
            <a:r>
              <a:rPr lang="en-US" sz="2800" b="1" dirty="0">
                <a:latin typeface="A  "/>
                <a:cs typeface="Times New Roman" pitchFamily="18" charset="0"/>
              </a:rPr>
              <a:t>u </a:t>
            </a:r>
            <a:r>
              <a:rPr lang="en-US" sz="2800" b="1" dirty="0" err="1">
                <a:latin typeface="A  "/>
                <a:cs typeface="Times New Roman" pitchFamily="18" charset="0"/>
              </a:rPr>
              <a:t>điểm</a:t>
            </a:r>
            <a:r>
              <a:rPr lang="en-US" sz="2800" b="1" dirty="0">
                <a:latin typeface="A  "/>
                <a:cs typeface="Times New Roman" pitchFamily="18" charset="0"/>
              </a:rPr>
              <a:t> </a:t>
            </a:r>
            <a:r>
              <a:rPr lang="en-US" sz="2800" b="1" dirty="0" err="1">
                <a:latin typeface="A  "/>
                <a:cs typeface="Times New Roman" pitchFamily="18" charset="0"/>
              </a:rPr>
              <a:t>cực</a:t>
            </a:r>
            <a:r>
              <a:rPr lang="en-US" sz="2800" b="1" dirty="0">
                <a:latin typeface="A  "/>
                <a:cs typeface="Times New Roman" pitchFamily="18" charset="0"/>
              </a:rPr>
              <a:t> </a:t>
            </a:r>
            <a:r>
              <a:rPr lang="en-US" sz="2800" b="1" dirty="0" err="1">
                <a:latin typeface="A  "/>
                <a:cs typeface="Times New Roman" pitchFamily="18" charset="0"/>
              </a:rPr>
              <a:t>phổ</a:t>
            </a:r>
            <a:r>
              <a:rPr lang="en-US" sz="2800" b="1" dirty="0">
                <a:latin typeface="A  "/>
                <a:cs typeface="Times New Roman" pitchFamily="18" charset="0"/>
              </a:rPr>
              <a:t> </a:t>
            </a:r>
            <a:r>
              <a:rPr lang="en-US" sz="2800" b="1" dirty="0" err="1">
                <a:latin typeface="A  "/>
                <a:cs typeface="Times New Roman" pitchFamily="18" charset="0"/>
              </a:rPr>
              <a:t>một</a:t>
            </a:r>
            <a:r>
              <a:rPr lang="en-US" sz="2800" b="1" dirty="0">
                <a:latin typeface="A  "/>
                <a:cs typeface="Times New Roman" pitchFamily="18" charset="0"/>
              </a:rPr>
              <a:t> </a:t>
            </a:r>
            <a:r>
              <a:rPr lang="en-US" sz="2800" b="1" dirty="0" err="1">
                <a:latin typeface="A  "/>
                <a:cs typeface="Times New Roman" pitchFamily="18" charset="0"/>
              </a:rPr>
              <a:t>chiều</a:t>
            </a:r>
            <a:r>
              <a:rPr lang="en-US" sz="2400" b="1" dirty="0">
                <a:latin typeface="A  "/>
                <a:cs typeface="Times New Roman" pitchFamily="18" charset="0"/>
              </a:rPr>
              <a:t> </a:t>
            </a:r>
          </a:p>
        </p:txBody>
      </p:sp>
      <p:sp>
        <p:nvSpPr>
          <p:cNvPr id="316422" name="Rectangle 18"/>
          <p:cNvSpPr>
            <a:spLocks noChangeArrowheads="1"/>
          </p:cNvSpPr>
          <p:nvPr/>
        </p:nvSpPr>
        <p:spPr bwMode="auto">
          <a:xfrm>
            <a:off x="1416050" y="1563688"/>
            <a:ext cx="7246938"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defTabSz="1066800">
              <a:defRPr>
                <a:solidFill>
                  <a:schemeClr val="tx1"/>
                </a:solidFill>
                <a:latin typeface="Calibri" panose="020F0502020204030204" pitchFamily="34" charset="0"/>
              </a:defRPr>
            </a:lvl1pPr>
            <a:lvl2pPr marL="742950" indent="-285750" defTabSz="1066800">
              <a:defRPr>
                <a:solidFill>
                  <a:schemeClr val="tx1"/>
                </a:solidFill>
                <a:latin typeface="Calibri" panose="020F0502020204030204" pitchFamily="34" charset="0"/>
              </a:defRPr>
            </a:lvl2pPr>
            <a:lvl3pPr marL="1143000" indent="-228600" defTabSz="1066800">
              <a:defRPr>
                <a:solidFill>
                  <a:schemeClr val="tx1"/>
                </a:solidFill>
                <a:latin typeface="Calibri" panose="020F0502020204030204" pitchFamily="34" charset="0"/>
              </a:defRPr>
            </a:lvl3pPr>
            <a:lvl4pPr marL="1600200" indent="-228600" defTabSz="1066800">
              <a:defRPr>
                <a:solidFill>
                  <a:schemeClr val="tx1"/>
                </a:solidFill>
                <a:latin typeface="Calibri" panose="020F0502020204030204" pitchFamily="34" charset="0"/>
              </a:defRPr>
            </a:lvl4pPr>
            <a:lvl5pPr marL="2057400" indent="-228600" defTabSz="1066800">
              <a:defRPr>
                <a:solidFill>
                  <a:schemeClr val="tx1"/>
                </a:solidFill>
                <a:latin typeface="Calibri" panose="020F0502020204030204" pitchFamily="34" charset="0"/>
              </a:defRPr>
            </a:lvl5pPr>
            <a:lvl6pPr marL="2514600" indent="-228600" defTabSz="1066800" eaLnBrk="0" fontAlgn="base" hangingPunct="0">
              <a:spcBef>
                <a:spcPct val="0"/>
              </a:spcBef>
              <a:spcAft>
                <a:spcPct val="0"/>
              </a:spcAft>
              <a:defRPr>
                <a:solidFill>
                  <a:schemeClr val="tx1"/>
                </a:solidFill>
                <a:latin typeface="Calibri" panose="020F0502020204030204" pitchFamily="34" charset="0"/>
              </a:defRPr>
            </a:lvl6pPr>
            <a:lvl7pPr marL="2971800" indent="-228600" defTabSz="1066800" eaLnBrk="0" fontAlgn="base" hangingPunct="0">
              <a:spcBef>
                <a:spcPct val="0"/>
              </a:spcBef>
              <a:spcAft>
                <a:spcPct val="0"/>
              </a:spcAft>
              <a:defRPr>
                <a:solidFill>
                  <a:schemeClr val="tx1"/>
                </a:solidFill>
                <a:latin typeface="Calibri" panose="020F0502020204030204" pitchFamily="34" charset="0"/>
              </a:defRPr>
            </a:lvl7pPr>
            <a:lvl8pPr marL="3429000" indent="-228600" defTabSz="1066800" eaLnBrk="0" fontAlgn="base" hangingPunct="0">
              <a:spcBef>
                <a:spcPct val="0"/>
              </a:spcBef>
              <a:spcAft>
                <a:spcPct val="0"/>
              </a:spcAft>
              <a:defRPr>
                <a:solidFill>
                  <a:schemeClr val="tx1"/>
                </a:solidFill>
                <a:latin typeface="Calibri" panose="020F0502020204030204" pitchFamily="34" charset="0"/>
              </a:defRPr>
            </a:lvl8pPr>
            <a:lvl9pPr marL="3886200" indent="-228600" defTabSz="10668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1200"/>
              </a:spcBef>
              <a:spcAft>
                <a:spcPts val="1200"/>
              </a:spcAft>
              <a:buFont typeface="Wingdings" panose="05000000000000000000" pitchFamily="2" charset="2"/>
              <a:buChar char="v"/>
            </a:pPr>
            <a:r>
              <a:rPr lang="en-US" altLang="en-US" sz="2400">
                <a:latin typeface="A"/>
                <a:cs typeface="Times New Roman" panose="02020603050405020304" pitchFamily="18" charset="0"/>
              </a:rPr>
              <a:t>Xác định được nhiều đại lượng hóa như hệ số khuếch tán, số vận chuyển, linh độ ion</a:t>
            </a:r>
          </a:p>
          <a:p>
            <a:pPr algn="just" eaLnBrk="1" hangingPunct="1">
              <a:spcBef>
                <a:spcPts val="1200"/>
              </a:spcBef>
              <a:spcAft>
                <a:spcPts val="1200"/>
              </a:spcAft>
              <a:buFont typeface="Wingdings" panose="05000000000000000000" pitchFamily="2" charset="2"/>
              <a:buChar char="v"/>
            </a:pPr>
            <a:r>
              <a:rPr lang="en-US" altLang="en-US" sz="2400">
                <a:latin typeface="A"/>
                <a:cs typeface="Times New Roman" panose="02020603050405020304" pitchFamily="18" charset="0"/>
              </a:rPr>
              <a:t>Xác định được các loại đồng phân của một số hợp chất hữu cơ</a:t>
            </a:r>
          </a:p>
          <a:p>
            <a:pPr algn="just" eaLnBrk="1" hangingPunct="1">
              <a:spcBef>
                <a:spcPts val="1200"/>
              </a:spcBef>
              <a:spcAft>
                <a:spcPts val="1200"/>
              </a:spcAft>
              <a:buFont typeface="Wingdings" panose="05000000000000000000" pitchFamily="2" charset="2"/>
              <a:buChar char="v"/>
            </a:pPr>
            <a:r>
              <a:rPr lang="en-US" altLang="en-US" sz="2400">
                <a:latin typeface="A"/>
                <a:cs typeface="Times New Roman" panose="02020603050405020304" pitchFamily="18" charset="0"/>
              </a:rPr>
              <a:t>Xác định đồng thời từ 3 đến 5 chất chứa  trong cùng một dung dịch</a:t>
            </a:r>
          </a:p>
          <a:p>
            <a:pPr algn="just" eaLnBrk="1" hangingPunct="1">
              <a:spcBef>
                <a:spcPts val="1200"/>
              </a:spcBef>
              <a:spcAft>
                <a:spcPts val="1200"/>
              </a:spcAft>
              <a:buFont typeface="Wingdings" panose="05000000000000000000" pitchFamily="2" charset="2"/>
              <a:buChar char="v"/>
            </a:pPr>
            <a:r>
              <a:rPr lang="en-US" altLang="en-US" sz="2400">
                <a:latin typeface="A"/>
                <a:cs typeface="Times New Roman" panose="02020603050405020304" pitchFamily="18" charset="0"/>
              </a:rPr>
              <a:t>Định tính và định lượng được hầu hết các ion vô cơ và hàng chục vạn hợp chất hữu cở nồng độ khoảng 10</a:t>
            </a:r>
            <a:r>
              <a:rPr lang="en-US" altLang="en-US" sz="2400" baseline="30000">
                <a:latin typeface="A"/>
                <a:cs typeface="Times New Roman" panose="02020603050405020304" pitchFamily="18" charset="0"/>
              </a:rPr>
              <a:t>-3</a:t>
            </a:r>
            <a:r>
              <a:rPr lang="en-US" altLang="en-US" sz="2400">
                <a:latin typeface="A"/>
                <a:cs typeface="Times New Roman" panose="02020603050405020304" pitchFamily="18" charset="0"/>
              </a:rPr>
              <a:t>M đến 10</a:t>
            </a:r>
            <a:r>
              <a:rPr lang="en-US" altLang="en-US" sz="2400" baseline="30000">
                <a:latin typeface="A"/>
                <a:cs typeface="Times New Roman" panose="02020603050405020304" pitchFamily="18" charset="0"/>
              </a:rPr>
              <a:t>-5</a:t>
            </a:r>
            <a:r>
              <a:rPr lang="en-US" altLang="en-US" sz="2400">
                <a:latin typeface="A"/>
                <a:cs typeface="Times New Roman" panose="02020603050405020304" pitchFamily="18" charset="0"/>
              </a:rPr>
              <a:t>M</a:t>
            </a:r>
          </a:p>
        </p:txBody>
      </p:sp>
      <p:sp>
        <p:nvSpPr>
          <p:cNvPr id="31642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B08E07-4D7A-4BB0-842E-3F68447856DB}" type="slidenum">
              <a:rPr lang="en-US" altLang="ru-RU">
                <a:solidFill>
                  <a:srgbClr val="FFFFFF"/>
                </a:solidFill>
                <a:latin typeface="Arial" panose="020B0604020202020204" pitchFamily="34" charset="0"/>
                <a:cs typeface="Arial" panose="020B0604020202020204" pitchFamily="34" charset="0"/>
              </a:rPr>
              <a:pPr/>
              <a:t>259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56763" y="620688"/>
            <a:ext cx="2232248" cy="523220"/>
          </a:xfrm>
          <a:prstGeom prst="rect">
            <a:avLst/>
          </a:prstGeom>
          <a:solidFill>
            <a:schemeClr val="accent1">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b="1">
                <a:latin typeface="Times New Roman" panose="02020603050405020304" pitchFamily="18" charset="0"/>
                <a:cs typeface="Times New Roman" panose="02020603050405020304" pitchFamily="18" charset="0"/>
              </a:rPr>
              <a:t>Nhược điểm</a:t>
            </a:r>
          </a:p>
        </p:txBody>
      </p:sp>
      <p:sp>
        <p:nvSpPr>
          <p:cNvPr id="317445" name="Rectangle 22"/>
          <p:cNvSpPr>
            <a:spLocks noChangeArrowheads="1"/>
          </p:cNvSpPr>
          <p:nvPr/>
        </p:nvSpPr>
        <p:spPr bwMode="auto">
          <a:xfrm>
            <a:off x="1187450" y="1484313"/>
            <a:ext cx="757078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buFont typeface="Wingdings" panose="05000000000000000000" pitchFamily="2" charset="2"/>
              <a:buChar char="v"/>
            </a:pPr>
            <a:r>
              <a:rPr lang="en-US" altLang="en-US" sz="2800">
                <a:latin typeface="Times New Roman" panose="02020603050405020304" pitchFamily="18" charset="0"/>
                <a:cs typeface="Times New Roman" panose="02020603050405020304" pitchFamily="18" charset="0"/>
              </a:rPr>
              <a:t>Không thể xác định ở nồng độ nhỏ hơn 10</a:t>
            </a:r>
            <a:r>
              <a:rPr lang="en-US" altLang="en-US" sz="2800" baseline="30000">
                <a:latin typeface="Times New Roman" panose="02020603050405020304" pitchFamily="18" charset="0"/>
                <a:cs typeface="Times New Roman" panose="02020603050405020304" pitchFamily="18" charset="0"/>
              </a:rPr>
              <a:t>-5</a:t>
            </a:r>
            <a:r>
              <a:rPr lang="en-US" altLang="en-US" sz="2800">
                <a:latin typeface="Times New Roman" panose="02020603050405020304" pitchFamily="18" charset="0"/>
                <a:cs typeface="Times New Roman" panose="02020603050405020304" pitchFamily="18" charset="0"/>
              </a:rPr>
              <a:t>M</a:t>
            </a:r>
          </a:p>
          <a:p>
            <a:pPr algn="just" eaLnBrk="1" hangingPunct="1">
              <a:lnSpc>
                <a:spcPct val="150000"/>
              </a:lnSpc>
              <a:buFont typeface="Wingdings" panose="05000000000000000000" pitchFamily="2" charset="2"/>
              <a:buChar char="v"/>
            </a:pPr>
            <a:r>
              <a:rPr lang="en-US" altLang="en-US" sz="2800">
                <a:latin typeface="Times New Roman" panose="02020603050405020304" pitchFamily="18" charset="0"/>
                <a:cs typeface="Times New Roman" panose="02020603050405020304" pitchFamily="18" charset="0"/>
              </a:rPr>
              <a:t>Khó khăn trong việc xác định 2 sóng cực phổ khi thế bán sóng của chúng nhỏ hơn 200mV </a:t>
            </a:r>
          </a:p>
          <a:p>
            <a:pPr algn="just" eaLnBrk="1" hangingPunct="1">
              <a:lnSpc>
                <a:spcPct val="150000"/>
              </a:lnSpc>
              <a:buFont typeface="Wingdings" panose="05000000000000000000" pitchFamily="2" charset="2"/>
              <a:buChar char="v"/>
            </a:pPr>
            <a:r>
              <a:rPr lang="en-US" altLang="en-US" sz="2800">
                <a:latin typeface="Times New Roman" panose="02020603050405020304" pitchFamily="18" charset="0"/>
                <a:cs typeface="Times New Roman" panose="02020603050405020304" pitchFamily="18" charset="0"/>
              </a:rPr>
              <a:t>Độ chính xác của phương pháp phụ thuộc chủ yếu vào sự đồng nhất các điều kiện ghi phổ cho chuẩn và ghi phổ cho mẫu, điều kiện làm việc của mao quản, nhiệt độ phân tích, nền cực phổ…</a:t>
            </a:r>
          </a:p>
        </p:txBody>
      </p:sp>
      <p:sp>
        <p:nvSpPr>
          <p:cNvPr id="31744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1DCADAA-147C-4B3C-BA18-0739E51D8DEC}" type="slidenum">
              <a:rPr lang="en-US" altLang="ru-RU">
                <a:solidFill>
                  <a:srgbClr val="FFFFFF"/>
                </a:solidFill>
                <a:latin typeface="Arial" panose="020B0604020202020204" pitchFamily="34" charset="0"/>
                <a:cs typeface="Arial" panose="020B0604020202020204" pitchFamily="34" charset="0"/>
              </a:rPr>
              <a:pPr/>
              <a:t>260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5875" y="133350"/>
            <a:ext cx="4752975" cy="523875"/>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Cực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phổ</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xoay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chiều</a:t>
            </a:r>
            <a:r>
              <a:rPr lang="en-US" sz="2800" b="1" dirty="0">
                <a:latin typeface="Times New Roman" panose="02020603050405020304" pitchFamily="18" charset="0"/>
                <a:cs typeface="Times New Roman" panose="02020603050405020304" pitchFamily="18" charset="0"/>
              </a:rPr>
              <a:t> AC</a:t>
            </a:r>
          </a:p>
        </p:txBody>
      </p:sp>
      <p:sp>
        <p:nvSpPr>
          <p:cNvPr id="318467" name="Rectangle 2"/>
          <p:cNvSpPr>
            <a:spLocks noChangeArrowheads="1"/>
          </p:cNvSpPr>
          <p:nvPr/>
        </p:nvSpPr>
        <p:spPr bwMode="auto">
          <a:xfrm>
            <a:off x="1390650" y="1168400"/>
            <a:ext cx="7345363"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00150">
              <a:defRPr>
                <a:solidFill>
                  <a:schemeClr val="tx1"/>
                </a:solidFill>
                <a:latin typeface="Calibri" panose="020F0502020204030204" pitchFamily="34" charset="0"/>
              </a:defRPr>
            </a:lvl1pPr>
            <a:lvl2pPr marL="742950" indent="-285750" defTabSz="1200150">
              <a:defRPr>
                <a:solidFill>
                  <a:schemeClr val="tx1"/>
                </a:solidFill>
                <a:latin typeface="Calibri" panose="020F0502020204030204" pitchFamily="34" charset="0"/>
              </a:defRPr>
            </a:lvl2pPr>
            <a:lvl3pPr marL="1143000" indent="-228600" defTabSz="1200150">
              <a:defRPr>
                <a:solidFill>
                  <a:schemeClr val="tx1"/>
                </a:solidFill>
                <a:latin typeface="Calibri" panose="020F0502020204030204" pitchFamily="34" charset="0"/>
              </a:defRPr>
            </a:lvl3pPr>
            <a:lvl4pPr marL="1600200" indent="-228600" defTabSz="1200150">
              <a:defRPr>
                <a:solidFill>
                  <a:schemeClr val="tx1"/>
                </a:solidFill>
                <a:latin typeface="Calibri" panose="020F0502020204030204" pitchFamily="34" charset="0"/>
              </a:defRPr>
            </a:lvl4pPr>
            <a:lvl5pPr marL="2057400" indent="-228600" defTabSz="1200150">
              <a:defRPr>
                <a:solidFill>
                  <a:schemeClr val="tx1"/>
                </a:solidFill>
                <a:latin typeface="Calibri" panose="020F0502020204030204" pitchFamily="34" charset="0"/>
              </a:defRPr>
            </a:lvl5pPr>
            <a:lvl6pPr marL="2514600" indent="-228600" defTabSz="1200150" eaLnBrk="0" fontAlgn="base" hangingPunct="0">
              <a:spcBef>
                <a:spcPct val="0"/>
              </a:spcBef>
              <a:spcAft>
                <a:spcPct val="0"/>
              </a:spcAft>
              <a:defRPr>
                <a:solidFill>
                  <a:schemeClr val="tx1"/>
                </a:solidFill>
                <a:latin typeface="Calibri" panose="020F0502020204030204" pitchFamily="34" charset="0"/>
              </a:defRPr>
            </a:lvl6pPr>
            <a:lvl7pPr marL="2971800" indent="-228600" defTabSz="1200150" eaLnBrk="0" fontAlgn="base" hangingPunct="0">
              <a:spcBef>
                <a:spcPct val="0"/>
              </a:spcBef>
              <a:spcAft>
                <a:spcPct val="0"/>
              </a:spcAft>
              <a:defRPr>
                <a:solidFill>
                  <a:schemeClr val="tx1"/>
                </a:solidFill>
                <a:latin typeface="Calibri" panose="020F0502020204030204" pitchFamily="34" charset="0"/>
              </a:defRPr>
            </a:lvl7pPr>
            <a:lvl8pPr marL="3429000" indent="-228600" defTabSz="1200150" eaLnBrk="0" fontAlgn="base" hangingPunct="0">
              <a:spcBef>
                <a:spcPct val="0"/>
              </a:spcBef>
              <a:spcAft>
                <a:spcPct val="0"/>
              </a:spcAft>
              <a:defRPr>
                <a:solidFill>
                  <a:schemeClr val="tx1"/>
                </a:solidFill>
                <a:latin typeface="Calibri" panose="020F0502020204030204" pitchFamily="34" charset="0"/>
              </a:defRPr>
            </a:lvl8pPr>
            <a:lvl9pPr marL="3886200" indent="-228600" defTabSz="120015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90000"/>
              </a:lnSpc>
              <a:spcAft>
                <a:spcPct val="35000"/>
              </a:spcAft>
            </a:pPr>
            <a:r>
              <a:rPr lang="en-US" altLang="en-US" sz="2800">
                <a:latin typeface="Times New Roman" panose="02020603050405020304" pitchFamily="18" charset="0"/>
                <a:cs typeface="Times New Roman" panose="02020603050405020304" pitchFamily="18" charset="0"/>
              </a:rPr>
              <a:t>Thay đổi đặc trưng của dòng điện dẫn đến thay đổi khả năng phân tích của phương pháp cực phổ</a:t>
            </a:r>
          </a:p>
        </p:txBody>
      </p:sp>
      <p:sp>
        <p:nvSpPr>
          <p:cNvPr id="318468" name="Rectangle 4"/>
          <p:cNvSpPr>
            <a:spLocks noChangeArrowheads="1"/>
          </p:cNvSpPr>
          <p:nvPr/>
        </p:nvSpPr>
        <p:spPr bwMode="auto">
          <a:xfrm>
            <a:off x="1519238" y="3148013"/>
            <a:ext cx="7273925"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0100">
              <a:defRPr>
                <a:solidFill>
                  <a:schemeClr val="tx1"/>
                </a:solidFill>
                <a:latin typeface="Calibri" panose="020F0502020204030204" pitchFamily="34" charset="0"/>
              </a:defRPr>
            </a:lvl1pPr>
            <a:lvl2pPr marL="742950" indent="-285750" defTabSz="800100">
              <a:defRPr>
                <a:solidFill>
                  <a:schemeClr val="tx1"/>
                </a:solidFill>
                <a:latin typeface="Calibri" panose="020F0502020204030204" pitchFamily="34" charset="0"/>
              </a:defRPr>
            </a:lvl2pPr>
            <a:lvl3pPr marL="1143000" indent="-228600" defTabSz="800100">
              <a:defRPr>
                <a:solidFill>
                  <a:schemeClr val="tx1"/>
                </a:solidFill>
                <a:latin typeface="Calibri" panose="020F0502020204030204" pitchFamily="34" charset="0"/>
              </a:defRPr>
            </a:lvl3pPr>
            <a:lvl4pPr marL="1600200" indent="-228600" defTabSz="800100">
              <a:defRPr>
                <a:solidFill>
                  <a:schemeClr val="tx1"/>
                </a:solidFill>
                <a:latin typeface="Calibri" panose="020F0502020204030204" pitchFamily="34" charset="0"/>
              </a:defRPr>
            </a:lvl4pPr>
            <a:lvl5pPr marL="2057400" indent="-228600" defTabSz="800100">
              <a:defRPr>
                <a:solidFill>
                  <a:schemeClr val="tx1"/>
                </a:solidFill>
                <a:latin typeface="Calibri" panose="020F0502020204030204" pitchFamily="34" charset="0"/>
              </a:defRPr>
            </a:lvl5pPr>
            <a:lvl6pPr marL="2514600" indent="-228600" defTabSz="800100" eaLnBrk="0" fontAlgn="base" hangingPunct="0">
              <a:spcBef>
                <a:spcPct val="0"/>
              </a:spcBef>
              <a:spcAft>
                <a:spcPct val="0"/>
              </a:spcAft>
              <a:defRPr>
                <a:solidFill>
                  <a:schemeClr val="tx1"/>
                </a:solidFill>
                <a:latin typeface="Calibri" panose="020F0502020204030204" pitchFamily="34" charset="0"/>
              </a:defRPr>
            </a:lvl6pPr>
            <a:lvl7pPr marL="2971800" indent="-228600" defTabSz="800100" eaLnBrk="0" fontAlgn="base" hangingPunct="0">
              <a:spcBef>
                <a:spcPct val="0"/>
              </a:spcBef>
              <a:spcAft>
                <a:spcPct val="0"/>
              </a:spcAft>
              <a:defRPr>
                <a:solidFill>
                  <a:schemeClr val="tx1"/>
                </a:solidFill>
                <a:latin typeface="Calibri" panose="020F0502020204030204" pitchFamily="34" charset="0"/>
              </a:defRPr>
            </a:lvl7pPr>
            <a:lvl8pPr marL="3429000" indent="-228600" defTabSz="800100" eaLnBrk="0" fontAlgn="base" hangingPunct="0">
              <a:spcBef>
                <a:spcPct val="0"/>
              </a:spcBef>
              <a:spcAft>
                <a:spcPct val="0"/>
              </a:spcAft>
              <a:defRPr>
                <a:solidFill>
                  <a:schemeClr val="tx1"/>
                </a:solidFill>
                <a:latin typeface="Calibri" panose="020F0502020204030204" pitchFamily="34" charset="0"/>
              </a:defRPr>
            </a:lvl8pPr>
            <a:lvl9pPr marL="3886200" indent="-228600" defTabSz="8001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ct val="35000"/>
              </a:spcAft>
            </a:pPr>
            <a:r>
              <a:rPr lang="en-US" altLang="en-US" sz="2800">
                <a:latin typeface="Times New Roman" panose="02020603050405020304" pitchFamily="18" charset="0"/>
                <a:cs typeface="Times New Roman" panose="02020603050405020304" pitchFamily="18" charset="0"/>
              </a:rPr>
              <a:t>Độ nhạy cao (10</a:t>
            </a:r>
            <a:r>
              <a:rPr lang="en-US" altLang="en-US" sz="2800" baseline="30000">
                <a:latin typeface="Times New Roman" panose="02020603050405020304" pitchFamily="18" charset="0"/>
                <a:cs typeface="Times New Roman" panose="02020603050405020304" pitchFamily="18" charset="0"/>
              </a:rPr>
              <a:t>-7</a:t>
            </a:r>
            <a:r>
              <a:rPr lang="en-US" altLang="en-US" sz="2800">
                <a:latin typeface="Times New Roman" panose="02020603050405020304" pitchFamily="18" charset="0"/>
                <a:cs typeface="Times New Roman" panose="02020603050405020304" pitchFamily="18" charset="0"/>
              </a:rPr>
              <a:t> – 10</a:t>
            </a:r>
            <a:r>
              <a:rPr lang="en-US" altLang="en-US" sz="2800" baseline="30000">
                <a:latin typeface="Times New Roman" panose="02020603050405020304" pitchFamily="18" charset="0"/>
                <a:cs typeface="Times New Roman" panose="02020603050405020304" pitchFamily="18" charset="0"/>
              </a:rPr>
              <a:t>-8</a:t>
            </a:r>
            <a:r>
              <a:rPr lang="en-US" altLang="en-US" sz="2800">
                <a:latin typeface="Times New Roman" panose="02020603050405020304" pitchFamily="18" charset="0"/>
                <a:cs typeface="Times New Roman" panose="02020603050405020304" pitchFamily="18" charset="0"/>
              </a:rPr>
              <a:t> M) </a:t>
            </a:r>
          </a:p>
          <a:p>
            <a:pPr eaLnBrk="1" hangingPunct="1">
              <a:lnSpc>
                <a:spcPct val="90000"/>
              </a:lnSpc>
              <a:spcAft>
                <a:spcPct val="35000"/>
              </a:spcAft>
            </a:pPr>
            <a:r>
              <a:rPr lang="en-US" altLang="en-US" sz="2800">
                <a:latin typeface="Times New Roman" panose="02020603050405020304" pitchFamily="18" charset="0"/>
                <a:cs typeface="Times New Roman" panose="02020603050405020304" pitchFamily="18" charset="0"/>
              </a:rPr>
              <a:t>Thời gian phân tích ngắn.</a:t>
            </a:r>
          </a:p>
          <a:p>
            <a:pPr eaLnBrk="1" hangingPunct="1">
              <a:lnSpc>
                <a:spcPct val="90000"/>
              </a:lnSpc>
              <a:spcAft>
                <a:spcPct val="35000"/>
              </a:spcAft>
            </a:pPr>
            <a:r>
              <a:rPr lang="en-US" altLang="en-US" sz="2800">
                <a:latin typeface="Times New Roman" panose="02020603050405020304" pitchFamily="18" charset="0"/>
                <a:cs typeface="Times New Roman" panose="02020603050405020304" pitchFamily="18" charset="0"/>
              </a:rPr>
              <a:t>Làm cường độ peak lớn hơn và peak nhọn hơn</a:t>
            </a:r>
          </a:p>
        </p:txBody>
      </p:sp>
      <p:sp>
        <p:nvSpPr>
          <p:cNvPr id="6" name="TextBox 5"/>
          <p:cNvSpPr txBox="1"/>
          <p:nvPr/>
        </p:nvSpPr>
        <p:spPr>
          <a:xfrm>
            <a:off x="1466528" y="2420888"/>
            <a:ext cx="1449288" cy="492443"/>
          </a:xfrm>
          <a:prstGeom prst="rect">
            <a:avLst/>
          </a:prstGeom>
          <a:solidFill>
            <a:schemeClr val="accent1">
              <a:lumMod val="40000"/>
              <a:lumOff val="60000"/>
            </a:schemeClr>
          </a:solidFill>
          <a:ln>
            <a:solidFill>
              <a:schemeClr val="tx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600" b="1">
                <a:latin typeface="Times New Roman" panose="02020603050405020304" pitchFamily="18" charset="0"/>
                <a:cs typeface="Times New Roman" panose="02020603050405020304" pitchFamily="18" charset="0"/>
              </a:rPr>
              <a:t>Ưu điểm</a:t>
            </a:r>
          </a:p>
        </p:txBody>
      </p:sp>
      <p:sp>
        <p:nvSpPr>
          <p:cNvPr id="318472"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58813F6-9195-444D-9103-97CD9E53A065}" type="slidenum">
              <a:rPr lang="en-US" altLang="ru-RU">
                <a:solidFill>
                  <a:srgbClr val="FFFFFF"/>
                </a:solidFill>
                <a:latin typeface="Arial" panose="020B0604020202020204" pitchFamily="34" charset="0"/>
                <a:cs typeface="Arial" panose="020B0604020202020204" pitchFamily="34" charset="0"/>
              </a:rPr>
              <a:pPr/>
              <a:t>261</a:t>
            </a:fld>
            <a:endParaRPr lang="en-US" altLang="ru-RU">
              <a:solidFill>
                <a:srgbClr val="FFFFFF"/>
              </a:solidFill>
              <a:latin typeface="Arial" panose="020B0604020202020204" pitchFamily="34" charset="0"/>
              <a:cs typeface="Arial" panose="020B0604020202020204" pitchFamily="34" charset="0"/>
            </a:endParaRPr>
          </a:p>
        </p:txBody>
      </p:sp>
      <p:sp>
        <p:nvSpPr>
          <p:cNvPr id="8" name="TextBox 7"/>
          <p:cNvSpPr txBox="1"/>
          <p:nvPr/>
        </p:nvSpPr>
        <p:spPr>
          <a:xfrm>
            <a:off x="1519781" y="4803451"/>
            <a:ext cx="1962472" cy="492443"/>
          </a:xfrm>
          <a:prstGeom prst="rect">
            <a:avLst/>
          </a:prstGeom>
          <a:solidFill>
            <a:schemeClr val="accent1">
              <a:lumMod val="40000"/>
              <a:lumOff val="60000"/>
            </a:schemeClr>
          </a:solidFill>
          <a:ln>
            <a:solidFill>
              <a:schemeClr val="tx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600" b="1">
                <a:latin typeface="Times New Roman" panose="02020603050405020304" pitchFamily="18" charset="0"/>
                <a:cs typeface="Times New Roman" panose="02020603050405020304" pitchFamily="18" charset="0"/>
              </a:rPr>
              <a:t>Nhược điểm</a:t>
            </a:r>
          </a:p>
        </p:txBody>
      </p:sp>
      <p:sp>
        <p:nvSpPr>
          <p:cNvPr id="318476" name="Rectangle 8"/>
          <p:cNvSpPr>
            <a:spLocks noChangeArrowheads="1"/>
          </p:cNvSpPr>
          <p:nvPr/>
        </p:nvSpPr>
        <p:spPr bwMode="auto">
          <a:xfrm>
            <a:off x="1493838" y="5454650"/>
            <a:ext cx="6938962"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0100">
              <a:defRPr>
                <a:solidFill>
                  <a:schemeClr val="tx1"/>
                </a:solidFill>
                <a:latin typeface="Calibri" panose="020F0502020204030204" pitchFamily="34" charset="0"/>
              </a:defRPr>
            </a:lvl1pPr>
            <a:lvl2pPr marL="742950" indent="-285750" defTabSz="800100">
              <a:defRPr>
                <a:solidFill>
                  <a:schemeClr val="tx1"/>
                </a:solidFill>
                <a:latin typeface="Calibri" panose="020F0502020204030204" pitchFamily="34" charset="0"/>
              </a:defRPr>
            </a:lvl2pPr>
            <a:lvl3pPr marL="1143000" indent="-228600" defTabSz="800100">
              <a:defRPr>
                <a:solidFill>
                  <a:schemeClr val="tx1"/>
                </a:solidFill>
                <a:latin typeface="Calibri" panose="020F0502020204030204" pitchFamily="34" charset="0"/>
              </a:defRPr>
            </a:lvl3pPr>
            <a:lvl4pPr marL="1600200" indent="-228600" defTabSz="800100">
              <a:defRPr>
                <a:solidFill>
                  <a:schemeClr val="tx1"/>
                </a:solidFill>
                <a:latin typeface="Calibri" panose="020F0502020204030204" pitchFamily="34" charset="0"/>
              </a:defRPr>
            </a:lvl4pPr>
            <a:lvl5pPr marL="2057400" indent="-228600" defTabSz="800100">
              <a:defRPr>
                <a:solidFill>
                  <a:schemeClr val="tx1"/>
                </a:solidFill>
                <a:latin typeface="Calibri" panose="020F0502020204030204" pitchFamily="34" charset="0"/>
              </a:defRPr>
            </a:lvl5pPr>
            <a:lvl6pPr marL="2514600" indent="-228600" defTabSz="800100" eaLnBrk="0" fontAlgn="base" hangingPunct="0">
              <a:spcBef>
                <a:spcPct val="0"/>
              </a:spcBef>
              <a:spcAft>
                <a:spcPct val="0"/>
              </a:spcAft>
              <a:defRPr>
                <a:solidFill>
                  <a:schemeClr val="tx1"/>
                </a:solidFill>
                <a:latin typeface="Calibri" panose="020F0502020204030204" pitchFamily="34" charset="0"/>
              </a:defRPr>
            </a:lvl6pPr>
            <a:lvl7pPr marL="2971800" indent="-228600" defTabSz="800100" eaLnBrk="0" fontAlgn="base" hangingPunct="0">
              <a:spcBef>
                <a:spcPct val="0"/>
              </a:spcBef>
              <a:spcAft>
                <a:spcPct val="0"/>
              </a:spcAft>
              <a:defRPr>
                <a:solidFill>
                  <a:schemeClr val="tx1"/>
                </a:solidFill>
                <a:latin typeface="Calibri" panose="020F0502020204030204" pitchFamily="34" charset="0"/>
              </a:defRPr>
            </a:lvl7pPr>
            <a:lvl8pPr marL="3429000" indent="-228600" defTabSz="800100" eaLnBrk="0" fontAlgn="base" hangingPunct="0">
              <a:spcBef>
                <a:spcPct val="0"/>
              </a:spcBef>
              <a:spcAft>
                <a:spcPct val="0"/>
              </a:spcAft>
              <a:defRPr>
                <a:solidFill>
                  <a:schemeClr val="tx1"/>
                </a:solidFill>
                <a:latin typeface="Calibri" panose="020F0502020204030204" pitchFamily="34" charset="0"/>
              </a:defRPr>
            </a:lvl8pPr>
            <a:lvl9pPr marL="3886200" indent="-228600" defTabSz="8001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ct val="35000"/>
              </a:spcAft>
            </a:pPr>
            <a:r>
              <a:rPr lang="en-US" altLang="en-US" sz="2800">
                <a:latin typeface="Times New Roman" panose="02020603050405020304" pitchFamily="18" charset="0"/>
                <a:cs typeface="Times New Roman" panose="02020603050405020304" pitchFamily="18" charset="0"/>
              </a:rPr>
              <a:t>Kết hợp nhiều dòng : xoay chiều và một chiều: </a:t>
            </a:r>
            <a:r>
              <a:rPr lang="en-US" altLang="en-US" sz="2800">
                <a:latin typeface="Times New Roman" panose="02020603050405020304" pitchFamily="18" charset="0"/>
                <a:cs typeface="Times New Roman" panose="02020603050405020304" pitchFamily="18" charset="0"/>
                <a:sym typeface="Wingdings" panose="05000000000000000000" pitchFamily="2" charset="2"/>
              </a:rPr>
              <a:t> phức tạp </a:t>
            </a: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Number Placeholder 6"/>
          <p:cNvSpPr>
            <a:spLocks noGrp="1" noChangeArrowheads="1"/>
          </p:cNvSpPr>
          <p:nvPr>
            <p:ph type="sldNum" sz="quarter" idx="12"/>
          </p:nvPr>
        </p:nvSpPr>
        <p:spPr bwMode="auto">
          <a:xfrm>
            <a:off x="8532813" y="61658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15D3BEA-11BD-4000-9D84-B43FDD5F63D2}" type="slidenum">
              <a:rPr lang="en-US" altLang="ru-RU">
                <a:solidFill>
                  <a:srgbClr val="FFFFFF"/>
                </a:solidFill>
                <a:latin typeface="Arial" panose="020B0604020202020204" pitchFamily="34" charset="0"/>
                <a:cs typeface="Arial" panose="020B0604020202020204" pitchFamily="34" charset="0"/>
              </a:rPr>
              <a:pPr/>
              <a:t>262</a:t>
            </a:fld>
            <a:endParaRPr lang="en-US" altLang="ru-RU">
              <a:solidFill>
                <a:srgbClr val="FFFFFF"/>
              </a:solidFill>
              <a:latin typeface="Arial" panose="020B0604020202020204" pitchFamily="34" charset="0"/>
              <a:cs typeface="Arial" panose="020B0604020202020204" pitchFamily="34" charset="0"/>
            </a:endParaRPr>
          </a:p>
        </p:txBody>
      </p:sp>
      <p:sp>
        <p:nvSpPr>
          <p:cNvPr id="10" name="Freeform 9"/>
          <p:cNvSpPr/>
          <p:nvPr/>
        </p:nvSpPr>
        <p:spPr>
          <a:xfrm>
            <a:off x="3477603" y="2492821"/>
            <a:ext cx="3451297" cy="2223541"/>
          </a:xfrm>
          <a:custGeom>
            <a:avLst/>
            <a:gdLst>
              <a:gd name="connsiteX0" fmla="*/ 0 w 1143000"/>
              <a:gd name="connsiteY0" fmla="*/ 571500 h 1143000"/>
              <a:gd name="connsiteX1" fmla="*/ 571500 w 1143000"/>
              <a:gd name="connsiteY1" fmla="*/ 0 h 1143000"/>
              <a:gd name="connsiteX2" fmla="*/ 1143000 w 1143000"/>
              <a:gd name="connsiteY2" fmla="*/ 571500 h 1143000"/>
              <a:gd name="connsiteX3" fmla="*/ 571500 w 1143000"/>
              <a:gd name="connsiteY3" fmla="*/ 1143000 h 1143000"/>
              <a:gd name="connsiteX4" fmla="*/ 0 w 1143000"/>
              <a:gd name="connsiteY4" fmla="*/ 5715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143000">
                <a:moveTo>
                  <a:pt x="0" y="571500"/>
                </a:moveTo>
                <a:cubicBezTo>
                  <a:pt x="0" y="255869"/>
                  <a:pt x="255869" y="0"/>
                  <a:pt x="571500" y="0"/>
                </a:cubicBezTo>
                <a:cubicBezTo>
                  <a:pt x="887131" y="0"/>
                  <a:pt x="1143000" y="255869"/>
                  <a:pt x="1143000" y="571500"/>
                </a:cubicBezTo>
                <a:cubicBezTo>
                  <a:pt x="1143000" y="887131"/>
                  <a:pt x="887131" y="1143000"/>
                  <a:pt x="571500" y="1143000"/>
                </a:cubicBezTo>
                <a:cubicBezTo>
                  <a:pt x="255869" y="1143000"/>
                  <a:pt x="0" y="887131"/>
                  <a:pt x="0" y="571500"/>
                </a:cubicBezTo>
                <a:close/>
              </a:path>
            </a:pathLst>
          </a:custGeom>
          <a:solidFill>
            <a:schemeClr val="accent6">
              <a:lumMod val="60000"/>
              <a:lumOff val="4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183898" tIns="183898" rIns="183898" bIns="183898" anchor="ctr"/>
          <a:lstStyle>
            <a:lvl1pPr defTabSz="577850">
              <a:defRPr>
                <a:solidFill>
                  <a:schemeClr val="tx1"/>
                </a:solidFill>
                <a:latin typeface="Calibri" panose="020F0502020204030204" pitchFamily="34" charset="0"/>
              </a:defRPr>
            </a:lvl1pPr>
            <a:lvl2pPr marL="742950" indent="-285750" defTabSz="577850">
              <a:defRPr>
                <a:solidFill>
                  <a:schemeClr val="tx1"/>
                </a:solidFill>
                <a:latin typeface="Calibri" panose="020F0502020204030204" pitchFamily="34" charset="0"/>
              </a:defRPr>
            </a:lvl2pPr>
            <a:lvl3pPr marL="1143000" indent="-228600" defTabSz="577850">
              <a:defRPr>
                <a:solidFill>
                  <a:schemeClr val="tx1"/>
                </a:solidFill>
                <a:latin typeface="Calibri" panose="020F0502020204030204" pitchFamily="34" charset="0"/>
              </a:defRPr>
            </a:lvl3pPr>
            <a:lvl4pPr marL="1600200" indent="-228600" defTabSz="577850">
              <a:defRPr>
                <a:solidFill>
                  <a:schemeClr val="tx1"/>
                </a:solidFill>
                <a:latin typeface="Calibri" panose="020F0502020204030204" pitchFamily="34" charset="0"/>
              </a:defRPr>
            </a:lvl4pPr>
            <a:lvl5pPr marL="2057400" indent="-228600" defTabSz="577850">
              <a:defRPr>
                <a:solidFill>
                  <a:schemeClr val="tx1"/>
                </a:solidFill>
                <a:latin typeface="Calibri" panose="020F0502020204030204" pitchFamily="34" charset="0"/>
              </a:defRPr>
            </a:lvl5pPr>
            <a:lvl6pPr marL="2514600" indent="-228600" defTabSz="577850" eaLnBrk="0" fontAlgn="base" hangingPunct="0">
              <a:spcBef>
                <a:spcPct val="0"/>
              </a:spcBef>
              <a:spcAft>
                <a:spcPct val="0"/>
              </a:spcAft>
              <a:defRPr>
                <a:solidFill>
                  <a:schemeClr val="tx1"/>
                </a:solidFill>
                <a:latin typeface="Calibri" panose="020F0502020204030204" pitchFamily="34" charset="0"/>
              </a:defRPr>
            </a:lvl6pPr>
            <a:lvl7pPr marL="2971800" indent="-228600" defTabSz="577850" eaLnBrk="0" fontAlgn="base" hangingPunct="0">
              <a:spcBef>
                <a:spcPct val="0"/>
              </a:spcBef>
              <a:spcAft>
                <a:spcPct val="0"/>
              </a:spcAft>
              <a:defRPr>
                <a:solidFill>
                  <a:schemeClr val="tx1"/>
                </a:solidFill>
                <a:latin typeface="Calibri" panose="020F0502020204030204" pitchFamily="34" charset="0"/>
              </a:defRPr>
            </a:lvl7pPr>
            <a:lvl8pPr marL="3429000" indent="-228600" defTabSz="577850" eaLnBrk="0" fontAlgn="base" hangingPunct="0">
              <a:spcBef>
                <a:spcPct val="0"/>
              </a:spcBef>
              <a:spcAft>
                <a:spcPct val="0"/>
              </a:spcAft>
              <a:defRPr>
                <a:solidFill>
                  <a:schemeClr val="tx1"/>
                </a:solidFill>
                <a:latin typeface="Calibri" panose="020F0502020204030204" pitchFamily="34" charset="0"/>
              </a:defRPr>
            </a:lvl8pPr>
            <a:lvl9pPr marL="3886200" indent="-228600" defTabSz="57785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pPr>
            <a:r>
              <a:rPr lang="en-US" sz="2800" b="1">
                <a:latin typeface="Times New Roman" panose="02020603050405020304" pitchFamily="18" charset="0"/>
                <a:cs typeface="Times New Roman" panose="02020603050405020304" pitchFamily="18" charset="0"/>
              </a:rPr>
              <a:t>Dòng dịch chuyển</a:t>
            </a:r>
          </a:p>
        </p:txBody>
      </p:sp>
      <p:sp>
        <p:nvSpPr>
          <p:cNvPr id="11" name="Freeform 10"/>
          <p:cNvSpPr/>
          <p:nvPr/>
        </p:nvSpPr>
        <p:spPr>
          <a:xfrm>
            <a:off x="5108001" y="1102803"/>
            <a:ext cx="3055172" cy="1642902"/>
          </a:xfrm>
          <a:custGeom>
            <a:avLst/>
            <a:gdLst>
              <a:gd name="connsiteX0" fmla="*/ 0 w 1143000"/>
              <a:gd name="connsiteY0" fmla="*/ 571500 h 1143000"/>
              <a:gd name="connsiteX1" fmla="*/ 571500 w 1143000"/>
              <a:gd name="connsiteY1" fmla="*/ 0 h 1143000"/>
              <a:gd name="connsiteX2" fmla="*/ 1143000 w 1143000"/>
              <a:gd name="connsiteY2" fmla="*/ 571500 h 1143000"/>
              <a:gd name="connsiteX3" fmla="*/ 571500 w 1143000"/>
              <a:gd name="connsiteY3" fmla="*/ 1143000 h 1143000"/>
              <a:gd name="connsiteX4" fmla="*/ 0 w 1143000"/>
              <a:gd name="connsiteY4" fmla="*/ 5715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143000">
                <a:moveTo>
                  <a:pt x="0" y="571500"/>
                </a:moveTo>
                <a:cubicBezTo>
                  <a:pt x="0" y="255869"/>
                  <a:pt x="255869" y="0"/>
                  <a:pt x="571500" y="0"/>
                </a:cubicBezTo>
                <a:cubicBezTo>
                  <a:pt x="887131" y="0"/>
                  <a:pt x="1143000" y="255869"/>
                  <a:pt x="1143000" y="571500"/>
                </a:cubicBezTo>
                <a:cubicBezTo>
                  <a:pt x="1143000" y="887131"/>
                  <a:pt x="887131" y="1143000"/>
                  <a:pt x="571500" y="1143000"/>
                </a:cubicBezTo>
                <a:cubicBezTo>
                  <a:pt x="255869" y="1143000"/>
                  <a:pt x="0" y="887131"/>
                  <a:pt x="0" y="571500"/>
                </a:cubicBezTo>
                <a:close/>
              </a:path>
            </a:pathLst>
          </a:custGeom>
          <a:solidFill>
            <a:schemeClr val="accent2">
              <a:lumMod val="20000"/>
              <a:lumOff val="8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183898" tIns="183898" rIns="183898" bIns="183898" anchor="ctr"/>
          <a:lstStyle>
            <a:lvl1pPr defTabSz="577850">
              <a:defRPr>
                <a:solidFill>
                  <a:schemeClr val="tx1"/>
                </a:solidFill>
                <a:latin typeface="Calibri" panose="020F0502020204030204" pitchFamily="34" charset="0"/>
              </a:defRPr>
            </a:lvl1pPr>
            <a:lvl2pPr marL="742950" indent="-285750" defTabSz="577850">
              <a:defRPr>
                <a:solidFill>
                  <a:schemeClr val="tx1"/>
                </a:solidFill>
                <a:latin typeface="Calibri" panose="020F0502020204030204" pitchFamily="34" charset="0"/>
              </a:defRPr>
            </a:lvl2pPr>
            <a:lvl3pPr marL="1143000" indent="-228600" defTabSz="577850">
              <a:defRPr>
                <a:solidFill>
                  <a:schemeClr val="tx1"/>
                </a:solidFill>
                <a:latin typeface="Calibri" panose="020F0502020204030204" pitchFamily="34" charset="0"/>
              </a:defRPr>
            </a:lvl3pPr>
            <a:lvl4pPr marL="1600200" indent="-228600" defTabSz="577850">
              <a:defRPr>
                <a:solidFill>
                  <a:schemeClr val="tx1"/>
                </a:solidFill>
                <a:latin typeface="Calibri" panose="020F0502020204030204" pitchFamily="34" charset="0"/>
              </a:defRPr>
            </a:lvl4pPr>
            <a:lvl5pPr marL="2057400" indent="-228600" defTabSz="577850">
              <a:defRPr>
                <a:solidFill>
                  <a:schemeClr val="tx1"/>
                </a:solidFill>
                <a:latin typeface="Calibri" panose="020F0502020204030204" pitchFamily="34" charset="0"/>
              </a:defRPr>
            </a:lvl5pPr>
            <a:lvl6pPr marL="2514600" indent="-228600" defTabSz="577850" eaLnBrk="0" fontAlgn="base" hangingPunct="0">
              <a:spcBef>
                <a:spcPct val="0"/>
              </a:spcBef>
              <a:spcAft>
                <a:spcPct val="0"/>
              </a:spcAft>
              <a:defRPr>
                <a:solidFill>
                  <a:schemeClr val="tx1"/>
                </a:solidFill>
                <a:latin typeface="Calibri" panose="020F0502020204030204" pitchFamily="34" charset="0"/>
              </a:defRPr>
            </a:lvl6pPr>
            <a:lvl7pPr marL="2971800" indent="-228600" defTabSz="577850" eaLnBrk="0" fontAlgn="base" hangingPunct="0">
              <a:spcBef>
                <a:spcPct val="0"/>
              </a:spcBef>
              <a:spcAft>
                <a:spcPct val="0"/>
              </a:spcAft>
              <a:defRPr>
                <a:solidFill>
                  <a:schemeClr val="tx1"/>
                </a:solidFill>
                <a:latin typeface="Calibri" panose="020F0502020204030204" pitchFamily="34" charset="0"/>
              </a:defRPr>
            </a:lvl7pPr>
            <a:lvl8pPr marL="3429000" indent="-228600" defTabSz="577850" eaLnBrk="0" fontAlgn="base" hangingPunct="0">
              <a:spcBef>
                <a:spcPct val="0"/>
              </a:spcBef>
              <a:spcAft>
                <a:spcPct val="0"/>
              </a:spcAft>
              <a:defRPr>
                <a:solidFill>
                  <a:schemeClr val="tx1"/>
                </a:solidFill>
                <a:latin typeface="Calibri" panose="020F0502020204030204" pitchFamily="34" charset="0"/>
              </a:defRPr>
            </a:lvl8pPr>
            <a:lvl9pPr marL="3886200" indent="-228600" defTabSz="57785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pPr>
            <a:r>
              <a:rPr lang="en-US" sz="2800" b="1">
                <a:latin typeface="Times New Roman" panose="02020603050405020304" pitchFamily="18" charset="0"/>
                <a:cs typeface="Times New Roman" panose="02020603050405020304" pitchFamily="18" charset="0"/>
              </a:rPr>
              <a:t>Dòng tụ điện</a:t>
            </a:r>
          </a:p>
        </p:txBody>
      </p:sp>
      <p:sp>
        <p:nvSpPr>
          <p:cNvPr id="12" name="Freeform 11"/>
          <p:cNvSpPr/>
          <p:nvPr/>
        </p:nvSpPr>
        <p:spPr>
          <a:xfrm>
            <a:off x="2224957" y="1204275"/>
            <a:ext cx="3264044" cy="1648919"/>
          </a:xfrm>
          <a:custGeom>
            <a:avLst/>
            <a:gdLst>
              <a:gd name="connsiteX0" fmla="*/ 0 w 1143000"/>
              <a:gd name="connsiteY0" fmla="*/ 571500 h 1143000"/>
              <a:gd name="connsiteX1" fmla="*/ 571500 w 1143000"/>
              <a:gd name="connsiteY1" fmla="*/ 0 h 1143000"/>
              <a:gd name="connsiteX2" fmla="*/ 1143000 w 1143000"/>
              <a:gd name="connsiteY2" fmla="*/ 571500 h 1143000"/>
              <a:gd name="connsiteX3" fmla="*/ 571500 w 1143000"/>
              <a:gd name="connsiteY3" fmla="*/ 1143000 h 1143000"/>
              <a:gd name="connsiteX4" fmla="*/ 0 w 1143000"/>
              <a:gd name="connsiteY4" fmla="*/ 5715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143000">
                <a:moveTo>
                  <a:pt x="0" y="571500"/>
                </a:moveTo>
                <a:cubicBezTo>
                  <a:pt x="0" y="255869"/>
                  <a:pt x="255869" y="0"/>
                  <a:pt x="571500" y="0"/>
                </a:cubicBezTo>
                <a:cubicBezTo>
                  <a:pt x="887131" y="0"/>
                  <a:pt x="1143000" y="255869"/>
                  <a:pt x="1143000" y="571500"/>
                </a:cubicBezTo>
                <a:cubicBezTo>
                  <a:pt x="1143000" y="887131"/>
                  <a:pt x="887131" y="1143000"/>
                  <a:pt x="571500" y="1143000"/>
                </a:cubicBezTo>
                <a:cubicBezTo>
                  <a:pt x="255869" y="1143000"/>
                  <a:pt x="0" y="887131"/>
                  <a:pt x="0" y="571500"/>
                </a:cubicBezTo>
                <a:close/>
              </a:path>
            </a:pathLst>
          </a:custGeom>
          <a:solidFill>
            <a:schemeClr val="accent3">
              <a:lumMod val="20000"/>
              <a:lumOff val="8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183898" tIns="183898" rIns="183898" bIns="183898" anchor="ctr"/>
          <a:lstStyle>
            <a:lvl1pPr defTabSz="577850">
              <a:defRPr>
                <a:solidFill>
                  <a:schemeClr val="tx1"/>
                </a:solidFill>
                <a:latin typeface="Calibri" panose="020F0502020204030204" pitchFamily="34" charset="0"/>
              </a:defRPr>
            </a:lvl1pPr>
            <a:lvl2pPr marL="742950" indent="-285750" defTabSz="577850">
              <a:defRPr>
                <a:solidFill>
                  <a:schemeClr val="tx1"/>
                </a:solidFill>
                <a:latin typeface="Calibri" panose="020F0502020204030204" pitchFamily="34" charset="0"/>
              </a:defRPr>
            </a:lvl2pPr>
            <a:lvl3pPr marL="1143000" indent="-228600" defTabSz="577850">
              <a:defRPr>
                <a:solidFill>
                  <a:schemeClr val="tx1"/>
                </a:solidFill>
                <a:latin typeface="Calibri" panose="020F0502020204030204" pitchFamily="34" charset="0"/>
              </a:defRPr>
            </a:lvl3pPr>
            <a:lvl4pPr marL="1600200" indent="-228600" defTabSz="577850">
              <a:defRPr>
                <a:solidFill>
                  <a:schemeClr val="tx1"/>
                </a:solidFill>
                <a:latin typeface="Calibri" panose="020F0502020204030204" pitchFamily="34" charset="0"/>
              </a:defRPr>
            </a:lvl4pPr>
            <a:lvl5pPr marL="2057400" indent="-228600" defTabSz="577850">
              <a:defRPr>
                <a:solidFill>
                  <a:schemeClr val="tx1"/>
                </a:solidFill>
                <a:latin typeface="Calibri" panose="020F0502020204030204" pitchFamily="34" charset="0"/>
              </a:defRPr>
            </a:lvl5pPr>
            <a:lvl6pPr marL="2514600" indent="-228600" defTabSz="577850" eaLnBrk="0" fontAlgn="base" hangingPunct="0">
              <a:spcBef>
                <a:spcPct val="0"/>
              </a:spcBef>
              <a:spcAft>
                <a:spcPct val="0"/>
              </a:spcAft>
              <a:defRPr>
                <a:solidFill>
                  <a:schemeClr val="tx1"/>
                </a:solidFill>
                <a:latin typeface="Calibri" panose="020F0502020204030204" pitchFamily="34" charset="0"/>
              </a:defRPr>
            </a:lvl6pPr>
            <a:lvl7pPr marL="2971800" indent="-228600" defTabSz="577850" eaLnBrk="0" fontAlgn="base" hangingPunct="0">
              <a:spcBef>
                <a:spcPct val="0"/>
              </a:spcBef>
              <a:spcAft>
                <a:spcPct val="0"/>
              </a:spcAft>
              <a:defRPr>
                <a:solidFill>
                  <a:schemeClr val="tx1"/>
                </a:solidFill>
                <a:latin typeface="Calibri" panose="020F0502020204030204" pitchFamily="34" charset="0"/>
              </a:defRPr>
            </a:lvl7pPr>
            <a:lvl8pPr marL="3429000" indent="-228600" defTabSz="577850" eaLnBrk="0" fontAlgn="base" hangingPunct="0">
              <a:spcBef>
                <a:spcPct val="0"/>
              </a:spcBef>
              <a:spcAft>
                <a:spcPct val="0"/>
              </a:spcAft>
              <a:defRPr>
                <a:solidFill>
                  <a:schemeClr val="tx1"/>
                </a:solidFill>
                <a:latin typeface="Calibri" panose="020F0502020204030204" pitchFamily="34" charset="0"/>
              </a:defRPr>
            </a:lvl8pPr>
            <a:lvl9pPr marL="3886200" indent="-228600" defTabSz="57785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defRPr/>
            </a:pPr>
            <a:r>
              <a:rPr lang="en-US" sz="2800" b="1" smtClean="0">
                <a:latin typeface="Times New Roman" panose="02020603050405020304" pitchFamily="18" charset="0"/>
                <a:cs typeface="Times New Roman" panose="02020603050405020304" pitchFamily="18" charset="0"/>
              </a:rPr>
              <a:t>Dòng Faraday</a:t>
            </a:r>
          </a:p>
        </p:txBody>
      </p:sp>
      <p:sp>
        <p:nvSpPr>
          <p:cNvPr id="13" name="Shape 12"/>
          <p:cNvSpPr/>
          <p:nvPr/>
        </p:nvSpPr>
        <p:spPr>
          <a:xfrm>
            <a:off x="1050349" y="836712"/>
            <a:ext cx="7410083" cy="5328592"/>
          </a:xfrm>
          <a:prstGeom prst="funnel">
            <a:avLst/>
          </a:prstGeom>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hueOff val="0"/>
              <a:satOff val="0"/>
              <a:lumOff val="0"/>
              <a:alphaOff val="0"/>
            </a:schemeClr>
          </a:lnRef>
          <a:fillRef idx="1">
            <a:schemeClr val="lt1">
              <a:alpha val="40000"/>
              <a:hueOff val="0"/>
              <a:satOff val="0"/>
              <a:lumOff val="0"/>
              <a:alphaOff val="0"/>
            </a:schemeClr>
          </a:fillRef>
          <a:effectRef idx="1">
            <a:schemeClr val="lt1">
              <a:alpha val="40000"/>
              <a:hueOff val="0"/>
              <a:satOff val="0"/>
              <a:lumOff val="0"/>
              <a:alphaOff val="0"/>
            </a:schemeClr>
          </a:effectRef>
          <a:fontRef idx="minor">
            <a:schemeClr val="dk1">
              <a:hueOff val="0"/>
              <a:satOff val="0"/>
              <a:lumOff val="0"/>
              <a:alphaOff val="0"/>
            </a:schemeClr>
          </a:fontRef>
        </p:style>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arn(inVertical)">
                                      <p:cBhvr>
                                        <p:cTn id="11" dur="500"/>
                                        <p:tgtEl>
                                          <p:spTgt spid="12"/>
                                        </p:tgtEl>
                                      </p:cBhvr>
                                    </p:animEffect>
                                  </p:childTnLst>
                                </p:cTn>
                              </p:par>
                            </p:childTnLst>
                          </p:cTn>
                        </p:par>
                        <p:par>
                          <p:cTn id="12" fill="hold" nodeType="afterGroup">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par>
                          <p:cTn id="16" fill="hold" nodeType="afterGroup">
                            <p:stCondLst>
                              <p:cond delay="1500"/>
                            </p:stCondLst>
                            <p:childTnLst>
                              <p:par>
                                <p:cTn id="17" presetID="16" presetClass="entr" presetSubtype="21"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1043608" y="4437112"/>
            <a:ext cx="8100391" cy="1656184"/>
          </a:xfrm>
          <a:custGeom>
            <a:avLst/>
            <a:gdLst>
              <a:gd name="connsiteX0" fmla="*/ 0 w 1143000"/>
              <a:gd name="connsiteY0" fmla="*/ 571500 h 1143000"/>
              <a:gd name="connsiteX1" fmla="*/ 571500 w 1143000"/>
              <a:gd name="connsiteY1" fmla="*/ 0 h 1143000"/>
              <a:gd name="connsiteX2" fmla="*/ 1143000 w 1143000"/>
              <a:gd name="connsiteY2" fmla="*/ 571500 h 1143000"/>
              <a:gd name="connsiteX3" fmla="*/ 571500 w 1143000"/>
              <a:gd name="connsiteY3" fmla="*/ 1143000 h 1143000"/>
              <a:gd name="connsiteX4" fmla="*/ 0 w 1143000"/>
              <a:gd name="connsiteY4" fmla="*/ 5715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143000">
                <a:moveTo>
                  <a:pt x="0" y="571500"/>
                </a:moveTo>
                <a:cubicBezTo>
                  <a:pt x="0" y="255869"/>
                  <a:pt x="255869" y="0"/>
                  <a:pt x="571500" y="0"/>
                </a:cubicBezTo>
                <a:cubicBezTo>
                  <a:pt x="887131" y="0"/>
                  <a:pt x="1143000" y="255869"/>
                  <a:pt x="1143000" y="571500"/>
                </a:cubicBezTo>
                <a:cubicBezTo>
                  <a:pt x="1143000" y="887131"/>
                  <a:pt x="887131" y="1143000"/>
                  <a:pt x="571500" y="1143000"/>
                </a:cubicBezTo>
                <a:cubicBezTo>
                  <a:pt x="255869" y="1143000"/>
                  <a:pt x="0" y="887131"/>
                  <a:pt x="0" y="571500"/>
                </a:cubicBezTo>
                <a:close/>
              </a:path>
            </a:pathLst>
          </a:custGeom>
          <a:solidFill>
            <a:schemeClr val="accent6">
              <a:lumMod val="40000"/>
              <a:lumOff val="6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183898" tIns="183898" rIns="183898" bIns="183898" anchor="ctr"/>
          <a:lstStyle>
            <a:lvl1pPr defTabSz="577850">
              <a:defRPr>
                <a:solidFill>
                  <a:schemeClr val="tx1"/>
                </a:solidFill>
                <a:latin typeface="Calibri" panose="020F0502020204030204" pitchFamily="34" charset="0"/>
              </a:defRPr>
            </a:lvl1pPr>
            <a:lvl2pPr marL="742950" indent="-285750" defTabSz="577850">
              <a:defRPr>
                <a:solidFill>
                  <a:schemeClr val="tx1"/>
                </a:solidFill>
                <a:latin typeface="Calibri" panose="020F0502020204030204" pitchFamily="34" charset="0"/>
              </a:defRPr>
            </a:lvl2pPr>
            <a:lvl3pPr marL="1143000" indent="-228600" defTabSz="577850">
              <a:defRPr>
                <a:solidFill>
                  <a:schemeClr val="tx1"/>
                </a:solidFill>
                <a:latin typeface="Calibri" panose="020F0502020204030204" pitchFamily="34" charset="0"/>
              </a:defRPr>
            </a:lvl3pPr>
            <a:lvl4pPr marL="1600200" indent="-228600" defTabSz="577850">
              <a:defRPr>
                <a:solidFill>
                  <a:schemeClr val="tx1"/>
                </a:solidFill>
                <a:latin typeface="Calibri" panose="020F0502020204030204" pitchFamily="34" charset="0"/>
              </a:defRPr>
            </a:lvl4pPr>
            <a:lvl5pPr marL="2057400" indent="-228600" defTabSz="577850">
              <a:defRPr>
                <a:solidFill>
                  <a:schemeClr val="tx1"/>
                </a:solidFill>
                <a:latin typeface="Calibri" panose="020F0502020204030204" pitchFamily="34" charset="0"/>
              </a:defRPr>
            </a:lvl5pPr>
            <a:lvl6pPr marL="2514600" indent="-228600" defTabSz="577850" eaLnBrk="0" fontAlgn="base" hangingPunct="0">
              <a:spcBef>
                <a:spcPct val="0"/>
              </a:spcBef>
              <a:spcAft>
                <a:spcPct val="0"/>
              </a:spcAft>
              <a:defRPr>
                <a:solidFill>
                  <a:schemeClr val="tx1"/>
                </a:solidFill>
                <a:latin typeface="Calibri" panose="020F0502020204030204" pitchFamily="34" charset="0"/>
              </a:defRPr>
            </a:lvl6pPr>
            <a:lvl7pPr marL="2971800" indent="-228600" defTabSz="577850" eaLnBrk="0" fontAlgn="base" hangingPunct="0">
              <a:spcBef>
                <a:spcPct val="0"/>
              </a:spcBef>
              <a:spcAft>
                <a:spcPct val="0"/>
              </a:spcAft>
              <a:defRPr>
                <a:solidFill>
                  <a:schemeClr val="tx1"/>
                </a:solidFill>
                <a:latin typeface="Calibri" panose="020F0502020204030204" pitchFamily="34" charset="0"/>
              </a:defRPr>
            </a:lvl7pPr>
            <a:lvl8pPr marL="3429000" indent="-228600" defTabSz="577850" eaLnBrk="0" fontAlgn="base" hangingPunct="0">
              <a:spcBef>
                <a:spcPct val="0"/>
              </a:spcBef>
              <a:spcAft>
                <a:spcPct val="0"/>
              </a:spcAft>
              <a:defRPr>
                <a:solidFill>
                  <a:schemeClr val="tx1"/>
                </a:solidFill>
                <a:latin typeface="Calibri" panose="020F0502020204030204" pitchFamily="34" charset="0"/>
              </a:defRPr>
            </a:lvl8pPr>
            <a:lvl9pPr marL="3886200" indent="-228600" defTabSz="57785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pPr>
            <a:r>
              <a:rPr lang="en-US" sz="2400">
                <a:latin typeface="Arial" panose="020B0604020202020204" pitchFamily="34" charset="0"/>
                <a:cs typeface="Arial" panose="020B0604020202020204" pitchFamily="34" charset="0"/>
              </a:rPr>
              <a:t>Dòng dịch chuyển do sự di chuyển của ion đến </a:t>
            </a:r>
          </a:p>
          <a:p>
            <a:pPr algn="ctr" eaLnBrk="1" hangingPunct="1">
              <a:lnSpc>
                <a:spcPct val="90000"/>
              </a:lnSpc>
              <a:spcAft>
                <a:spcPct val="35000"/>
              </a:spcAft>
            </a:pPr>
            <a:r>
              <a:rPr lang="en-US" sz="2400">
                <a:latin typeface="Arial" panose="020B0604020202020204" pitchFamily="34" charset="0"/>
                <a:cs typeface="Arial" panose="020B0604020202020204" pitchFamily="34" charset="0"/>
              </a:rPr>
              <a:t>điện cực nhưng không tham gia phản ứng điện cực</a:t>
            </a:r>
          </a:p>
        </p:txBody>
      </p:sp>
      <p:sp>
        <p:nvSpPr>
          <p:cNvPr id="3" name="Freeform 2"/>
          <p:cNvSpPr/>
          <p:nvPr/>
        </p:nvSpPr>
        <p:spPr>
          <a:xfrm>
            <a:off x="827584" y="2420888"/>
            <a:ext cx="7992888" cy="1800200"/>
          </a:xfrm>
          <a:custGeom>
            <a:avLst/>
            <a:gdLst>
              <a:gd name="connsiteX0" fmla="*/ 0 w 1143000"/>
              <a:gd name="connsiteY0" fmla="*/ 571500 h 1143000"/>
              <a:gd name="connsiteX1" fmla="*/ 571500 w 1143000"/>
              <a:gd name="connsiteY1" fmla="*/ 0 h 1143000"/>
              <a:gd name="connsiteX2" fmla="*/ 1143000 w 1143000"/>
              <a:gd name="connsiteY2" fmla="*/ 571500 h 1143000"/>
              <a:gd name="connsiteX3" fmla="*/ 571500 w 1143000"/>
              <a:gd name="connsiteY3" fmla="*/ 1143000 h 1143000"/>
              <a:gd name="connsiteX4" fmla="*/ 0 w 1143000"/>
              <a:gd name="connsiteY4" fmla="*/ 5715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143000">
                <a:moveTo>
                  <a:pt x="0" y="571500"/>
                </a:moveTo>
                <a:cubicBezTo>
                  <a:pt x="0" y="255869"/>
                  <a:pt x="255869" y="0"/>
                  <a:pt x="571500" y="0"/>
                </a:cubicBezTo>
                <a:cubicBezTo>
                  <a:pt x="887131" y="0"/>
                  <a:pt x="1143000" y="255869"/>
                  <a:pt x="1143000" y="571500"/>
                </a:cubicBezTo>
                <a:cubicBezTo>
                  <a:pt x="1143000" y="887131"/>
                  <a:pt x="887131" y="1143000"/>
                  <a:pt x="571500" y="1143000"/>
                </a:cubicBezTo>
                <a:cubicBezTo>
                  <a:pt x="255869" y="1143000"/>
                  <a:pt x="0" y="887131"/>
                  <a:pt x="0" y="571500"/>
                </a:cubicBezTo>
                <a:close/>
              </a:path>
            </a:pathLst>
          </a:custGeom>
          <a:solidFill>
            <a:schemeClr val="accent2">
              <a:lumMod val="20000"/>
              <a:lumOff val="8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183898" tIns="183898" rIns="183898" bIns="183898" anchor="ctr"/>
          <a:lstStyle>
            <a:lvl1pPr defTabSz="577850">
              <a:defRPr>
                <a:solidFill>
                  <a:schemeClr val="tx1"/>
                </a:solidFill>
                <a:latin typeface="Calibri" panose="020F0502020204030204" pitchFamily="34" charset="0"/>
              </a:defRPr>
            </a:lvl1pPr>
            <a:lvl2pPr marL="742950" indent="-285750" defTabSz="577850">
              <a:defRPr>
                <a:solidFill>
                  <a:schemeClr val="tx1"/>
                </a:solidFill>
                <a:latin typeface="Calibri" panose="020F0502020204030204" pitchFamily="34" charset="0"/>
              </a:defRPr>
            </a:lvl2pPr>
            <a:lvl3pPr marL="1143000" indent="-228600" defTabSz="577850">
              <a:defRPr>
                <a:solidFill>
                  <a:schemeClr val="tx1"/>
                </a:solidFill>
                <a:latin typeface="Calibri" panose="020F0502020204030204" pitchFamily="34" charset="0"/>
              </a:defRPr>
            </a:lvl3pPr>
            <a:lvl4pPr marL="1600200" indent="-228600" defTabSz="577850">
              <a:defRPr>
                <a:solidFill>
                  <a:schemeClr val="tx1"/>
                </a:solidFill>
                <a:latin typeface="Calibri" panose="020F0502020204030204" pitchFamily="34" charset="0"/>
              </a:defRPr>
            </a:lvl4pPr>
            <a:lvl5pPr marL="2057400" indent="-228600" defTabSz="577850">
              <a:defRPr>
                <a:solidFill>
                  <a:schemeClr val="tx1"/>
                </a:solidFill>
                <a:latin typeface="Calibri" panose="020F0502020204030204" pitchFamily="34" charset="0"/>
              </a:defRPr>
            </a:lvl5pPr>
            <a:lvl6pPr marL="2514600" indent="-228600" defTabSz="577850" eaLnBrk="0" fontAlgn="base" hangingPunct="0">
              <a:spcBef>
                <a:spcPct val="0"/>
              </a:spcBef>
              <a:spcAft>
                <a:spcPct val="0"/>
              </a:spcAft>
              <a:defRPr>
                <a:solidFill>
                  <a:schemeClr val="tx1"/>
                </a:solidFill>
                <a:latin typeface="Calibri" panose="020F0502020204030204" pitchFamily="34" charset="0"/>
              </a:defRPr>
            </a:lvl6pPr>
            <a:lvl7pPr marL="2971800" indent="-228600" defTabSz="577850" eaLnBrk="0" fontAlgn="base" hangingPunct="0">
              <a:spcBef>
                <a:spcPct val="0"/>
              </a:spcBef>
              <a:spcAft>
                <a:spcPct val="0"/>
              </a:spcAft>
              <a:defRPr>
                <a:solidFill>
                  <a:schemeClr val="tx1"/>
                </a:solidFill>
                <a:latin typeface="Calibri" panose="020F0502020204030204" pitchFamily="34" charset="0"/>
              </a:defRPr>
            </a:lvl7pPr>
            <a:lvl8pPr marL="3429000" indent="-228600" defTabSz="577850" eaLnBrk="0" fontAlgn="base" hangingPunct="0">
              <a:spcBef>
                <a:spcPct val="0"/>
              </a:spcBef>
              <a:spcAft>
                <a:spcPct val="0"/>
              </a:spcAft>
              <a:defRPr>
                <a:solidFill>
                  <a:schemeClr val="tx1"/>
                </a:solidFill>
                <a:latin typeface="Calibri" panose="020F0502020204030204" pitchFamily="34" charset="0"/>
              </a:defRPr>
            </a:lvl8pPr>
            <a:lvl9pPr marL="3886200" indent="-228600" defTabSz="57785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defRPr/>
            </a:pPr>
            <a:r>
              <a:rPr lang="en-US" sz="2200" smtClean="0">
                <a:latin typeface="Arial" panose="020B0604020202020204" pitchFamily="34" charset="0"/>
                <a:cs typeface="Arial" panose="020B0604020202020204" pitchFamily="34" charset="0"/>
              </a:rPr>
              <a:t>Dòng tụ điện: dòng không Faraday do xuất hiện lớp </a:t>
            </a:r>
          </a:p>
          <a:p>
            <a:pPr algn="ctr" eaLnBrk="1" hangingPunct="1">
              <a:lnSpc>
                <a:spcPct val="90000"/>
              </a:lnSpc>
              <a:spcAft>
                <a:spcPct val="35000"/>
              </a:spcAft>
              <a:defRPr/>
            </a:pPr>
            <a:r>
              <a:rPr lang="en-US" sz="2200" smtClean="0">
                <a:latin typeface="Arial" panose="020B0604020202020204" pitchFamily="34" charset="0"/>
                <a:cs typeface="Arial" panose="020B0604020202020204" pitchFamily="34" charset="0"/>
              </a:rPr>
              <a:t>điện kép từ các tạp chất bị khử trên điện cực, tiêu thụ lượng điện khi áp thế vào 2 điện cực (dòng dư) </a:t>
            </a:r>
          </a:p>
        </p:txBody>
      </p:sp>
      <p:sp>
        <p:nvSpPr>
          <p:cNvPr id="4" name="Freeform 3"/>
          <p:cNvSpPr/>
          <p:nvPr/>
        </p:nvSpPr>
        <p:spPr>
          <a:xfrm>
            <a:off x="1043609" y="665200"/>
            <a:ext cx="8100390" cy="1648919"/>
          </a:xfrm>
          <a:custGeom>
            <a:avLst/>
            <a:gdLst>
              <a:gd name="connsiteX0" fmla="*/ 0 w 1143000"/>
              <a:gd name="connsiteY0" fmla="*/ 571500 h 1143000"/>
              <a:gd name="connsiteX1" fmla="*/ 571500 w 1143000"/>
              <a:gd name="connsiteY1" fmla="*/ 0 h 1143000"/>
              <a:gd name="connsiteX2" fmla="*/ 1143000 w 1143000"/>
              <a:gd name="connsiteY2" fmla="*/ 571500 h 1143000"/>
              <a:gd name="connsiteX3" fmla="*/ 571500 w 1143000"/>
              <a:gd name="connsiteY3" fmla="*/ 1143000 h 1143000"/>
              <a:gd name="connsiteX4" fmla="*/ 0 w 1143000"/>
              <a:gd name="connsiteY4" fmla="*/ 5715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143000">
                <a:moveTo>
                  <a:pt x="0" y="571500"/>
                </a:moveTo>
                <a:cubicBezTo>
                  <a:pt x="0" y="255869"/>
                  <a:pt x="255869" y="0"/>
                  <a:pt x="571500" y="0"/>
                </a:cubicBezTo>
                <a:cubicBezTo>
                  <a:pt x="887131" y="0"/>
                  <a:pt x="1143000" y="255869"/>
                  <a:pt x="1143000" y="571500"/>
                </a:cubicBezTo>
                <a:cubicBezTo>
                  <a:pt x="1143000" y="887131"/>
                  <a:pt x="887131" y="1143000"/>
                  <a:pt x="571500" y="1143000"/>
                </a:cubicBezTo>
                <a:cubicBezTo>
                  <a:pt x="255869" y="1143000"/>
                  <a:pt x="0" y="887131"/>
                  <a:pt x="0" y="571500"/>
                </a:cubicBezTo>
                <a:close/>
              </a:path>
            </a:pathLst>
          </a:custGeom>
          <a:solidFill>
            <a:schemeClr val="accent3">
              <a:lumMod val="20000"/>
              <a:lumOff val="8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183898" tIns="183898" rIns="183898" bIns="183898" anchor="ctr"/>
          <a:lstStyle>
            <a:lvl1pPr defTabSz="577850">
              <a:defRPr>
                <a:solidFill>
                  <a:schemeClr val="tx1"/>
                </a:solidFill>
                <a:latin typeface="Calibri" panose="020F0502020204030204" pitchFamily="34" charset="0"/>
              </a:defRPr>
            </a:lvl1pPr>
            <a:lvl2pPr marL="742950" indent="-285750" defTabSz="577850">
              <a:defRPr>
                <a:solidFill>
                  <a:schemeClr val="tx1"/>
                </a:solidFill>
                <a:latin typeface="Calibri" panose="020F0502020204030204" pitchFamily="34" charset="0"/>
              </a:defRPr>
            </a:lvl2pPr>
            <a:lvl3pPr marL="1143000" indent="-228600" defTabSz="577850">
              <a:defRPr>
                <a:solidFill>
                  <a:schemeClr val="tx1"/>
                </a:solidFill>
                <a:latin typeface="Calibri" panose="020F0502020204030204" pitchFamily="34" charset="0"/>
              </a:defRPr>
            </a:lvl3pPr>
            <a:lvl4pPr marL="1600200" indent="-228600" defTabSz="577850">
              <a:defRPr>
                <a:solidFill>
                  <a:schemeClr val="tx1"/>
                </a:solidFill>
                <a:latin typeface="Calibri" panose="020F0502020204030204" pitchFamily="34" charset="0"/>
              </a:defRPr>
            </a:lvl4pPr>
            <a:lvl5pPr marL="2057400" indent="-228600" defTabSz="577850">
              <a:defRPr>
                <a:solidFill>
                  <a:schemeClr val="tx1"/>
                </a:solidFill>
                <a:latin typeface="Calibri" panose="020F0502020204030204" pitchFamily="34" charset="0"/>
              </a:defRPr>
            </a:lvl5pPr>
            <a:lvl6pPr marL="2514600" indent="-228600" defTabSz="577850" eaLnBrk="0" fontAlgn="base" hangingPunct="0">
              <a:spcBef>
                <a:spcPct val="0"/>
              </a:spcBef>
              <a:spcAft>
                <a:spcPct val="0"/>
              </a:spcAft>
              <a:defRPr>
                <a:solidFill>
                  <a:schemeClr val="tx1"/>
                </a:solidFill>
                <a:latin typeface="Calibri" panose="020F0502020204030204" pitchFamily="34" charset="0"/>
              </a:defRPr>
            </a:lvl6pPr>
            <a:lvl7pPr marL="2971800" indent="-228600" defTabSz="577850" eaLnBrk="0" fontAlgn="base" hangingPunct="0">
              <a:spcBef>
                <a:spcPct val="0"/>
              </a:spcBef>
              <a:spcAft>
                <a:spcPct val="0"/>
              </a:spcAft>
              <a:defRPr>
                <a:solidFill>
                  <a:schemeClr val="tx1"/>
                </a:solidFill>
                <a:latin typeface="Calibri" panose="020F0502020204030204" pitchFamily="34" charset="0"/>
              </a:defRPr>
            </a:lvl7pPr>
            <a:lvl8pPr marL="3429000" indent="-228600" defTabSz="577850" eaLnBrk="0" fontAlgn="base" hangingPunct="0">
              <a:spcBef>
                <a:spcPct val="0"/>
              </a:spcBef>
              <a:spcAft>
                <a:spcPct val="0"/>
              </a:spcAft>
              <a:defRPr>
                <a:solidFill>
                  <a:schemeClr val="tx1"/>
                </a:solidFill>
                <a:latin typeface="Calibri" panose="020F0502020204030204" pitchFamily="34" charset="0"/>
              </a:defRPr>
            </a:lvl8pPr>
            <a:lvl9pPr marL="3886200" indent="-228600" defTabSz="57785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pPr>
            <a:r>
              <a:rPr lang="en-US" sz="2400">
                <a:latin typeface="Arial" panose="020B0604020202020204" pitchFamily="34" charset="0"/>
                <a:cs typeface="Arial" panose="020B0604020202020204" pitchFamily="34" charset="0"/>
              </a:rPr>
              <a:t>Dòng Faraday: dòng khuếch tán các ion đến bề mặt </a:t>
            </a:r>
          </a:p>
          <a:p>
            <a:pPr algn="ctr" eaLnBrk="1" hangingPunct="1">
              <a:lnSpc>
                <a:spcPct val="90000"/>
              </a:lnSpc>
              <a:spcAft>
                <a:spcPct val="35000"/>
              </a:spcAft>
            </a:pPr>
            <a:r>
              <a:rPr lang="en-US" sz="2400">
                <a:latin typeface="Arial" panose="020B0604020202020204" pitchFamily="34" charset="0"/>
                <a:cs typeface="Arial" panose="020B0604020202020204" pitchFamily="34" charset="0"/>
              </a:rPr>
              <a:t>điện cực tham gia phản ứng điện cực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nodeType="afterGroup">
                            <p:stCondLst>
                              <p:cond delay="1000"/>
                            </p:stCondLst>
                            <p:childTnLst>
                              <p:par>
                                <p:cTn id="13" presetID="16" presetClass="entr" presetSubtype="2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1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0" y="1484313"/>
            <a:ext cx="7153275"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2555875" y="133350"/>
            <a:ext cx="4752975" cy="523875"/>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800" b="1" dirty="0" err="1">
                <a:latin typeface="Times New Roman" panose="02020603050405020304" pitchFamily="18" charset="0"/>
                <a:cs typeface="Times New Roman" panose="02020603050405020304" pitchFamily="18" charset="0"/>
              </a:rPr>
              <a:t>Cực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phổ</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xung</a:t>
            </a:r>
            <a:endParaRPr lang="en-US" sz="2800" b="1" dirty="0">
              <a:latin typeface="Times New Roman" panose="02020603050405020304" pitchFamily="18" charset="0"/>
              <a:cs typeface="Times New Roman" panose="02020603050405020304" pitchFamily="18" charset="0"/>
            </a:endParaRPr>
          </a:p>
        </p:txBody>
      </p:sp>
      <p:sp>
        <p:nvSpPr>
          <p:cNvPr id="32154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2CD023D-7D81-4E4C-A6DB-0F1BB2D51AAC}" type="slidenum">
              <a:rPr lang="en-US" altLang="ru-RU">
                <a:solidFill>
                  <a:srgbClr val="FFFFFF"/>
                </a:solidFill>
                <a:latin typeface="Arial" panose="020B0604020202020204" pitchFamily="34" charset="0"/>
                <a:cs typeface="Arial" panose="020B0604020202020204" pitchFamily="34" charset="0"/>
              </a:rPr>
              <a:pPr/>
              <a:t>264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549275"/>
            <a:ext cx="5854700"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5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3141663"/>
            <a:ext cx="3887787" cy="282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2564" name="Rectangle 3"/>
          <p:cNvSpPr>
            <a:spLocks noChangeArrowheads="1"/>
          </p:cNvSpPr>
          <p:nvPr/>
        </p:nvSpPr>
        <p:spPr bwMode="auto">
          <a:xfrm>
            <a:off x="107950" y="5732463"/>
            <a:ext cx="4759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400" b="1">
                <a:latin typeface="Times New Roman" panose="02020603050405020304" pitchFamily="18" charset="0"/>
                <a:ea typeface="MS Gothic" panose="020B0609070205080204" pitchFamily="49" charset="-128"/>
                <a:cs typeface="Times New Roman" panose="02020603050405020304" pitchFamily="18" charset="0"/>
              </a:rPr>
              <a:t>Normal-Pulse Polarography (NPP)</a:t>
            </a:r>
            <a:endParaRPr lang="zh-CN" altLang="en-US" sz="2400" b="1">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32256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28CADF4-42C4-419B-8559-377945651651}" type="slidenum">
              <a:rPr lang="en-US" altLang="ru-RU">
                <a:solidFill>
                  <a:srgbClr val="FFFFFF"/>
                </a:solidFill>
                <a:latin typeface="Arial" panose="020B0604020202020204" pitchFamily="34" charset="0"/>
                <a:cs typeface="Arial" panose="020B0604020202020204" pitchFamily="34" charset="0"/>
              </a:rPr>
              <a:pPr/>
              <a:t>265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209675"/>
            <a:ext cx="6003925"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ight Arrow 2"/>
          <p:cNvSpPr/>
          <p:nvPr/>
        </p:nvSpPr>
        <p:spPr>
          <a:xfrm flipH="1">
            <a:off x="7226156" y="1769182"/>
            <a:ext cx="1594316" cy="1008112"/>
          </a:xfrm>
          <a:prstGeom prst="rightArrow">
            <a:avLst/>
          </a:prstGeom>
          <a:gradFill flip="none" rotWithShape="1">
            <a:gsLst>
              <a:gs pos="0">
                <a:srgbClr val="53DBA7">
                  <a:shade val="30000"/>
                  <a:satMod val="115000"/>
                </a:srgbClr>
              </a:gs>
              <a:gs pos="50000">
                <a:srgbClr val="53DBA7">
                  <a:shade val="67500"/>
                  <a:satMod val="115000"/>
                </a:srgbClr>
              </a:gs>
              <a:gs pos="100000">
                <a:srgbClr val="53DBA7">
                  <a:shade val="100000"/>
                  <a:satMod val="115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solidFill>
                  <a:schemeClr val="tx1"/>
                </a:solidFill>
              </a:rPr>
              <a:t>NPP</a:t>
            </a:r>
          </a:p>
        </p:txBody>
      </p:sp>
      <p:sp>
        <p:nvSpPr>
          <p:cNvPr id="4" name="Right Arrow 3"/>
          <p:cNvSpPr/>
          <p:nvPr/>
        </p:nvSpPr>
        <p:spPr>
          <a:xfrm flipH="1">
            <a:off x="7226155" y="3641390"/>
            <a:ext cx="1594317" cy="1008112"/>
          </a:xfrm>
          <a:prstGeom prst="rightArrow">
            <a:avLst/>
          </a:prstGeom>
          <a:gradFill flip="none" rotWithShape="1">
            <a:gsLst>
              <a:gs pos="0">
                <a:srgbClr val="53DBA7">
                  <a:shade val="30000"/>
                  <a:satMod val="115000"/>
                </a:srgbClr>
              </a:gs>
              <a:gs pos="50000">
                <a:srgbClr val="53DBA7">
                  <a:shade val="67500"/>
                  <a:satMod val="115000"/>
                </a:srgbClr>
              </a:gs>
              <a:gs pos="100000">
                <a:srgbClr val="53DBA7">
                  <a:shade val="100000"/>
                  <a:satMod val="115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solidFill>
                  <a:schemeClr val="tx1"/>
                </a:solidFill>
              </a:rPr>
              <a:t>DPP</a:t>
            </a:r>
          </a:p>
        </p:txBody>
      </p:sp>
      <p:sp>
        <p:nvSpPr>
          <p:cNvPr id="323593"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0DD3CC6-6080-44D2-A00D-37EF635FEA9A}" type="slidenum">
              <a:rPr lang="en-US" altLang="ru-RU">
                <a:solidFill>
                  <a:srgbClr val="FFFFFF"/>
                </a:solidFill>
                <a:latin typeface="Arial" panose="020B0604020202020204" pitchFamily="34" charset="0"/>
                <a:cs typeface="Arial" panose="020B0604020202020204" pitchFamily="34" charset="0"/>
              </a:rPr>
              <a:pPr/>
              <a:t>266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377CDB9-F54C-4CD9-BB01-CDC7759E8D34}" type="slidenum">
              <a:rPr lang="en-US" altLang="ru-RU">
                <a:solidFill>
                  <a:srgbClr val="FFFFFF"/>
                </a:solidFill>
                <a:latin typeface="Arial" panose="020B0604020202020204" pitchFamily="34" charset="0"/>
                <a:cs typeface="Arial" panose="020B0604020202020204" pitchFamily="34" charset="0"/>
              </a:rPr>
              <a:pPr/>
              <a:t>267</a:t>
            </a:fld>
            <a:endParaRPr lang="en-US" altLang="ru-RU">
              <a:solidFill>
                <a:srgbClr val="FFFFFF"/>
              </a:solidFill>
              <a:latin typeface="Arial" panose="020B0604020202020204" pitchFamily="34" charset="0"/>
              <a:cs typeface="Arial" panose="020B0604020202020204" pitchFamily="34" charset="0"/>
            </a:endParaRPr>
          </a:p>
        </p:txBody>
      </p:sp>
      <p:pic>
        <p:nvPicPr>
          <p:cNvPr id="324611" name="Picture 2" descr="http://www.learnabout-electronics.org/Oscillators/images/square-wave-pulse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1989138"/>
            <a:ext cx="5543550"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476" name="TextBox 2"/>
          <p:cNvSpPr txBox="1">
            <a:spLocks noChangeArrowheads="1"/>
          </p:cNvSpPr>
          <p:nvPr/>
        </p:nvSpPr>
        <p:spPr bwMode="auto">
          <a:xfrm>
            <a:off x="2916238" y="765175"/>
            <a:ext cx="3743325" cy="522288"/>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en-US" altLang="en-US" sz="2800" dirty="0">
                <a:latin typeface="Times New Roman" panose="02020603050405020304" pitchFamily="18" charset="0"/>
                <a:cs typeface="Times New Roman" panose="02020603050405020304" pitchFamily="18" charset="0"/>
              </a:rPr>
              <a:t>Square wave</a:t>
            </a:r>
          </a:p>
        </p:txBody>
      </p:sp>
    </p:spTree>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D45E466-82F8-4DD4-9B40-EA58DD31B620}" type="slidenum">
              <a:rPr lang="en-US" altLang="ru-RU">
                <a:solidFill>
                  <a:srgbClr val="FFFFFF"/>
                </a:solidFill>
                <a:latin typeface="Arial" panose="020B0604020202020204" pitchFamily="34" charset="0"/>
                <a:cs typeface="Arial" panose="020B0604020202020204" pitchFamily="34" charset="0"/>
              </a:rPr>
              <a:pPr/>
              <a:t>268</a:t>
            </a:fld>
            <a:endParaRPr lang="en-US" altLang="ru-RU">
              <a:solidFill>
                <a:srgbClr val="FFFFFF"/>
              </a:solidFill>
              <a:latin typeface="Arial" panose="020B0604020202020204" pitchFamily="34" charset="0"/>
              <a:cs typeface="Arial" panose="020B0604020202020204" pitchFamily="34" charset="0"/>
            </a:endParaRPr>
          </a:p>
        </p:txBody>
      </p:sp>
      <p:sp>
        <p:nvSpPr>
          <p:cNvPr id="362499" name="Rectangle 3"/>
          <p:cNvSpPr>
            <a:spLocks noChangeArrowheads="1"/>
          </p:cNvSpPr>
          <p:nvPr/>
        </p:nvSpPr>
        <p:spPr bwMode="auto">
          <a:xfrm>
            <a:off x="3708400" y="188913"/>
            <a:ext cx="3068638" cy="522287"/>
          </a:xfrm>
          <a:prstGeom prst="rect">
            <a:avLst/>
          </a:prstGeom>
          <a:solidFill>
            <a:schemeClr val="accent1">
              <a:lumMod val="40000"/>
              <a:lumOff val="60000"/>
            </a:schemeClr>
          </a:solidFill>
          <a:ln>
            <a:solidFill>
              <a:schemeClr val="tx1"/>
            </a:solid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2800" dirty="0">
                <a:latin typeface="Times New Roman" panose="02020603050405020304" pitchFamily="18" charset="0"/>
                <a:cs typeface="Times New Roman" panose="02020603050405020304" pitchFamily="18" charset="0"/>
              </a:rPr>
              <a:t>Cyclic </a:t>
            </a:r>
            <a:r>
              <a:rPr lang="en-US" altLang="en-US" sz="2800" dirty="0" err="1">
                <a:latin typeface="Times New Roman" panose="02020603050405020304" pitchFamily="18" charset="0"/>
                <a:cs typeface="Times New Roman" panose="02020603050405020304" pitchFamily="18" charset="0"/>
              </a:rPr>
              <a:t>Voltammetry</a:t>
            </a:r>
            <a:endParaRPr lang="en-US" altLang="en-US" sz="2800" dirty="0">
              <a:latin typeface="Times New Roman" panose="02020603050405020304" pitchFamily="18" charset="0"/>
              <a:cs typeface="Times New Roman" panose="02020603050405020304" pitchFamily="18" charset="0"/>
            </a:endParaRPr>
          </a:p>
        </p:txBody>
      </p:sp>
      <p:pic>
        <p:nvPicPr>
          <p:cNvPr id="32563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7100" y="855663"/>
            <a:ext cx="7532688" cy="523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6DD66F0-09DC-423F-B505-6B0D4DF94D3F}" type="slidenum">
              <a:rPr lang="en-US" altLang="ru-RU">
                <a:solidFill>
                  <a:srgbClr val="FFFFFF"/>
                </a:solidFill>
                <a:latin typeface="Arial" panose="020B0604020202020204" pitchFamily="34" charset="0"/>
                <a:cs typeface="Arial" panose="020B0604020202020204" pitchFamily="34" charset="0"/>
              </a:rPr>
              <a:pPr/>
              <a:t>269</a:t>
            </a:fld>
            <a:endParaRPr lang="en-US" altLang="ru-RU">
              <a:solidFill>
                <a:srgbClr val="FFFFFF"/>
              </a:solidFill>
              <a:latin typeface="Arial" panose="020B0604020202020204" pitchFamily="34" charset="0"/>
              <a:cs typeface="Arial" panose="020B0604020202020204" pitchFamily="34" charset="0"/>
            </a:endParaRPr>
          </a:p>
        </p:txBody>
      </p:sp>
      <p:pic>
        <p:nvPicPr>
          <p:cNvPr id="32665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117600"/>
            <a:ext cx="7510462"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3524" name="Rectangle 3"/>
          <p:cNvSpPr>
            <a:spLocks noChangeArrowheads="1"/>
          </p:cNvSpPr>
          <p:nvPr/>
        </p:nvSpPr>
        <p:spPr bwMode="auto">
          <a:xfrm>
            <a:off x="3708400" y="333375"/>
            <a:ext cx="3068638" cy="522288"/>
          </a:xfrm>
          <a:prstGeom prst="rect">
            <a:avLst/>
          </a:prstGeom>
          <a:solidFill>
            <a:schemeClr val="accent1">
              <a:lumMod val="40000"/>
              <a:lumOff val="60000"/>
            </a:schemeClr>
          </a:solidFill>
          <a:ln>
            <a:solidFill>
              <a:schemeClr val="tx1"/>
            </a:solid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2800" dirty="0">
                <a:latin typeface="Times New Roman" panose="02020603050405020304" pitchFamily="18" charset="0"/>
                <a:cs typeface="Times New Roman" panose="02020603050405020304" pitchFamily="18" charset="0"/>
              </a:rPr>
              <a:t>Cyclic </a:t>
            </a:r>
            <a:r>
              <a:rPr lang="en-US" altLang="en-US" sz="2800" dirty="0" err="1">
                <a:latin typeface="Times New Roman" panose="02020603050405020304" pitchFamily="18" charset="0"/>
                <a:cs typeface="Times New Roman" panose="02020603050405020304" pitchFamily="18" charset="0"/>
              </a:rPr>
              <a:t>Voltammetry</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82" name="Picture 4" descr="potential_ra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549275"/>
            <a:ext cx="7494588" cy="560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68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7B0DB3E-7557-4B07-AB47-CFF510B44D10}" type="slidenum">
              <a:rPr lang="en-US" altLang="ru-RU">
                <a:solidFill>
                  <a:srgbClr val="FFFFFF"/>
                </a:solidFill>
                <a:latin typeface="Arial" panose="020B0604020202020204" pitchFamily="34" charset="0"/>
                <a:cs typeface="Arial" panose="020B0604020202020204" pitchFamily="34" charset="0"/>
              </a:rPr>
              <a:pPr/>
              <a:t>270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1246188" y="357188"/>
            <a:ext cx="7286625" cy="714375"/>
          </a:xfrm>
          <a:prstGeom prst="rect">
            <a:avLst/>
          </a:prstGeom>
          <a:solidFill>
            <a:schemeClr val="accent6">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4.2. </a:t>
            </a:r>
            <a:r>
              <a:rPr lang="vi-VN" sz="2800" b="1">
                <a:solidFill>
                  <a:srgbClr val="072B39"/>
                </a:solidFill>
                <a:latin typeface="Times New Roman" panose="02020603050405020304" pitchFamily="18" charset="0"/>
                <a:cs typeface="Times New Roman" panose="02020603050405020304" pitchFamily="18" charset="0"/>
              </a:rPr>
              <a:t>Các điện cực sử dụng trong cực phổ </a:t>
            </a:r>
            <a:endParaRPr lang="zh-CN" altLang="en-US" sz="2800" b="1">
              <a:solidFill>
                <a:srgbClr val="072B39"/>
              </a:solidFill>
              <a:latin typeface="Times New Roman" panose="02020603050405020304" pitchFamily="18" charset="0"/>
              <a:cs typeface="Times New Roman" panose="02020603050405020304" pitchFamily="18" charset="0"/>
            </a:endParaRPr>
          </a:p>
        </p:txBody>
      </p:sp>
      <p:sp>
        <p:nvSpPr>
          <p:cNvPr id="4" name="Freeform 3"/>
          <p:cNvSpPr/>
          <p:nvPr/>
        </p:nvSpPr>
        <p:spPr>
          <a:xfrm>
            <a:off x="4842621" y="3144835"/>
            <a:ext cx="3044646" cy="1329731"/>
          </a:xfrm>
          <a:custGeom>
            <a:avLst/>
            <a:gdLst/>
            <a:ahLst/>
            <a:cxnLst/>
            <a:rect l="0" t="0" r="0" b="0"/>
            <a:pathLst>
              <a:path>
                <a:moveTo>
                  <a:pt x="0" y="0"/>
                </a:moveTo>
                <a:lnTo>
                  <a:pt x="0" y="1065406"/>
                </a:lnTo>
                <a:lnTo>
                  <a:pt x="3044646" y="1065406"/>
                </a:lnTo>
                <a:lnTo>
                  <a:pt x="3044646" y="1329731"/>
                </a:lnTo>
              </a:path>
            </a:pathLst>
          </a:custGeom>
          <a:noFill/>
          <a:ln w="38100">
            <a:solidFill>
              <a:schemeClr val="tx1"/>
            </a:solidFill>
          </a:ln>
          <a:scene3d>
            <a:camera prst="isometricOffAxis2Left" zoom="95000"/>
            <a:lightRig rig="flat" dir="t"/>
          </a:scene3d>
          <a:sp3d z="-40000" prstMaterial="matte"/>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5" name="Freeform 4"/>
          <p:cNvSpPr/>
          <p:nvPr/>
        </p:nvSpPr>
        <p:spPr>
          <a:xfrm>
            <a:off x="4003764" y="1925689"/>
            <a:ext cx="2517381" cy="1258690"/>
          </a:xfrm>
          <a:custGeom>
            <a:avLst/>
            <a:gdLst>
              <a:gd name="connsiteX0" fmla="*/ 0 w 2517381"/>
              <a:gd name="connsiteY0" fmla="*/ 0 h 1258690"/>
              <a:gd name="connsiteX1" fmla="*/ 2517381 w 2517381"/>
              <a:gd name="connsiteY1" fmla="*/ 0 h 1258690"/>
              <a:gd name="connsiteX2" fmla="*/ 2517381 w 2517381"/>
              <a:gd name="connsiteY2" fmla="*/ 1258690 h 1258690"/>
              <a:gd name="connsiteX3" fmla="*/ 0 w 2517381"/>
              <a:gd name="connsiteY3" fmla="*/ 1258690 h 1258690"/>
              <a:gd name="connsiteX4" fmla="*/ 0 w 2517381"/>
              <a:gd name="connsiteY4" fmla="*/ 0 h 1258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7381" h="1258690">
                <a:moveTo>
                  <a:pt x="0" y="0"/>
                </a:moveTo>
                <a:lnTo>
                  <a:pt x="2517381" y="0"/>
                </a:lnTo>
                <a:lnTo>
                  <a:pt x="2517381" y="1258690"/>
                </a:lnTo>
                <a:lnTo>
                  <a:pt x="0" y="1258690"/>
                </a:lnTo>
                <a:lnTo>
                  <a:pt x="0" y="0"/>
                </a:lnTo>
                <a:close/>
              </a:path>
            </a:pathLst>
          </a:custGeom>
          <a:solidFill>
            <a:srgbClr val="CE9D6C"/>
          </a:solidFill>
          <a:scene3d>
            <a:camera prst="isometricOffAxis2Left" zoom="95000"/>
            <a:lightRig rig="flat" dir="t"/>
          </a:scene3d>
          <a:sp3d extrusionH="381000" contourW="38100" prstMaterial="matte">
            <a:contourClr>
              <a:schemeClr val="lt1"/>
            </a:contourClr>
          </a:sp3d>
        </p:spPr>
        <p:style>
          <a:lnRef idx="0">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7780" tIns="17780" rIns="17780" bIns="17780" spcCol="1270" anchor="ctr"/>
          <a:lstStyle/>
          <a:p>
            <a:pPr algn="ctr" defTabSz="1244600" eaLnBrk="1" fontAlgn="auto" hangingPunct="1">
              <a:lnSpc>
                <a:spcPct val="90000"/>
              </a:lnSpc>
              <a:spcBef>
                <a:spcPts val="0"/>
              </a:spcBef>
              <a:spcAft>
                <a:spcPct val="35000"/>
              </a:spcAft>
              <a:defRPr/>
            </a:pPr>
            <a:r>
              <a:rPr lang="en-US" sz="2600" dirty="0" err="1">
                <a:solidFill>
                  <a:schemeClr val="tx1"/>
                </a:solidFill>
                <a:latin typeface="Times New Roman" pitchFamily="18" charset="0"/>
                <a:cs typeface="Times New Roman" pitchFamily="18" charset="0"/>
              </a:rPr>
              <a:t>Các</a:t>
            </a:r>
            <a:r>
              <a:rPr lang="en-US" sz="2600" dirty="0">
                <a:solidFill>
                  <a:schemeClr val="tx1"/>
                </a:solidFill>
                <a:latin typeface="Times New Roman" pitchFamily="18" charset="0"/>
                <a:cs typeface="Times New Roman" pitchFamily="18" charset="0"/>
              </a:rPr>
              <a:t> </a:t>
            </a:r>
            <a:r>
              <a:rPr lang="en-US" sz="2600" dirty="0" err="1">
                <a:solidFill>
                  <a:schemeClr val="tx1"/>
                </a:solidFill>
                <a:latin typeface="Times New Roman" pitchFamily="18" charset="0"/>
                <a:cs typeface="Times New Roman" pitchFamily="18" charset="0"/>
              </a:rPr>
              <a:t>điện</a:t>
            </a:r>
            <a:r>
              <a:rPr lang="en-US" sz="2600" dirty="0">
                <a:solidFill>
                  <a:schemeClr val="tx1"/>
                </a:solidFill>
                <a:latin typeface="Times New Roman" pitchFamily="18" charset="0"/>
                <a:cs typeface="Times New Roman" pitchFamily="18" charset="0"/>
              </a:rPr>
              <a:t> </a:t>
            </a:r>
            <a:r>
              <a:rPr lang="en-US" sz="2600" dirty="0" err="1">
                <a:solidFill>
                  <a:schemeClr val="tx1"/>
                </a:solidFill>
                <a:latin typeface="Times New Roman" pitchFamily="18" charset="0"/>
                <a:cs typeface="Times New Roman" pitchFamily="18" charset="0"/>
              </a:rPr>
              <a:t>cực</a:t>
            </a:r>
            <a:r>
              <a:rPr lang="en-US" sz="2600" dirty="0">
                <a:solidFill>
                  <a:schemeClr val="tx1"/>
                </a:solidFill>
                <a:latin typeface="Times New Roman" pitchFamily="18" charset="0"/>
                <a:cs typeface="Times New Roman" pitchFamily="18" charset="0"/>
              </a:rPr>
              <a:t> </a:t>
            </a:r>
            <a:r>
              <a:rPr lang="en-US" sz="2600" dirty="0" err="1">
                <a:solidFill>
                  <a:schemeClr val="tx1"/>
                </a:solidFill>
                <a:latin typeface="Times New Roman" pitchFamily="18" charset="0"/>
                <a:cs typeface="Times New Roman" pitchFamily="18" charset="0"/>
              </a:rPr>
              <a:t>trong</a:t>
            </a:r>
            <a:r>
              <a:rPr lang="en-US" sz="2600" dirty="0">
                <a:solidFill>
                  <a:schemeClr val="tx1"/>
                </a:solidFill>
                <a:latin typeface="Times New Roman" pitchFamily="18" charset="0"/>
                <a:cs typeface="Times New Roman" pitchFamily="18" charset="0"/>
              </a:rPr>
              <a:t> </a:t>
            </a:r>
            <a:r>
              <a:rPr lang="en-US" sz="2600" dirty="0" err="1">
                <a:solidFill>
                  <a:schemeClr val="tx1"/>
                </a:solidFill>
                <a:latin typeface="Times New Roman" pitchFamily="18" charset="0"/>
                <a:cs typeface="Times New Roman" pitchFamily="18" charset="0"/>
              </a:rPr>
              <a:t>phương</a:t>
            </a:r>
            <a:r>
              <a:rPr lang="en-US" sz="2600" dirty="0">
                <a:solidFill>
                  <a:schemeClr val="tx1"/>
                </a:solidFill>
                <a:latin typeface="Times New Roman" pitchFamily="18" charset="0"/>
                <a:cs typeface="Times New Roman" pitchFamily="18" charset="0"/>
              </a:rPr>
              <a:t> </a:t>
            </a:r>
            <a:r>
              <a:rPr lang="en-US" sz="2600" dirty="0" err="1">
                <a:solidFill>
                  <a:schemeClr val="tx1"/>
                </a:solidFill>
                <a:latin typeface="Times New Roman" pitchFamily="18" charset="0"/>
                <a:cs typeface="Times New Roman" pitchFamily="18" charset="0"/>
              </a:rPr>
              <a:t>pháp</a:t>
            </a:r>
            <a:r>
              <a:rPr lang="en-US" sz="2600" dirty="0">
                <a:solidFill>
                  <a:schemeClr val="tx1"/>
                </a:solidFill>
                <a:latin typeface="Times New Roman" pitchFamily="18" charset="0"/>
                <a:cs typeface="Times New Roman" pitchFamily="18" charset="0"/>
              </a:rPr>
              <a:t> Volt – </a:t>
            </a:r>
            <a:r>
              <a:rPr lang="en-US" sz="2600" dirty="0" err="1">
                <a:solidFill>
                  <a:schemeClr val="tx1"/>
                </a:solidFill>
                <a:latin typeface="Times New Roman" pitchFamily="18" charset="0"/>
                <a:cs typeface="Times New Roman" pitchFamily="18" charset="0"/>
              </a:rPr>
              <a:t>ampe</a:t>
            </a:r>
            <a:endParaRPr lang="en-US" sz="2600" dirty="0">
              <a:solidFill>
                <a:schemeClr val="tx1"/>
              </a:solidFill>
              <a:latin typeface="Times New Roman" pitchFamily="18" charset="0"/>
              <a:cs typeface="Times New Roman" pitchFamily="18" charset="0"/>
            </a:endParaRPr>
          </a:p>
        </p:txBody>
      </p:sp>
      <p:sp>
        <p:nvSpPr>
          <p:cNvPr id="6" name="Freeform 5"/>
          <p:cNvSpPr/>
          <p:nvPr/>
        </p:nvSpPr>
        <p:spPr>
          <a:xfrm>
            <a:off x="1118515" y="3884766"/>
            <a:ext cx="2517381" cy="1258690"/>
          </a:xfrm>
          <a:custGeom>
            <a:avLst/>
            <a:gdLst>
              <a:gd name="connsiteX0" fmla="*/ 0 w 2517381"/>
              <a:gd name="connsiteY0" fmla="*/ 0 h 1258690"/>
              <a:gd name="connsiteX1" fmla="*/ 2517381 w 2517381"/>
              <a:gd name="connsiteY1" fmla="*/ 0 h 1258690"/>
              <a:gd name="connsiteX2" fmla="*/ 2517381 w 2517381"/>
              <a:gd name="connsiteY2" fmla="*/ 1258690 h 1258690"/>
              <a:gd name="connsiteX3" fmla="*/ 0 w 2517381"/>
              <a:gd name="connsiteY3" fmla="*/ 1258690 h 1258690"/>
              <a:gd name="connsiteX4" fmla="*/ 0 w 2517381"/>
              <a:gd name="connsiteY4" fmla="*/ 0 h 1258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7381" h="1258690">
                <a:moveTo>
                  <a:pt x="0" y="0"/>
                </a:moveTo>
                <a:lnTo>
                  <a:pt x="2517381" y="0"/>
                </a:lnTo>
                <a:lnTo>
                  <a:pt x="2517381" y="1258690"/>
                </a:lnTo>
                <a:lnTo>
                  <a:pt x="0" y="1258690"/>
                </a:lnTo>
                <a:lnTo>
                  <a:pt x="0" y="0"/>
                </a:lnTo>
                <a:close/>
              </a:path>
            </a:pathLst>
          </a:custGeom>
          <a:solidFill>
            <a:srgbClr val="4B3219"/>
          </a:solidFill>
          <a:scene3d>
            <a:camera prst="isometricOffAxis2Left" zoom="95000"/>
            <a:lightRig rig="flat" dir="t"/>
          </a:scene3d>
          <a:sp3d extrusionH="381000" contourW="38100" prstMaterial="matte">
            <a:contourClr>
              <a:schemeClr val="lt1"/>
            </a:contourClr>
          </a:sp3d>
        </p:spPr>
        <p:style>
          <a:lnRef idx="0">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7780" tIns="17780" rIns="17780" bIns="17780" spcCol="1270" anchor="ctr"/>
          <a:lstStyle/>
          <a:p>
            <a:pPr algn="ctr" defTabSz="1244600" eaLnBrk="1" fontAlgn="auto" hangingPunct="1">
              <a:lnSpc>
                <a:spcPct val="90000"/>
              </a:lnSpc>
              <a:spcBef>
                <a:spcPts val="0"/>
              </a:spcBef>
              <a:spcAft>
                <a:spcPct val="35000"/>
              </a:spcAft>
              <a:defRPr/>
            </a:pPr>
            <a:r>
              <a:rPr lang="en-US" sz="2800" dirty="0">
                <a:solidFill>
                  <a:schemeClr val="bg1"/>
                </a:solidFill>
                <a:latin typeface="Times New Roman" pitchFamily="18" charset="0"/>
                <a:cs typeface="Times New Roman" pitchFamily="18" charset="0"/>
              </a:rPr>
              <a:t>Working Electrode </a:t>
            </a:r>
          </a:p>
        </p:txBody>
      </p:sp>
      <p:sp>
        <p:nvSpPr>
          <p:cNvPr id="7" name="Freeform 6"/>
          <p:cNvSpPr/>
          <p:nvPr/>
        </p:nvSpPr>
        <p:spPr>
          <a:xfrm>
            <a:off x="3710803" y="4267445"/>
            <a:ext cx="2517381" cy="1258690"/>
          </a:xfrm>
          <a:custGeom>
            <a:avLst/>
            <a:gdLst>
              <a:gd name="connsiteX0" fmla="*/ 0 w 2517381"/>
              <a:gd name="connsiteY0" fmla="*/ 0 h 1258690"/>
              <a:gd name="connsiteX1" fmla="*/ 2517381 w 2517381"/>
              <a:gd name="connsiteY1" fmla="*/ 0 h 1258690"/>
              <a:gd name="connsiteX2" fmla="*/ 2517381 w 2517381"/>
              <a:gd name="connsiteY2" fmla="*/ 1258690 h 1258690"/>
              <a:gd name="connsiteX3" fmla="*/ 0 w 2517381"/>
              <a:gd name="connsiteY3" fmla="*/ 1258690 h 1258690"/>
              <a:gd name="connsiteX4" fmla="*/ 0 w 2517381"/>
              <a:gd name="connsiteY4" fmla="*/ 0 h 1258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7381" h="1258690">
                <a:moveTo>
                  <a:pt x="0" y="0"/>
                </a:moveTo>
                <a:lnTo>
                  <a:pt x="2517381" y="0"/>
                </a:lnTo>
                <a:lnTo>
                  <a:pt x="2517381" y="1258690"/>
                </a:lnTo>
                <a:lnTo>
                  <a:pt x="0" y="1258690"/>
                </a:lnTo>
                <a:lnTo>
                  <a:pt x="0" y="0"/>
                </a:lnTo>
                <a:close/>
              </a:path>
            </a:pathLst>
          </a:custGeom>
          <a:solidFill>
            <a:srgbClr val="4B3219"/>
          </a:solidFill>
          <a:scene3d>
            <a:camera prst="isometricOffAxis2Left" zoom="95000"/>
            <a:lightRig rig="flat" dir="t"/>
          </a:scene3d>
          <a:sp3d extrusionH="381000" contourW="38100" prstMaterial="matte">
            <a:contourClr>
              <a:schemeClr val="lt1"/>
            </a:contourClr>
          </a:sp3d>
        </p:spPr>
        <p:style>
          <a:lnRef idx="0">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7780" tIns="17780" rIns="17780" bIns="17780" spcCol="1270" anchor="ctr"/>
          <a:lstStyle/>
          <a:p>
            <a:pPr algn="ctr" defTabSz="1244600" eaLnBrk="1" fontAlgn="auto" hangingPunct="1">
              <a:lnSpc>
                <a:spcPct val="90000"/>
              </a:lnSpc>
              <a:spcBef>
                <a:spcPts val="0"/>
              </a:spcBef>
              <a:spcAft>
                <a:spcPct val="35000"/>
              </a:spcAft>
              <a:defRPr/>
            </a:pPr>
            <a:r>
              <a:rPr lang="en-US" sz="2800" dirty="0">
                <a:solidFill>
                  <a:schemeClr val="bg1"/>
                </a:solidFill>
                <a:latin typeface="Times New Roman" pitchFamily="18" charset="0"/>
                <a:cs typeface="Times New Roman" pitchFamily="18" charset="0"/>
              </a:rPr>
              <a:t>Reference Electrode</a:t>
            </a:r>
          </a:p>
        </p:txBody>
      </p:sp>
      <p:sp>
        <p:nvSpPr>
          <p:cNvPr id="8" name="Freeform 7"/>
          <p:cNvSpPr/>
          <p:nvPr/>
        </p:nvSpPr>
        <p:spPr>
          <a:xfrm>
            <a:off x="6303091" y="4618582"/>
            <a:ext cx="2517381" cy="1258690"/>
          </a:xfrm>
          <a:custGeom>
            <a:avLst/>
            <a:gdLst>
              <a:gd name="connsiteX0" fmla="*/ 0 w 2517381"/>
              <a:gd name="connsiteY0" fmla="*/ 0 h 1258690"/>
              <a:gd name="connsiteX1" fmla="*/ 2517381 w 2517381"/>
              <a:gd name="connsiteY1" fmla="*/ 0 h 1258690"/>
              <a:gd name="connsiteX2" fmla="*/ 2517381 w 2517381"/>
              <a:gd name="connsiteY2" fmla="*/ 1258690 h 1258690"/>
              <a:gd name="connsiteX3" fmla="*/ 0 w 2517381"/>
              <a:gd name="connsiteY3" fmla="*/ 1258690 h 1258690"/>
              <a:gd name="connsiteX4" fmla="*/ 0 w 2517381"/>
              <a:gd name="connsiteY4" fmla="*/ 0 h 1258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7381" h="1258690">
                <a:moveTo>
                  <a:pt x="0" y="0"/>
                </a:moveTo>
                <a:lnTo>
                  <a:pt x="2517381" y="0"/>
                </a:lnTo>
                <a:lnTo>
                  <a:pt x="2517381" y="1258690"/>
                </a:lnTo>
                <a:lnTo>
                  <a:pt x="0" y="1258690"/>
                </a:lnTo>
                <a:lnTo>
                  <a:pt x="0" y="0"/>
                </a:lnTo>
                <a:close/>
              </a:path>
            </a:pathLst>
          </a:custGeom>
          <a:solidFill>
            <a:srgbClr val="4B3219"/>
          </a:solidFill>
          <a:scene3d>
            <a:camera prst="isometricOffAxis2Left" zoom="95000"/>
            <a:lightRig rig="flat" dir="t"/>
          </a:scene3d>
          <a:sp3d extrusionH="381000" contourW="38100" prstMaterial="matte">
            <a:contourClr>
              <a:schemeClr val="lt1"/>
            </a:contourClr>
          </a:sp3d>
        </p:spPr>
        <p:style>
          <a:lnRef idx="0">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7780" tIns="17780" rIns="17780" bIns="17780" spcCol="1270" anchor="ctr"/>
          <a:lstStyle/>
          <a:p>
            <a:pPr algn="ctr" defTabSz="1244600" eaLnBrk="1" fontAlgn="auto" hangingPunct="1">
              <a:lnSpc>
                <a:spcPct val="90000"/>
              </a:lnSpc>
              <a:spcBef>
                <a:spcPts val="0"/>
              </a:spcBef>
              <a:spcAft>
                <a:spcPct val="35000"/>
              </a:spcAft>
              <a:defRPr/>
            </a:pPr>
            <a:r>
              <a:rPr lang="en-US" sz="2800" dirty="0">
                <a:solidFill>
                  <a:schemeClr val="bg1"/>
                </a:solidFill>
                <a:latin typeface="Times New Roman" pitchFamily="18" charset="0"/>
                <a:cs typeface="Times New Roman" pitchFamily="18" charset="0"/>
              </a:rPr>
              <a:t>Auxiliary Electrode</a:t>
            </a:r>
          </a:p>
        </p:txBody>
      </p:sp>
      <p:sp>
        <p:nvSpPr>
          <p:cNvPr id="10" name="Freeform 9"/>
          <p:cNvSpPr/>
          <p:nvPr/>
        </p:nvSpPr>
        <p:spPr>
          <a:xfrm>
            <a:off x="2215039" y="2746374"/>
            <a:ext cx="3047415" cy="1329731"/>
          </a:xfrm>
          <a:custGeom>
            <a:avLst/>
            <a:gdLst/>
            <a:ahLst/>
            <a:cxnLst/>
            <a:rect l="0" t="0" r="0" b="0"/>
            <a:pathLst>
              <a:path>
                <a:moveTo>
                  <a:pt x="3047415" y="0"/>
                </a:moveTo>
                <a:lnTo>
                  <a:pt x="3047415" y="1065406"/>
                </a:lnTo>
                <a:lnTo>
                  <a:pt x="0" y="1065406"/>
                </a:lnTo>
                <a:lnTo>
                  <a:pt x="0" y="1329731"/>
                </a:lnTo>
              </a:path>
            </a:pathLst>
          </a:custGeom>
          <a:noFill/>
          <a:ln w="38100">
            <a:solidFill>
              <a:schemeClr val="tx1"/>
            </a:solidFill>
          </a:ln>
          <a:scene3d>
            <a:camera prst="isometricOffAxis2Left" zoom="95000"/>
            <a:lightRig rig="flat" dir="t"/>
          </a:scene3d>
          <a:sp3d z="-40000" prstMaterial="matte"/>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2871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6110B97-1685-40ED-882F-A57DC59340C2}" type="slidenum">
              <a:rPr lang="en-US" altLang="ru-RU">
                <a:solidFill>
                  <a:srgbClr val="FFFFFF"/>
                </a:solidFill>
                <a:latin typeface="Arial" panose="020B0604020202020204" pitchFamily="34" charset="0"/>
                <a:cs typeface="Arial" panose="020B0604020202020204" pitchFamily="34" charset="0"/>
              </a:rPr>
              <a:pPr/>
              <a:t>271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9"/>
          <p:cNvSpPr>
            <a:spLocks noChangeArrowheads="1"/>
          </p:cNvSpPr>
          <p:nvPr/>
        </p:nvSpPr>
        <p:spPr bwMode="auto">
          <a:xfrm>
            <a:off x="1476375" y="333375"/>
            <a:ext cx="698341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zh-CN" sz="2800" b="1">
                <a:latin typeface="Times New Roman" panose="02020603050405020304" pitchFamily="18" charset="0"/>
                <a:cs typeface="Times New Roman" panose="02020603050405020304" pitchFamily="18" charset="0"/>
              </a:rPr>
              <a:t>Điện cực so sánh: </a:t>
            </a:r>
            <a:r>
              <a:rPr lang="en-US" altLang="en-US" sz="2800">
                <a:latin typeface="Times New Roman" panose="02020603050405020304" pitchFamily="18" charset="0"/>
                <a:ea typeface="华文中宋"/>
                <a:cs typeface="Times New Roman" panose="02020603050405020304" pitchFamily="18" charset="0"/>
              </a:rPr>
              <a:t>Thế của nó không thay đổi trong  quá trình điện phân và biết trước</a:t>
            </a:r>
          </a:p>
          <a:p>
            <a:pPr algn="just" eaLnBrk="1" hangingPunct="1"/>
            <a:r>
              <a:rPr lang="en-US" altLang="zh-CN" sz="2800" b="1">
                <a:latin typeface="Times New Roman" panose="02020603050405020304" pitchFamily="18" charset="0"/>
                <a:cs typeface="Times New Roman" panose="02020603050405020304" pitchFamily="18" charset="0"/>
              </a:rPr>
              <a:t> </a:t>
            </a:r>
          </a:p>
          <a:p>
            <a:pPr algn="just" eaLnBrk="1" hangingPunct="1">
              <a:buFontTx/>
              <a:buChar char="-"/>
            </a:pPr>
            <a:r>
              <a:rPr lang="en-US" altLang="zh-CN" sz="2800">
                <a:latin typeface="Times New Roman" panose="02020603050405020304" pitchFamily="18" charset="0"/>
                <a:cs typeface="Times New Roman" panose="02020603050405020304" pitchFamily="18" charset="0"/>
              </a:rPr>
              <a:t>Ag/AgCl/KCl</a:t>
            </a:r>
          </a:p>
          <a:p>
            <a:pPr algn="just" eaLnBrk="1" hangingPunct="1">
              <a:buFontTx/>
              <a:buChar char="-"/>
            </a:pPr>
            <a:r>
              <a:rPr lang="en-US" altLang="zh-CN" sz="2800">
                <a:latin typeface="Times New Roman" panose="02020603050405020304" pitchFamily="18" charset="0"/>
                <a:cs typeface="Times New Roman" panose="02020603050405020304" pitchFamily="18" charset="0"/>
              </a:rPr>
              <a:t>Calomel</a:t>
            </a:r>
            <a:endParaRPr lang="zh-CN" altLang="en-US" sz="2800">
              <a:latin typeface="Times New Roman" panose="02020603050405020304" pitchFamily="18" charset="0"/>
              <a:cs typeface="Times New Roman" panose="02020603050405020304" pitchFamily="18" charset="0"/>
            </a:endParaRPr>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1487488"/>
            <a:ext cx="3182937" cy="460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73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07F5C67-9AC7-486D-96D9-88D742F834E7}" type="slidenum">
              <a:rPr lang="en-US" altLang="ru-RU">
                <a:solidFill>
                  <a:srgbClr val="FFFFFF"/>
                </a:solidFill>
                <a:latin typeface="Arial" panose="020B0604020202020204" pitchFamily="34" charset="0"/>
                <a:cs typeface="Arial" panose="020B0604020202020204" pitchFamily="34" charset="0"/>
              </a:rPr>
              <a:pPr/>
              <a:t>272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1"/>
          <p:cNvSpPr>
            <a:spLocks noChangeArrowheads="1"/>
          </p:cNvSpPr>
          <p:nvPr/>
        </p:nvSpPr>
        <p:spPr bwMode="auto">
          <a:xfrm>
            <a:off x="1231900" y="260350"/>
            <a:ext cx="7594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400" b="1">
                <a:latin typeface="Arial" panose="020B0604020202020204" pitchFamily="34" charset="0"/>
                <a:cs typeface="Arial" panose="020B0604020202020204" pitchFamily="34" charset="0"/>
              </a:rPr>
              <a:t>Điện cực bổ trợ: </a:t>
            </a:r>
          </a:p>
          <a:p>
            <a:pPr eaLnBrk="1" hangingPunct="1"/>
            <a:r>
              <a:rPr lang="en-US" altLang="en-US" sz="2400">
                <a:latin typeface="Arial" panose="020B0604020202020204" pitchFamily="34" charset="0"/>
                <a:ea typeface="SimSun" panose="02010600030101010101" pitchFamily="2" charset="-122"/>
                <a:cs typeface="Arial" panose="020B0604020202020204" pitchFamily="34" charset="0"/>
              </a:rPr>
              <a:t>-    Giữ thế không đổi ở giai đoạn điện phân, khi thế thay đổi thì chỉ thay đổi ở điện cực bổ trợ.</a:t>
            </a:r>
          </a:p>
          <a:p>
            <a:pPr eaLnBrk="1" hangingPunct="1">
              <a:buFontTx/>
              <a:buChar char="-"/>
            </a:pPr>
            <a:r>
              <a:rPr lang="en-US" altLang="en-US" sz="2400">
                <a:latin typeface="Arial" panose="020B0604020202020204" pitchFamily="34" charset="0"/>
                <a:ea typeface="SimSun" panose="02010600030101010101" pitchFamily="2" charset="-122"/>
                <a:cs typeface="Arial" panose="020B0604020202020204" pitchFamily="34" charset="0"/>
              </a:rPr>
              <a:t>Cần được cô lập với điện cực làm việc</a:t>
            </a:r>
          </a:p>
          <a:p>
            <a:pPr eaLnBrk="1" hangingPunct="1">
              <a:buFontTx/>
              <a:buChar char="-"/>
            </a:pPr>
            <a:r>
              <a:rPr lang="en-US" altLang="en-US" sz="2400">
                <a:latin typeface="Arial" panose="020B0604020202020204" pitchFamily="34" charset="0"/>
                <a:ea typeface="SimSun" panose="02010600030101010101" pitchFamily="2" charset="-122"/>
                <a:cs typeface="Arial" panose="020B0604020202020204" pitchFamily="34" charset="0"/>
              </a:rPr>
              <a:t>Thường làm từ Pt, </a:t>
            </a:r>
            <a:r>
              <a:rPr lang="en-US" altLang="zh-CN" sz="2400">
                <a:latin typeface="Arial" panose="020B0604020202020204" pitchFamily="34" charset="0"/>
                <a:cs typeface="Arial" panose="020B0604020202020204" pitchFamily="34" charset="0"/>
              </a:rPr>
              <a:t>Glassy Carbon (GC)</a:t>
            </a:r>
            <a:endParaRPr lang="zh-CN" altLang="en-US" sz="2400">
              <a:latin typeface="Arial" panose="020B0604020202020204" pitchFamily="34" charset="0"/>
              <a:cs typeface="Arial" panose="020B0604020202020204" pitchFamily="34" charset="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8" y="2514600"/>
            <a:ext cx="3452812" cy="295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1624013" y="5595938"/>
            <a:ext cx="3384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a:latin typeface="Times New Roman" panose="02020603050405020304" pitchFamily="18" charset="0"/>
                <a:cs typeface="Times New Roman" panose="02020603050405020304" pitchFamily="18" charset="0"/>
              </a:rPr>
              <a:t>Điện cực glassy carbon </a:t>
            </a:r>
            <a:endParaRPr lang="en-US" altLang="en-US" sz="2400">
              <a:latin typeface="Times New Roman" panose="02020603050405020304" pitchFamily="18" charset="0"/>
              <a:cs typeface="Times New Roman" panose="02020603050405020304" pitchFamily="18" charset="0"/>
            </a:endParaRPr>
          </a:p>
        </p:txBody>
      </p:sp>
      <p:grpSp>
        <p:nvGrpSpPr>
          <p:cNvPr id="5" name="Group 6"/>
          <p:cNvGrpSpPr>
            <a:grpSpLocks/>
          </p:cNvGrpSpPr>
          <p:nvPr/>
        </p:nvGrpSpPr>
        <p:grpSpPr bwMode="auto">
          <a:xfrm>
            <a:off x="5191125" y="2505075"/>
            <a:ext cx="3557588" cy="3516313"/>
            <a:chOff x="2317375" y="945274"/>
            <a:chExt cx="6946602" cy="6778603"/>
          </a:xfrm>
        </p:grpSpPr>
        <p:pic>
          <p:nvPicPr>
            <p:cNvPr id="3307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0585" y="945274"/>
              <a:ext cx="6081818" cy="5954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0760" name="TextBox 5"/>
            <p:cNvSpPr txBox="1">
              <a:spLocks noChangeArrowheads="1"/>
            </p:cNvSpPr>
            <p:nvPr/>
          </p:nvSpPr>
          <p:spPr bwMode="auto">
            <a:xfrm>
              <a:off x="2317375" y="6899351"/>
              <a:ext cx="6946602" cy="824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a:latin typeface="Times New Roman" panose="02020603050405020304" pitchFamily="18" charset="0"/>
                  <a:cs typeface="Times New Roman" panose="02020603050405020304" pitchFamily="18" charset="0"/>
                </a:rPr>
                <a:t>Platinum disk electrode</a:t>
              </a:r>
              <a:endParaRPr lang="en-US" altLang="en-US" sz="2400">
                <a:latin typeface="Times New Roman" panose="02020603050405020304" pitchFamily="18" charset="0"/>
                <a:cs typeface="Times New Roman" panose="02020603050405020304" pitchFamily="18" charset="0"/>
              </a:endParaRPr>
            </a:p>
          </p:txBody>
        </p:sp>
      </p:grpSp>
      <p:sp>
        <p:nvSpPr>
          <p:cNvPr id="330758"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D4A9779-56D5-4F35-A514-1A33AEFFA661}" type="slidenum">
              <a:rPr lang="en-US" altLang="ru-RU">
                <a:solidFill>
                  <a:srgbClr val="FFFFFF"/>
                </a:solidFill>
                <a:latin typeface="Arial" panose="020B0604020202020204" pitchFamily="34" charset="0"/>
                <a:cs typeface="Arial" panose="020B0604020202020204" pitchFamily="34" charset="0"/>
              </a:rPr>
              <a:pPr/>
              <a:t>273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77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775" y="1412875"/>
            <a:ext cx="596582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1779" name="Rectangle 4"/>
          <p:cNvSpPr>
            <a:spLocks noChangeArrowheads="1"/>
          </p:cNvSpPr>
          <p:nvPr/>
        </p:nvSpPr>
        <p:spPr bwMode="auto">
          <a:xfrm>
            <a:off x="1438275" y="620713"/>
            <a:ext cx="2995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800" b="1">
                <a:latin typeface="Times New Roman" panose="02020603050405020304" pitchFamily="18" charset="0"/>
                <a:cs typeface="Times New Roman" panose="02020603050405020304" pitchFamily="18" charset="0"/>
              </a:rPr>
              <a:t>Điện cực làm việc</a:t>
            </a:r>
            <a:r>
              <a:rPr lang="en-US" altLang="zh-CN">
                <a:latin typeface="Times New Roman" panose="02020603050405020304" pitchFamily="18" charset="0"/>
                <a:cs typeface="Times New Roman" panose="02020603050405020304" pitchFamily="18" charset="0"/>
              </a:rPr>
              <a:t>. </a:t>
            </a:r>
            <a:endParaRPr lang="zh-CN" altLang="en-US">
              <a:latin typeface="Arial" panose="020B0604020202020204" pitchFamily="34" charset="0"/>
              <a:cs typeface="Times New Roman" panose="02020603050405020304" pitchFamily="18" charset="0"/>
            </a:endParaRPr>
          </a:p>
        </p:txBody>
      </p:sp>
      <p:sp>
        <p:nvSpPr>
          <p:cNvPr id="33178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0EDB191-A817-44CA-BA5E-8690C93E5604}" type="slidenum">
              <a:rPr lang="en-US" altLang="ru-RU">
                <a:solidFill>
                  <a:srgbClr val="FFFFFF"/>
                </a:solidFill>
                <a:latin typeface="Arial" panose="020B0604020202020204" pitchFamily="34" charset="0"/>
                <a:cs typeface="Arial" panose="020B0604020202020204" pitchFamily="34" charset="0"/>
              </a:rPr>
              <a:pPr/>
              <a:t>274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28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884238"/>
            <a:ext cx="7872412"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2803" name="Rectangle 5"/>
          <p:cNvSpPr>
            <a:spLocks noChangeArrowheads="1"/>
          </p:cNvSpPr>
          <p:nvPr/>
        </p:nvSpPr>
        <p:spPr bwMode="auto">
          <a:xfrm>
            <a:off x="6534150" y="5835650"/>
            <a:ext cx="25908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000" b="1">
                <a:latin typeface="Times New Roman" panose="02020603050405020304" pitchFamily="18" charset="0"/>
                <a:cs typeface="Times New Roman" panose="02020603050405020304" pitchFamily="18" charset="0"/>
              </a:rPr>
              <a:t>Giọt Hg treo (HMDE)</a:t>
            </a:r>
          </a:p>
        </p:txBody>
      </p:sp>
      <p:sp>
        <p:nvSpPr>
          <p:cNvPr id="332804" name="Rectangle 8"/>
          <p:cNvSpPr>
            <a:spLocks noChangeArrowheads="1"/>
          </p:cNvSpPr>
          <p:nvPr/>
        </p:nvSpPr>
        <p:spPr bwMode="auto">
          <a:xfrm>
            <a:off x="1287463" y="5824538"/>
            <a:ext cx="2282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000" b="1">
                <a:solidFill>
                  <a:srgbClr val="000000"/>
                </a:solidFill>
                <a:latin typeface="Times New Roman" panose="02020603050405020304" pitchFamily="18" charset="0"/>
                <a:cs typeface="Times New Roman" panose="02020603050405020304" pitchFamily="18" charset="0"/>
              </a:rPr>
              <a:t>Giọt Hg rơi (DME)</a:t>
            </a:r>
          </a:p>
        </p:txBody>
      </p:sp>
      <p:sp>
        <p:nvSpPr>
          <p:cNvPr id="332805" name="Rectangle 9"/>
          <p:cNvSpPr>
            <a:spLocks noChangeArrowheads="1"/>
          </p:cNvSpPr>
          <p:nvPr/>
        </p:nvSpPr>
        <p:spPr bwMode="auto">
          <a:xfrm>
            <a:off x="3781425" y="5821363"/>
            <a:ext cx="25400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000" b="1">
                <a:latin typeface="Times New Roman" panose="02020603050405020304" pitchFamily="18" charset="0"/>
                <a:cs typeface="Times New Roman" panose="02020603050405020304" pitchFamily="18" charset="0"/>
              </a:rPr>
              <a:t>Giọt Hg tĩnh (SMDE)</a:t>
            </a:r>
          </a:p>
        </p:txBody>
      </p:sp>
      <p:sp>
        <p:nvSpPr>
          <p:cNvPr id="33280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F02AFDE-854A-4728-9763-2A2CEE1D3956}" type="slidenum">
              <a:rPr lang="en-US" altLang="ru-RU">
                <a:solidFill>
                  <a:srgbClr val="FFFFFF"/>
                </a:solidFill>
                <a:latin typeface="Arial" panose="020B0604020202020204" pitchFamily="34" charset="0"/>
                <a:cs typeface="Arial" panose="020B0604020202020204" pitchFamily="34" charset="0"/>
              </a:rPr>
              <a:pPr/>
              <a:t>275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8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692150"/>
            <a:ext cx="7416800"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403648" y="5301208"/>
            <a:ext cx="7429264" cy="892552"/>
          </a:xfrm>
          <a:prstGeom prst="rect">
            <a:avLst/>
          </a:prstGeom>
          <a:solidFill>
            <a:schemeClr val="accent3">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600" b="1" smtClean="0">
                <a:latin typeface="Times New Roman" panose="02020603050405020304" pitchFamily="18" charset="0"/>
                <a:cs typeface="Times New Roman" panose="02020603050405020304" pitchFamily="18" charset="0"/>
              </a:rPr>
              <a:t>Việc chọn điện cực làm việc phụ thuộc vào nồng độ chất phân tích.</a:t>
            </a:r>
          </a:p>
        </p:txBody>
      </p:sp>
      <p:sp>
        <p:nvSpPr>
          <p:cNvPr id="33383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15D4265-FFDE-4E41-BAAE-F400DD62BA39}" type="slidenum">
              <a:rPr lang="en-US" altLang="ru-RU">
                <a:solidFill>
                  <a:srgbClr val="FFFFFF"/>
                </a:solidFill>
                <a:latin typeface="Arial" panose="020B0604020202020204" pitchFamily="34" charset="0"/>
                <a:cs typeface="Arial" panose="020B0604020202020204" pitchFamily="34" charset="0"/>
              </a:rPr>
              <a:pPr/>
              <a:t>276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Content Placeholder 2"/>
          <p:cNvSpPr txBox="1">
            <a:spLocks/>
          </p:cNvSpPr>
          <p:nvPr/>
        </p:nvSpPr>
        <p:spPr bwMode="auto">
          <a:xfrm>
            <a:off x="1303338" y="257175"/>
            <a:ext cx="7310437"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50000"/>
              </a:lnSpc>
              <a:spcBef>
                <a:spcPts val="600"/>
              </a:spcBef>
              <a:spcAft>
                <a:spcPct val="0"/>
              </a:spcAft>
              <a:buSzPct val="80000"/>
              <a:buFontTx/>
              <a:buNone/>
            </a:pPr>
            <a:r>
              <a:rPr lang="en-US" sz="2400" b="1">
                <a:solidFill>
                  <a:schemeClr val="tx1"/>
                </a:solidFill>
                <a:latin typeface="Arial" panose="020B0604020202020204" pitchFamily="34" charset="0"/>
                <a:cs typeface="Arial" panose="020B0604020202020204" pitchFamily="34" charset="0"/>
              </a:rPr>
              <a:t>Lựa chọn điện cực làm việc cho việc phân tích:</a:t>
            </a:r>
          </a:p>
          <a:p>
            <a:pPr eaLnBrk="1" hangingPunct="1">
              <a:lnSpc>
                <a:spcPct val="150000"/>
              </a:lnSpc>
              <a:spcBef>
                <a:spcPts val="600"/>
              </a:spcBef>
              <a:spcAft>
                <a:spcPct val="0"/>
              </a:spcAft>
              <a:buSzPct val="80000"/>
              <a:buFont typeface="Wingdings 2" panose="05020102010507070707" pitchFamily="18" charset="2"/>
              <a:buChar char=""/>
            </a:pPr>
            <a:r>
              <a:rPr lang="en-US" sz="2400">
                <a:solidFill>
                  <a:schemeClr val="tx1"/>
                </a:solidFill>
                <a:latin typeface="Arial" panose="020B0604020202020204" pitchFamily="34" charset="0"/>
                <a:cs typeface="Arial" panose="020B0604020202020204" pitchFamily="34" charset="0"/>
              </a:rPr>
              <a:t>DME hoặc SMDE: Hợp chất hữu cơ</a:t>
            </a:r>
          </a:p>
          <a:p>
            <a:pPr eaLnBrk="1" hangingPunct="1">
              <a:lnSpc>
                <a:spcPct val="150000"/>
              </a:lnSpc>
              <a:spcBef>
                <a:spcPts val="600"/>
              </a:spcBef>
              <a:spcAft>
                <a:spcPct val="0"/>
              </a:spcAft>
              <a:buSzPct val="80000"/>
              <a:buFont typeface="Wingdings 2" panose="05020102010507070707" pitchFamily="18" charset="2"/>
              <a:buChar char=""/>
            </a:pPr>
            <a:r>
              <a:rPr lang="en-US" sz="2400">
                <a:solidFill>
                  <a:schemeClr val="tx1"/>
                </a:solidFill>
                <a:latin typeface="Arial" panose="020B0604020202020204" pitchFamily="34" charset="0"/>
                <a:cs typeface="Arial" panose="020B0604020202020204" pitchFamily="34" charset="0"/>
              </a:rPr>
              <a:t>HMDE: Vết kim loại </a:t>
            </a:r>
          </a:p>
          <a:p>
            <a:pPr eaLnBrk="1" hangingPunct="1">
              <a:lnSpc>
                <a:spcPct val="150000"/>
              </a:lnSpc>
              <a:spcBef>
                <a:spcPts val="600"/>
              </a:spcBef>
              <a:spcAft>
                <a:spcPct val="0"/>
              </a:spcAft>
              <a:buSzPct val="80000"/>
              <a:buFont typeface="Wingdings 2" panose="05020102010507070707" pitchFamily="18" charset="2"/>
              <a:buChar char=""/>
            </a:pPr>
            <a:r>
              <a:rPr lang="en-US" sz="2400">
                <a:solidFill>
                  <a:schemeClr val="tx1"/>
                </a:solidFill>
                <a:latin typeface="Arial" panose="020B0604020202020204" pitchFamily="34" charset="0"/>
                <a:cs typeface="Arial" panose="020B0604020202020204" pitchFamily="34" charset="0"/>
              </a:rPr>
              <a:t>RDE</a:t>
            </a:r>
          </a:p>
          <a:p>
            <a:pPr lvl="1" eaLnBrk="1" hangingPunct="1">
              <a:lnSpc>
                <a:spcPct val="150000"/>
              </a:lnSpc>
              <a:spcBef>
                <a:spcPts val="550"/>
              </a:spcBef>
              <a:spcAft>
                <a:spcPct val="0"/>
              </a:spcAft>
              <a:buFont typeface="Wingdings" panose="05000000000000000000" pitchFamily="2" charset="2"/>
              <a:buChar char="v"/>
            </a:pPr>
            <a:r>
              <a:rPr lang="en-US" sz="2400">
                <a:solidFill>
                  <a:schemeClr val="tx1"/>
                </a:solidFill>
                <a:latin typeface="Arial" panose="020B0604020202020204" pitchFamily="34" charset="0"/>
                <a:cs typeface="Arial" panose="020B0604020202020204" pitchFamily="34" charset="0"/>
              </a:rPr>
              <a:t> Điện cực vàng : Hg, As</a:t>
            </a:r>
          </a:p>
          <a:p>
            <a:pPr lvl="1" eaLnBrk="1" hangingPunct="1">
              <a:lnSpc>
                <a:spcPct val="150000"/>
              </a:lnSpc>
              <a:spcBef>
                <a:spcPts val="550"/>
              </a:spcBef>
              <a:spcAft>
                <a:spcPct val="0"/>
              </a:spcAft>
              <a:buFont typeface="Wingdings" panose="05000000000000000000" pitchFamily="2" charset="2"/>
              <a:buChar char="v"/>
            </a:pPr>
            <a:r>
              <a:rPr lang="en-US" sz="2400">
                <a:solidFill>
                  <a:schemeClr val="tx1"/>
                </a:solidFill>
                <a:latin typeface="Arial" panose="020B0604020202020204" pitchFamily="34" charset="0"/>
                <a:cs typeface="Arial" panose="020B0604020202020204" pitchFamily="34" charset="0"/>
              </a:rPr>
              <a:t>Điện cực carbon siêu vết với lớp phủ Hg:Cd, Pb, Cu</a:t>
            </a:r>
          </a:p>
          <a:p>
            <a:pPr lvl="1" eaLnBrk="1" hangingPunct="1">
              <a:lnSpc>
                <a:spcPct val="150000"/>
              </a:lnSpc>
              <a:spcBef>
                <a:spcPts val="550"/>
              </a:spcBef>
              <a:spcAft>
                <a:spcPct val="0"/>
              </a:spcAft>
              <a:buFont typeface="Wingdings" panose="05000000000000000000" pitchFamily="2" charset="2"/>
              <a:buChar char="v"/>
            </a:pPr>
            <a:r>
              <a:rPr lang="en-US" sz="2400">
                <a:solidFill>
                  <a:schemeClr val="tx1"/>
                </a:solidFill>
                <a:latin typeface="Arial" panose="020B0604020202020204" pitchFamily="34" charset="0"/>
                <a:cs typeface="Arial" panose="020B0604020202020204" pitchFamily="34" charset="0"/>
              </a:rPr>
              <a:t> Điện cực carbon siêu vết với Hg tự do :Cr, W, Ni</a:t>
            </a:r>
          </a:p>
        </p:txBody>
      </p:sp>
      <p:sp>
        <p:nvSpPr>
          <p:cNvPr id="334851"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7D534AC-27B8-4329-A694-5D36298A3787}" type="slidenum">
              <a:rPr lang="en-US" altLang="ru-RU">
                <a:solidFill>
                  <a:srgbClr val="FFFFFF"/>
                </a:solidFill>
                <a:latin typeface="Arial" panose="020B0604020202020204" pitchFamily="34" charset="0"/>
                <a:cs typeface="Arial" panose="020B0604020202020204" pitchFamily="34" charset="0"/>
              </a:rPr>
              <a:pPr/>
              <a:t>277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Content Placeholder 2"/>
          <p:cNvSpPr txBox="1">
            <a:spLocks/>
          </p:cNvSpPr>
          <p:nvPr/>
        </p:nvSpPr>
        <p:spPr bwMode="auto">
          <a:xfrm>
            <a:off x="1258888" y="188913"/>
            <a:ext cx="7310437" cy="576262"/>
          </a:xfrm>
          <a:prstGeom prst="rect">
            <a:avLst/>
          </a:prstGeom>
          <a:solidFill>
            <a:schemeClr val="accent1">
              <a:lumMod val="40000"/>
              <a:lumOff val="60000"/>
            </a:schemeClr>
          </a:solidFill>
          <a:ln>
            <a:solidFill>
              <a:schemeClr val="tx1"/>
            </a:solidFill>
          </a:ln>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639763" indent="-236538">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096963" indent="-173038">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1296988" indent="-182563">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17541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2113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26685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1257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algn="ctr" eaLnBrk="1" fontAlgn="auto" hangingPunct="1">
              <a:lnSpc>
                <a:spcPct val="150000"/>
              </a:lnSpc>
              <a:spcAft>
                <a:spcPts val="0"/>
              </a:spcAft>
              <a:buFontTx/>
              <a:buNone/>
              <a:defRPr/>
            </a:pPr>
            <a:r>
              <a:rPr lang="en-US" altLang="en-US" sz="2800" b="1" dirty="0" err="1">
                <a:latin typeface="Times New Roman" panose="02020603050405020304" pitchFamily="18" charset="0"/>
                <a:cs typeface="Times New Roman" panose="02020603050405020304" pitchFamily="18" charset="0"/>
              </a:rPr>
              <a:t>Điện</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cực</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đĩa</a:t>
            </a:r>
            <a:r>
              <a:rPr lang="en-US" altLang="en-US" sz="2800" b="1" dirty="0">
                <a:latin typeface="Times New Roman" panose="02020603050405020304" pitchFamily="18" charset="0"/>
                <a:cs typeface="Times New Roman" panose="02020603050405020304" pitchFamily="18" charset="0"/>
              </a:rPr>
              <a:t> quay Rotary disk electrode</a:t>
            </a:r>
          </a:p>
        </p:txBody>
      </p:sp>
      <p:sp>
        <p:nvSpPr>
          <p:cNvPr id="335875"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B30A7E4-701F-4CAF-B929-595565FFB95F}" type="slidenum">
              <a:rPr lang="en-US" altLang="ru-RU">
                <a:solidFill>
                  <a:srgbClr val="FFFFFF"/>
                </a:solidFill>
                <a:latin typeface="Arial" panose="020B0604020202020204" pitchFamily="34" charset="0"/>
                <a:cs typeface="Arial" panose="020B0604020202020204" pitchFamily="34" charset="0"/>
              </a:rPr>
              <a:pPr/>
              <a:t>278</a:t>
            </a:fld>
            <a:endParaRPr lang="en-US" altLang="ru-RU">
              <a:solidFill>
                <a:srgbClr val="FFFFFF"/>
              </a:solidFill>
              <a:latin typeface="Arial" panose="020B0604020202020204" pitchFamily="34" charset="0"/>
              <a:cs typeface="Arial" panose="020B0604020202020204" pitchFamily="34" charset="0"/>
            </a:endParaRPr>
          </a:p>
        </p:txBody>
      </p:sp>
      <p:pic>
        <p:nvPicPr>
          <p:cNvPr id="335876" name="Picture 2" descr="http://www.ceb.cam.ac.uk/data/images/groups/CREST/Teaching/hydro/iain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3638" y="1700213"/>
            <a:ext cx="4586287"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5877" name="Picture 4" descr="http://compton.chem.ox.ac.uk/john/Thesis/1-figs/rd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688" y="963613"/>
            <a:ext cx="17272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5878" name="Picture 6" descr="http://www.als-japan.com/xdata/rrde/Figure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250" y="3452813"/>
            <a:ext cx="333375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Content Placeholder 2"/>
          <p:cNvSpPr txBox="1">
            <a:spLocks/>
          </p:cNvSpPr>
          <p:nvPr/>
        </p:nvSpPr>
        <p:spPr bwMode="auto">
          <a:xfrm>
            <a:off x="1303338" y="257175"/>
            <a:ext cx="7310437" cy="723900"/>
          </a:xfrm>
          <a:prstGeom prst="rect">
            <a:avLst/>
          </a:prstGeom>
          <a:solidFill>
            <a:schemeClr val="accent1">
              <a:lumMod val="40000"/>
              <a:lumOff val="60000"/>
            </a:schemeClr>
          </a:solidFill>
          <a:ln>
            <a:solidFill>
              <a:schemeClr val="tx1"/>
            </a:solidFill>
          </a:ln>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639763" indent="-236538">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096963" indent="-173038">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1296988" indent="-182563">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17541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2113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26685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125788" indent="-182563" fontAlgn="base">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algn="ctr" eaLnBrk="1" fontAlgn="auto" hangingPunct="1">
              <a:lnSpc>
                <a:spcPct val="150000"/>
              </a:lnSpc>
              <a:spcAft>
                <a:spcPts val="0"/>
              </a:spcAft>
              <a:buFontTx/>
              <a:buNone/>
              <a:defRPr/>
            </a:pPr>
            <a:r>
              <a:rPr lang="en-US" altLang="en-US" sz="2800" b="1" dirty="0" err="1">
                <a:latin typeface="Times New Roman" panose="02020603050405020304" pitchFamily="18" charset="0"/>
                <a:cs typeface="Times New Roman" panose="02020603050405020304" pitchFamily="18" charset="0"/>
              </a:rPr>
              <a:t>Điện</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cực</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đĩa</a:t>
            </a:r>
            <a:r>
              <a:rPr lang="en-US" altLang="en-US" sz="2800" b="1" dirty="0">
                <a:latin typeface="Times New Roman" panose="02020603050405020304" pitchFamily="18" charset="0"/>
                <a:cs typeface="Times New Roman" panose="02020603050405020304" pitchFamily="18" charset="0"/>
              </a:rPr>
              <a:t> quay Rotary disk electrode</a:t>
            </a:r>
          </a:p>
        </p:txBody>
      </p:sp>
      <p:sp>
        <p:nvSpPr>
          <p:cNvPr id="336899"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419B16B-4CFF-410A-829F-E642F1C255A1}" type="slidenum">
              <a:rPr lang="en-US" altLang="ru-RU">
                <a:solidFill>
                  <a:srgbClr val="FFFFFF"/>
                </a:solidFill>
                <a:latin typeface="Arial" panose="020B0604020202020204" pitchFamily="34" charset="0"/>
                <a:cs typeface="Arial" panose="020B0604020202020204" pitchFamily="34" charset="0"/>
              </a:rPr>
              <a:pPr/>
              <a:t>279</a:t>
            </a:fld>
            <a:endParaRPr lang="en-US" altLang="ru-RU">
              <a:solidFill>
                <a:srgbClr val="FFFFFF"/>
              </a:solidFill>
              <a:latin typeface="Arial" panose="020B0604020202020204" pitchFamily="34" charset="0"/>
              <a:cs typeface="Arial" panose="020B0604020202020204" pitchFamily="34" charset="0"/>
            </a:endParaRPr>
          </a:p>
        </p:txBody>
      </p:sp>
      <p:pic>
        <p:nvPicPr>
          <p:cNvPr id="336900" name="Picture 2" descr="http://www.als-japan.com/xdata/rrde-3a_n/RRDE_electro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1196975"/>
            <a:ext cx="4829175"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1" name="Picture 4" descr="http://www.als-japan.com/xdata/rrde/Figure1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3357563"/>
            <a:ext cx="522922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268413"/>
            <a:ext cx="8142287"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2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2FA2B3E-DF30-4259-8AF5-B17712DB97D2}" type="slidenum">
              <a:rPr lang="en-US" altLang="ru-RU">
                <a:solidFill>
                  <a:srgbClr val="FFFFFF"/>
                </a:solidFill>
                <a:latin typeface="Arial" panose="020B0604020202020204" pitchFamily="34" charset="0"/>
                <a:cs typeface="Arial" panose="020B0604020202020204" pitchFamily="34" charset="0"/>
              </a:rPr>
              <a:pPr/>
              <a:t>280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xit" presetSubtype="4" fill="hold" nodeType="clickEffect">
                                  <p:stCondLst>
                                    <p:cond delay="0"/>
                                  </p:stCondLst>
                                  <p:childTnLst>
                                    <p:anim calcmode="lin" valueType="num">
                                      <p:cBhvr additive="base">
                                        <p:cTn id="13" dur="500"/>
                                        <p:tgtEl>
                                          <p:spTgt spid="2"/>
                                        </p:tgtEl>
                                        <p:attrNameLst>
                                          <p:attrName>ppt_x</p:attrName>
                                        </p:attrNameLst>
                                      </p:cBhvr>
                                      <p:tavLst>
                                        <p:tav tm="0">
                                          <p:val>
                                            <p:strVal val="ppt_x"/>
                                          </p:val>
                                        </p:tav>
                                        <p:tav tm="100000">
                                          <p:val>
                                            <p:strVal val="ppt_x"/>
                                          </p:val>
                                        </p:tav>
                                      </p:tavLst>
                                    </p:anim>
                                    <p:anim calcmode="lin" valueType="num">
                                      <p:cBhvr additive="base">
                                        <p:cTn id="14" dur="500"/>
                                        <p:tgtEl>
                                          <p:spTgt spid="2"/>
                                        </p:tgtEl>
                                        <p:attrNameLst>
                                          <p:attrName>ppt_y</p:attrName>
                                        </p:attrNameLst>
                                      </p:cBhvr>
                                      <p:tavLst>
                                        <p:tav tm="0">
                                          <p:val>
                                            <p:strVal val="ppt_y"/>
                                          </p:val>
                                        </p:tav>
                                        <p:tav tm="100000">
                                          <p:val>
                                            <p:strVal val="1+ppt_h/2"/>
                                          </p:val>
                                        </p:tav>
                                      </p:tavLst>
                                    </p:anim>
                                    <p:set>
                                      <p:cBhvr>
                                        <p:cTn id="15"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9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9275"/>
            <a:ext cx="9144000" cy="570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947"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892ED43-9EB8-44A3-B041-2C0248B778FF}" type="slidenum">
              <a:rPr lang="en-US" altLang="ru-RU">
                <a:solidFill>
                  <a:srgbClr val="FFFFFF"/>
                </a:solidFill>
                <a:latin typeface="Arial" panose="020B0604020202020204" pitchFamily="34" charset="0"/>
                <a:cs typeface="Arial" panose="020B0604020202020204" pitchFamily="34" charset="0"/>
              </a:rPr>
              <a:pPr/>
              <a:t>281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1"/>
          <p:cNvSpPr>
            <a:spLocks noChangeArrowheads="1"/>
          </p:cNvSpPr>
          <p:nvPr/>
        </p:nvSpPr>
        <p:spPr bwMode="auto">
          <a:xfrm>
            <a:off x="827088" y="404813"/>
            <a:ext cx="8104187" cy="5222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800" b="1">
                <a:latin typeface="Times New Roman" panose="02020603050405020304" pitchFamily="18" charset="0"/>
                <a:cs typeface="Times New Roman" panose="02020603050405020304" pitchFamily="18" charset="0"/>
              </a:rPr>
              <a:t>4.3. Nguyên lý </a:t>
            </a:r>
            <a:r>
              <a:rPr lang="vi-VN" altLang="zh-CN" sz="2800" b="1">
                <a:latin typeface="Times New Roman" panose="02020603050405020304" pitchFamily="18" charset="0"/>
                <a:cs typeface="Times New Roman" panose="02020603050405020304" pitchFamily="18" charset="0"/>
              </a:rPr>
              <a:t>trong phương pháp Volt</a:t>
            </a:r>
            <a:r>
              <a:rPr lang="en-US" altLang="zh-CN" sz="2800" b="1">
                <a:latin typeface="Times New Roman" panose="02020603050405020304" pitchFamily="18" charset="0"/>
                <a:cs typeface="Times New Roman" panose="02020603050405020304" pitchFamily="18" charset="0"/>
              </a:rPr>
              <a:t>-</a:t>
            </a:r>
            <a:r>
              <a:rPr lang="vi-VN" altLang="zh-CN" sz="2800" b="1">
                <a:latin typeface="Times New Roman" panose="02020603050405020304" pitchFamily="18" charset="0"/>
                <a:cs typeface="Times New Roman" panose="02020603050405020304" pitchFamily="18" charset="0"/>
              </a:rPr>
              <a:t> Ample </a:t>
            </a:r>
            <a:endParaRPr lang="zh-CN" altLang="en-US" sz="2800" b="1">
              <a:latin typeface="Times New Roman" panose="02020603050405020304" pitchFamily="18" charset="0"/>
              <a:cs typeface="Times New Roman" panose="02020603050405020304" pitchFamily="18" charset="0"/>
            </a:endParaRPr>
          </a:p>
        </p:txBody>
      </p:sp>
      <p:sp>
        <p:nvSpPr>
          <p:cNvPr id="339971" name="Rectangle 2"/>
          <p:cNvSpPr>
            <a:spLocks noChangeArrowheads="1"/>
          </p:cNvSpPr>
          <p:nvPr/>
        </p:nvSpPr>
        <p:spPr bwMode="auto">
          <a:xfrm>
            <a:off x="1187450" y="1484313"/>
            <a:ext cx="7561263"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zh-CN" sz="2400">
                <a:ea typeface="MingLiU" pitchFamily="49" charset="-120"/>
              </a:rPr>
              <a:t>Phương pháp cực phổ cổ điển có các hạn chế:</a:t>
            </a:r>
          </a:p>
          <a:p>
            <a:pPr algn="just" eaLnBrk="1" hangingPunct="1">
              <a:lnSpc>
                <a:spcPct val="150000"/>
              </a:lnSpc>
              <a:buFont typeface="Wingdings" panose="05000000000000000000" pitchFamily="2" charset="2"/>
              <a:buChar char="v"/>
            </a:pPr>
            <a:r>
              <a:rPr lang="en-US" altLang="zh-CN" sz="2400">
                <a:ea typeface="MingLiU" pitchFamily="49" charset="-120"/>
              </a:rPr>
              <a:t>Độ nhạy &gt; 10</a:t>
            </a:r>
            <a:r>
              <a:rPr lang="en-US" altLang="zh-CN" sz="2400" baseline="30000">
                <a:ea typeface="MingLiU" pitchFamily="49" charset="-120"/>
              </a:rPr>
              <a:t>-6</a:t>
            </a:r>
            <a:r>
              <a:rPr lang="en-US" altLang="zh-CN" sz="2400">
                <a:ea typeface="MingLiU" pitchFamily="49" charset="-120"/>
              </a:rPr>
              <a:t>M và độ chọn lọc không cao: khi dung dịch có nhiều cấu tử có tính khử cực thì chúng có tính cộng tính (đường cong cực phổ chồng lên nhau như bậc thang)</a:t>
            </a:r>
          </a:p>
          <a:p>
            <a:pPr algn="just" eaLnBrk="1" hangingPunct="1">
              <a:lnSpc>
                <a:spcPct val="150000"/>
              </a:lnSpc>
              <a:buFont typeface="Wingdings" panose="05000000000000000000" pitchFamily="2" charset="2"/>
              <a:buChar char="v"/>
            </a:pPr>
            <a:r>
              <a:rPr lang="en-US" altLang="zh-CN" sz="2400">
                <a:ea typeface="MingLiU" pitchFamily="49" charset="-120"/>
              </a:rPr>
              <a:t>Khó xác định thế bán sóng</a:t>
            </a:r>
          </a:p>
          <a:p>
            <a:pPr algn="just" eaLnBrk="1" hangingPunct="1">
              <a:lnSpc>
                <a:spcPct val="150000"/>
              </a:lnSpc>
              <a:buFont typeface="Wingdings" panose="05000000000000000000" pitchFamily="2" charset="2"/>
              <a:buChar char="v"/>
            </a:pPr>
            <a:r>
              <a:rPr lang="en-US" altLang="zh-CN" sz="2400">
                <a:ea typeface="MingLiU" pitchFamily="49" charset="-120"/>
              </a:rPr>
              <a:t>Cần phải xử lý mẫu qua nhiều gia đoạn phức tạp</a:t>
            </a:r>
            <a:endParaRPr lang="zh-CN" altLang="en-US" sz="2400">
              <a:ea typeface="MingLiU" pitchFamily="49" charset="-120"/>
            </a:endParaRPr>
          </a:p>
        </p:txBody>
      </p:sp>
      <p:sp>
        <p:nvSpPr>
          <p:cNvPr id="33997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AFAFE25-CADA-4A6B-9FA0-6195B49498AC}" type="slidenum">
              <a:rPr lang="en-US" altLang="ru-RU">
                <a:solidFill>
                  <a:srgbClr val="FFFFFF"/>
                </a:solidFill>
                <a:latin typeface="Arial" panose="020B0604020202020204" pitchFamily="34" charset="0"/>
                <a:cs typeface="Arial" panose="020B0604020202020204" pitchFamily="34" charset="0"/>
              </a:rPr>
              <a:pPr/>
              <a:t>282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TextBox 1"/>
          <p:cNvSpPr txBox="1">
            <a:spLocks noChangeArrowheads="1"/>
          </p:cNvSpPr>
          <p:nvPr/>
        </p:nvSpPr>
        <p:spPr bwMode="auto">
          <a:xfrm>
            <a:off x="1633538" y="1052513"/>
            <a:ext cx="6977062" cy="33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en-US" sz="2400">
                <a:latin typeface="Arial" panose="020B0604020202020204" pitchFamily="34" charset="0"/>
                <a:cs typeface="Arial" panose="020B0604020202020204" pitchFamily="34" charset="0"/>
              </a:rPr>
              <a:t>Phương pháp Volt Ample hòa tan là phương pháp làm giàu tốt nhất, tập trung nồng độ chất cần phân tích trên bề mặt điện cực. </a:t>
            </a:r>
          </a:p>
          <a:p>
            <a:pPr algn="just" eaLnBrk="1" hangingPunct="1">
              <a:lnSpc>
                <a:spcPct val="150000"/>
              </a:lnSpc>
            </a:pPr>
            <a:r>
              <a:rPr lang="en-US" altLang="en-US" sz="2400">
                <a:latin typeface="Arial" panose="020B0604020202020204" pitchFamily="34" charset="0"/>
                <a:cs typeface="Arial" panose="020B0604020202020204" pitchFamily="34" charset="0"/>
              </a:rPr>
              <a:t>Nguyên tắc của phương pháp là sự kết hợp giữa cực phổ, điện phân làm giàu và quá trình hòa tan kết tủa.</a:t>
            </a:r>
          </a:p>
        </p:txBody>
      </p:sp>
      <p:sp>
        <p:nvSpPr>
          <p:cNvPr id="340995" name="TextBox 9"/>
          <p:cNvSpPr txBox="1">
            <a:spLocks noChangeArrowheads="1"/>
          </p:cNvSpPr>
          <p:nvPr/>
        </p:nvSpPr>
        <p:spPr bwMode="auto">
          <a:xfrm>
            <a:off x="2179638" y="5318125"/>
            <a:ext cx="63373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50000"/>
              </a:lnSpc>
            </a:pPr>
            <a:r>
              <a:rPr lang="en-US" altLang="en-US" sz="2400">
                <a:latin typeface="Arial" panose="020B0604020202020204" pitchFamily="34" charset="0"/>
                <a:cs typeface="Arial" panose="020B0604020202020204" pitchFamily="34" charset="0"/>
              </a:rPr>
              <a:t>Nồng độ chất xác định : 10</a:t>
            </a:r>
            <a:r>
              <a:rPr lang="en-US" altLang="en-US" sz="2400" baseline="30000">
                <a:latin typeface="Arial" panose="020B0604020202020204" pitchFamily="34" charset="0"/>
                <a:cs typeface="Arial" panose="020B0604020202020204" pitchFamily="34" charset="0"/>
              </a:rPr>
              <a:t>-6 </a:t>
            </a:r>
            <a:r>
              <a:rPr lang="en-US" altLang="en-US" sz="2400">
                <a:latin typeface="Arial" panose="020B0604020202020204" pitchFamily="34" charset="0"/>
                <a:cs typeface="Arial" panose="020B0604020202020204" pitchFamily="34" charset="0"/>
              </a:rPr>
              <a:t>- 10</a:t>
            </a:r>
            <a:r>
              <a:rPr lang="en-US" altLang="en-US" sz="2400" baseline="30000">
                <a:latin typeface="Arial" panose="020B0604020202020204" pitchFamily="34" charset="0"/>
                <a:cs typeface="Arial" panose="020B0604020202020204" pitchFamily="34" charset="0"/>
              </a:rPr>
              <a:t>-9</a:t>
            </a:r>
            <a:r>
              <a:rPr lang="en-US" altLang="en-US" sz="2400">
                <a:latin typeface="Arial" panose="020B0604020202020204" pitchFamily="34" charset="0"/>
                <a:cs typeface="Arial" panose="020B0604020202020204" pitchFamily="34" charset="0"/>
              </a:rPr>
              <a:t> M </a:t>
            </a:r>
          </a:p>
        </p:txBody>
      </p:sp>
      <p:sp>
        <p:nvSpPr>
          <p:cNvPr id="340996"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736BA7A-A9E7-471F-83DA-11CE734FCB7E}" type="slidenum">
              <a:rPr lang="en-US" altLang="ru-RU">
                <a:solidFill>
                  <a:srgbClr val="FFFFFF"/>
                </a:solidFill>
                <a:latin typeface="Times New Roman" panose="02020603050405020304" pitchFamily="18" charset="0"/>
                <a:cs typeface="Times New Roman" panose="02020603050405020304" pitchFamily="18" charset="0"/>
              </a:rPr>
              <a:pPr/>
              <a:t>283</a:t>
            </a:fld>
            <a:endParaRPr lang="en-US" altLang="ru-RU">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1116013" y="1682750"/>
            <a:ext cx="3681412" cy="811213"/>
          </a:xfrm>
          <a:custGeom>
            <a:avLst/>
            <a:gdLst>
              <a:gd name="connsiteX0" fmla="*/ 0 w 4358743"/>
              <a:gd name="connsiteY0" fmla="*/ 0 h 632880"/>
              <a:gd name="connsiteX1" fmla="*/ 4358743 w 4358743"/>
              <a:gd name="connsiteY1" fmla="*/ 0 h 632880"/>
              <a:gd name="connsiteX2" fmla="*/ 4358743 w 4358743"/>
              <a:gd name="connsiteY2" fmla="*/ 632880 h 632880"/>
              <a:gd name="connsiteX3" fmla="*/ 0 w 4358743"/>
              <a:gd name="connsiteY3" fmla="*/ 632880 h 632880"/>
              <a:gd name="connsiteX4" fmla="*/ 0 w 4358743"/>
              <a:gd name="connsiteY4" fmla="*/ 0 h 63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8743" h="632880">
                <a:moveTo>
                  <a:pt x="0" y="0"/>
                </a:moveTo>
                <a:lnTo>
                  <a:pt x="4358743" y="0"/>
                </a:lnTo>
                <a:lnTo>
                  <a:pt x="4358743" y="632880"/>
                </a:lnTo>
                <a:lnTo>
                  <a:pt x="0" y="632880"/>
                </a:lnTo>
                <a:lnTo>
                  <a:pt x="0" y="0"/>
                </a:lnTo>
                <a:close/>
              </a:path>
            </a:pathLst>
          </a:custGeom>
          <a:solidFill>
            <a:srgbClr val="E4C9AE"/>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502349" tIns="60960" rIns="60960" bIns="60960" anchor="ctr"/>
          <a:lstStyle>
            <a:lvl1pPr defTabSz="1066800">
              <a:defRPr>
                <a:solidFill>
                  <a:schemeClr val="tx1"/>
                </a:solidFill>
                <a:latin typeface="Calibri" panose="020F0502020204030204" pitchFamily="34" charset="0"/>
              </a:defRPr>
            </a:lvl1pPr>
            <a:lvl2pPr marL="742950" indent="-285750" defTabSz="1066800">
              <a:defRPr>
                <a:solidFill>
                  <a:schemeClr val="tx1"/>
                </a:solidFill>
                <a:latin typeface="Calibri" panose="020F0502020204030204" pitchFamily="34" charset="0"/>
              </a:defRPr>
            </a:lvl2pPr>
            <a:lvl3pPr marL="1143000" indent="-228600" defTabSz="1066800">
              <a:defRPr>
                <a:solidFill>
                  <a:schemeClr val="tx1"/>
                </a:solidFill>
                <a:latin typeface="Calibri" panose="020F0502020204030204" pitchFamily="34" charset="0"/>
              </a:defRPr>
            </a:lvl3pPr>
            <a:lvl4pPr marL="1600200" indent="-228600" defTabSz="1066800">
              <a:defRPr>
                <a:solidFill>
                  <a:schemeClr val="tx1"/>
                </a:solidFill>
                <a:latin typeface="Calibri" panose="020F0502020204030204" pitchFamily="34" charset="0"/>
              </a:defRPr>
            </a:lvl4pPr>
            <a:lvl5pPr marL="2057400" indent="-228600" defTabSz="1066800">
              <a:defRPr>
                <a:solidFill>
                  <a:schemeClr val="tx1"/>
                </a:solidFill>
                <a:latin typeface="Calibri" panose="020F0502020204030204" pitchFamily="34" charset="0"/>
              </a:defRPr>
            </a:lvl5pPr>
            <a:lvl6pPr marL="2514600" indent="-228600" defTabSz="1066800" eaLnBrk="0" fontAlgn="base" hangingPunct="0">
              <a:spcBef>
                <a:spcPct val="0"/>
              </a:spcBef>
              <a:spcAft>
                <a:spcPct val="0"/>
              </a:spcAft>
              <a:defRPr>
                <a:solidFill>
                  <a:schemeClr val="tx1"/>
                </a:solidFill>
                <a:latin typeface="Calibri" panose="020F0502020204030204" pitchFamily="34" charset="0"/>
              </a:defRPr>
            </a:lvl6pPr>
            <a:lvl7pPr marL="2971800" indent="-228600" defTabSz="1066800" eaLnBrk="0" fontAlgn="base" hangingPunct="0">
              <a:spcBef>
                <a:spcPct val="0"/>
              </a:spcBef>
              <a:spcAft>
                <a:spcPct val="0"/>
              </a:spcAft>
              <a:defRPr>
                <a:solidFill>
                  <a:schemeClr val="tx1"/>
                </a:solidFill>
                <a:latin typeface="Calibri" panose="020F0502020204030204" pitchFamily="34" charset="0"/>
              </a:defRPr>
            </a:lvl7pPr>
            <a:lvl8pPr marL="3429000" indent="-228600" defTabSz="1066800" eaLnBrk="0" fontAlgn="base" hangingPunct="0">
              <a:spcBef>
                <a:spcPct val="0"/>
              </a:spcBef>
              <a:spcAft>
                <a:spcPct val="0"/>
              </a:spcAft>
              <a:defRPr>
                <a:solidFill>
                  <a:schemeClr val="tx1"/>
                </a:solidFill>
                <a:latin typeface="Calibri" panose="020F0502020204030204" pitchFamily="34" charset="0"/>
              </a:defRPr>
            </a:lvl8pPr>
            <a:lvl9pPr marL="3886200" indent="-228600" defTabSz="1066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defRPr/>
            </a:pPr>
            <a:r>
              <a:rPr lang="en-US" sz="2400" smtClean="0">
                <a:latin typeface="Arial" panose="020B0604020202020204" pitchFamily="34" charset="0"/>
                <a:cs typeface="Arial" panose="020B0604020202020204" pitchFamily="34" charset="0"/>
              </a:rPr>
              <a:t>Von-ampe hòa tan anod</a:t>
            </a:r>
          </a:p>
        </p:txBody>
      </p:sp>
      <p:sp>
        <p:nvSpPr>
          <p:cNvPr id="4" name="Freeform 3"/>
          <p:cNvSpPr/>
          <p:nvPr/>
        </p:nvSpPr>
        <p:spPr>
          <a:xfrm>
            <a:off x="1116013" y="2879725"/>
            <a:ext cx="3681412" cy="811213"/>
          </a:xfrm>
          <a:custGeom>
            <a:avLst/>
            <a:gdLst>
              <a:gd name="connsiteX0" fmla="*/ 0 w 4128691"/>
              <a:gd name="connsiteY0" fmla="*/ 0 h 632880"/>
              <a:gd name="connsiteX1" fmla="*/ 4128691 w 4128691"/>
              <a:gd name="connsiteY1" fmla="*/ 0 h 632880"/>
              <a:gd name="connsiteX2" fmla="*/ 4128691 w 4128691"/>
              <a:gd name="connsiteY2" fmla="*/ 632880 h 632880"/>
              <a:gd name="connsiteX3" fmla="*/ 0 w 4128691"/>
              <a:gd name="connsiteY3" fmla="*/ 632880 h 632880"/>
              <a:gd name="connsiteX4" fmla="*/ 0 w 4128691"/>
              <a:gd name="connsiteY4" fmla="*/ 0 h 63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8691" h="632880">
                <a:moveTo>
                  <a:pt x="0" y="0"/>
                </a:moveTo>
                <a:lnTo>
                  <a:pt x="4128691" y="0"/>
                </a:lnTo>
                <a:lnTo>
                  <a:pt x="4128691" y="632880"/>
                </a:lnTo>
                <a:lnTo>
                  <a:pt x="0" y="632880"/>
                </a:lnTo>
                <a:lnTo>
                  <a:pt x="0" y="0"/>
                </a:lnTo>
                <a:close/>
              </a:path>
            </a:pathLst>
          </a:custGeom>
          <a:solidFill>
            <a:srgbClr val="DAB48E"/>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502349" tIns="60960" rIns="60960" bIns="60960" anchor="ctr"/>
          <a:lstStyle>
            <a:lvl1pPr defTabSz="1066800">
              <a:defRPr>
                <a:solidFill>
                  <a:schemeClr val="tx1"/>
                </a:solidFill>
                <a:latin typeface="Calibri" panose="020F0502020204030204" pitchFamily="34" charset="0"/>
              </a:defRPr>
            </a:lvl1pPr>
            <a:lvl2pPr marL="742950" indent="-285750" defTabSz="1066800">
              <a:defRPr>
                <a:solidFill>
                  <a:schemeClr val="tx1"/>
                </a:solidFill>
                <a:latin typeface="Calibri" panose="020F0502020204030204" pitchFamily="34" charset="0"/>
              </a:defRPr>
            </a:lvl2pPr>
            <a:lvl3pPr marL="1143000" indent="-228600" defTabSz="1066800">
              <a:defRPr>
                <a:solidFill>
                  <a:schemeClr val="tx1"/>
                </a:solidFill>
                <a:latin typeface="Calibri" panose="020F0502020204030204" pitchFamily="34" charset="0"/>
              </a:defRPr>
            </a:lvl3pPr>
            <a:lvl4pPr marL="1600200" indent="-228600" defTabSz="1066800">
              <a:defRPr>
                <a:solidFill>
                  <a:schemeClr val="tx1"/>
                </a:solidFill>
                <a:latin typeface="Calibri" panose="020F0502020204030204" pitchFamily="34" charset="0"/>
              </a:defRPr>
            </a:lvl4pPr>
            <a:lvl5pPr marL="2057400" indent="-228600" defTabSz="1066800">
              <a:defRPr>
                <a:solidFill>
                  <a:schemeClr val="tx1"/>
                </a:solidFill>
                <a:latin typeface="Calibri" panose="020F0502020204030204" pitchFamily="34" charset="0"/>
              </a:defRPr>
            </a:lvl5pPr>
            <a:lvl6pPr marL="2514600" indent="-228600" defTabSz="1066800" eaLnBrk="0" fontAlgn="base" hangingPunct="0">
              <a:spcBef>
                <a:spcPct val="0"/>
              </a:spcBef>
              <a:spcAft>
                <a:spcPct val="0"/>
              </a:spcAft>
              <a:defRPr>
                <a:solidFill>
                  <a:schemeClr val="tx1"/>
                </a:solidFill>
                <a:latin typeface="Calibri" panose="020F0502020204030204" pitchFamily="34" charset="0"/>
              </a:defRPr>
            </a:lvl6pPr>
            <a:lvl7pPr marL="2971800" indent="-228600" defTabSz="1066800" eaLnBrk="0" fontAlgn="base" hangingPunct="0">
              <a:spcBef>
                <a:spcPct val="0"/>
              </a:spcBef>
              <a:spcAft>
                <a:spcPct val="0"/>
              </a:spcAft>
              <a:defRPr>
                <a:solidFill>
                  <a:schemeClr val="tx1"/>
                </a:solidFill>
                <a:latin typeface="Calibri" panose="020F0502020204030204" pitchFamily="34" charset="0"/>
              </a:defRPr>
            </a:lvl7pPr>
            <a:lvl8pPr marL="3429000" indent="-228600" defTabSz="1066800" eaLnBrk="0" fontAlgn="base" hangingPunct="0">
              <a:spcBef>
                <a:spcPct val="0"/>
              </a:spcBef>
              <a:spcAft>
                <a:spcPct val="0"/>
              </a:spcAft>
              <a:defRPr>
                <a:solidFill>
                  <a:schemeClr val="tx1"/>
                </a:solidFill>
                <a:latin typeface="Calibri" panose="020F0502020204030204" pitchFamily="34" charset="0"/>
              </a:defRPr>
            </a:lvl8pPr>
            <a:lvl9pPr marL="3886200" indent="-228600" defTabSz="1066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defRPr/>
            </a:pPr>
            <a:r>
              <a:rPr lang="en-US" sz="2400" smtClean="0">
                <a:latin typeface="Arial" panose="020B0604020202020204" pitchFamily="34" charset="0"/>
                <a:cs typeface="Arial" panose="020B0604020202020204" pitchFamily="34" charset="0"/>
              </a:rPr>
              <a:t>Von-ampe hòa tan cathod</a:t>
            </a:r>
          </a:p>
        </p:txBody>
      </p:sp>
      <p:sp>
        <p:nvSpPr>
          <p:cNvPr id="5" name="Freeform 4"/>
          <p:cNvSpPr/>
          <p:nvPr/>
        </p:nvSpPr>
        <p:spPr>
          <a:xfrm>
            <a:off x="1117600" y="4084638"/>
            <a:ext cx="3679825" cy="811212"/>
          </a:xfrm>
          <a:custGeom>
            <a:avLst/>
            <a:gdLst>
              <a:gd name="connsiteX0" fmla="*/ 0 w 4358743"/>
              <a:gd name="connsiteY0" fmla="*/ 0 h 632880"/>
              <a:gd name="connsiteX1" fmla="*/ 4358743 w 4358743"/>
              <a:gd name="connsiteY1" fmla="*/ 0 h 632880"/>
              <a:gd name="connsiteX2" fmla="*/ 4358743 w 4358743"/>
              <a:gd name="connsiteY2" fmla="*/ 632880 h 632880"/>
              <a:gd name="connsiteX3" fmla="*/ 0 w 4358743"/>
              <a:gd name="connsiteY3" fmla="*/ 632880 h 632880"/>
              <a:gd name="connsiteX4" fmla="*/ 0 w 4358743"/>
              <a:gd name="connsiteY4" fmla="*/ 0 h 63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8743" h="632880">
                <a:moveTo>
                  <a:pt x="0" y="0"/>
                </a:moveTo>
                <a:lnTo>
                  <a:pt x="4358743" y="0"/>
                </a:lnTo>
                <a:lnTo>
                  <a:pt x="4358743" y="632880"/>
                </a:lnTo>
                <a:lnTo>
                  <a:pt x="0" y="632880"/>
                </a:lnTo>
                <a:lnTo>
                  <a:pt x="0" y="0"/>
                </a:lnTo>
                <a:close/>
              </a:path>
            </a:pathLst>
          </a:custGeom>
          <a:solidFill>
            <a:srgbClr val="D8B088"/>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502349" tIns="60960" rIns="60960" bIns="60960" anchor="ctr"/>
          <a:lstStyle>
            <a:lvl1pPr defTabSz="1066800">
              <a:defRPr>
                <a:solidFill>
                  <a:schemeClr val="tx1"/>
                </a:solidFill>
                <a:latin typeface="Calibri" panose="020F0502020204030204" pitchFamily="34" charset="0"/>
              </a:defRPr>
            </a:lvl1pPr>
            <a:lvl2pPr marL="742950" indent="-285750" defTabSz="1066800">
              <a:defRPr>
                <a:solidFill>
                  <a:schemeClr val="tx1"/>
                </a:solidFill>
                <a:latin typeface="Calibri" panose="020F0502020204030204" pitchFamily="34" charset="0"/>
              </a:defRPr>
            </a:lvl2pPr>
            <a:lvl3pPr marL="1143000" indent="-228600" defTabSz="1066800">
              <a:defRPr>
                <a:solidFill>
                  <a:schemeClr val="tx1"/>
                </a:solidFill>
                <a:latin typeface="Calibri" panose="020F0502020204030204" pitchFamily="34" charset="0"/>
              </a:defRPr>
            </a:lvl3pPr>
            <a:lvl4pPr marL="1600200" indent="-228600" defTabSz="1066800">
              <a:defRPr>
                <a:solidFill>
                  <a:schemeClr val="tx1"/>
                </a:solidFill>
                <a:latin typeface="Calibri" panose="020F0502020204030204" pitchFamily="34" charset="0"/>
              </a:defRPr>
            </a:lvl4pPr>
            <a:lvl5pPr marL="2057400" indent="-228600" defTabSz="1066800">
              <a:defRPr>
                <a:solidFill>
                  <a:schemeClr val="tx1"/>
                </a:solidFill>
                <a:latin typeface="Calibri" panose="020F0502020204030204" pitchFamily="34" charset="0"/>
              </a:defRPr>
            </a:lvl5pPr>
            <a:lvl6pPr marL="2514600" indent="-228600" defTabSz="1066800" eaLnBrk="0" fontAlgn="base" hangingPunct="0">
              <a:spcBef>
                <a:spcPct val="0"/>
              </a:spcBef>
              <a:spcAft>
                <a:spcPct val="0"/>
              </a:spcAft>
              <a:defRPr>
                <a:solidFill>
                  <a:schemeClr val="tx1"/>
                </a:solidFill>
                <a:latin typeface="Calibri" panose="020F0502020204030204" pitchFamily="34" charset="0"/>
              </a:defRPr>
            </a:lvl6pPr>
            <a:lvl7pPr marL="2971800" indent="-228600" defTabSz="1066800" eaLnBrk="0" fontAlgn="base" hangingPunct="0">
              <a:spcBef>
                <a:spcPct val="0"/>
              </a:spcBef>
              <a:spcAft>
                <a:spcPct val="0"/>
              </a:spcAft>
              <a:defRPr>
                <a:solidFill>
                  <a:schemeClr val="tx1"/>
                </a:solidFill>
                <a:latin typeface="Calibri" panose="020F0502020204030204" pitchFamily="34" charset="0"/>
              </a:defRPr>
            </a:lvl7pPr>
            <a:lvl8pPr marL="3429000" indent="-228600" defTabSz="1066800" eaLnBrk="0" fontAlgn="base" hangingPunct="0">
              <a:spcBef>
                <a:spcPct val="0"/>
              </a:spcBef>
              <a:spcAft>
                <a:spcPct val="0"/>
              </a:spcAft>
              <a:defRPr>
                <a:solidFill>
                  <a:schemeClr val="tx1"/>
                </a:solidFill>
                <a:latin typeface="Calibri" panose="020F0502020204030204" pitchFamily="34" charset="0"/>
              </a:defRPr>
            </a:lvl8pPr>
            <a:lvl9pPr marL="3886200" indent="-228600" defTabSz="1066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ct val="35000"/>
              </a:spcAft>
            </a:pPr>
            <a:r>
              <a:rPr lang="en-US" sz="2400">
                <a:latin typeface="Arial" panose="020B0604020202020204" pitchFamily="34" charset="0"/>
                <a:cs typeface="Arial" panose="020B0604020202020204" pitchFamily="34" charset="0"/>
              </a:rPr>
              <a:t>Von-ampe hòa tan hấp thụ</a:t>
            </a:r>
          </a:p>
        </p:txBody>
      </p:sp>
      <p:sp>
        <p:nvSpPr>
          <p:cNvPr id="6" name="Horizontal Scroll 5"/>
          <p:cNvSpPr/>
          <p:nvPr/>
        </p:nvSpPr>
        <p:spPr>
          <a:xfrm>
            <a:off x="5076825" y="2532063"/>
            <a:ext cx="3959225" cy="1265237"/>
          </a:xfrm>
          <a:prstGeom prst="horizontalScroll">
            <a:avLst/>
          </a:prstGeom>
          <a:solidFill>
            <a:srgbClr val="FF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000" smtClean="0">
                <a:latin typeface="Arial" panose="020B0604020202020204" pitchFamily="34" charset="0"/>
                <a:cs typeface="Arial" panose="020B0604020202020204" pitchFamily="34" charset="0"/>
              </a:rPr>
              <a:t>Các chất vô cơ , hữu cơ có khả năng tạo hợp chất ít tan.</a:t>
            </a:r>
          </a:p>
        </p:txBody>
      </p:sp>
      <p:sp>
        <p:nvSpPr>
          <p:cNvPr id="7" name="Horizontal Scroll 6"/>
          <p:cNvSpPr/>
          <p:nvPr/>
        </p:nvSpPr>
        <p:spPr>
          <a:xfrm>
            <a:off x="5076825" y="1316038"/>
            <a:ext cx="3959225" cy="1336675"/>
          </a:xfrm>
          <a:prstGeom prst="horizontalScroll">
            <a:avLst/>
          </a:prstGeom>
          <a:solidFill>
            <a:srgbClr val="FF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dirty="0" err="1">
                <a:solidFill>
                  <a:schemeClr val="tx1"/>
                </a:solidFill>
                <a:latin typeface="Arial" pitchFamily="34" charset="0"/>
                <a:cs typeface="Arial" pitchFamily="34" charset="0"/>
              </a:rPr>
              <a:t>Áp</a:t>
            </a:r>
            <a:r>
              <a:rPr lang="en-US" sz="2000" dirty="0">
                <a:solidFill>
                  <a:schemeClr val="tx1"/>
                </a:solidFill>
                <a:latin typeface="Arial" pitchFamily="34" charset="0"/>
                <a:cs typeface="Arial" pitchFamily="34" charset="0"/>
              </a:rPr>
              <a:t> </a:t>
            </a:r>
            <a:r>
              <a:rPr lang="en-US" sz="2000" dirty="0" err="1">
                <a:solidFill>
                  <a:schemeClr val="tx1"/>
                </a:solidFill>
                <a:latin typeface="Arial" pitchFamily="34" charset="0"/>
                <a:cs typeface="Arial" pitchFamily="34" charset="0"/>
              </a:rPr>
              <a:t>dụng</a:t>
            </a:r>
            <a:r>
              <a:rPr lang="en-US" sz="2000" dirty="0">
                <a:solidFill>
                  <a:schemeClr val="tx1"/>
                </a:solidFill>
                <a:latin typeface="Arial" pitchFamily="34" charset="0"/>
                <a:cs typeface="Arial" pitchFamily="34" charset="0"/>
              </a:rPr>
              <a:t> </a:t>
            </a:r>
            <a:r>
              <a:rPr lang="en-US" sz="2000" dirty="0" err="1">
                <a:solidFill>
                  <a:schemeClr val="tx1"/>
                </a:solidFill>
                <a:latin typeface="Arial" pitchFamily="34" charset="0"/>
                <a:cs typeface="Arial" pitchFamily="34" charset="0"/>
              </a:rPr>
              <a:t>hầu</a:t>
            </a:r>
            <a:r>
              <a:rPr lang="en-US" sz="2000" dirty="0">
                <a:solidFill>
                  <a:schemeClr val="tx1"/>
                </a:solidFill>
                <a:latin typeface="Arial" pitchFamily="34" charset="0"/>
                <a:cs typeface="Arial" pitchFamily="34" charset="0"/>
              </a:rPr>
              <a:t> </a:t>
            </a:r>
            <a:r>
              <a:rPr lang="en-US" sz="2000" dirty="0" err="1">
                <a:solidFill>
                  <a:schemeClr val="tx1"/>
                </a:solidFill>
                <a:latin typeface="Arial" pitchFamily="34" charset="0"/>
                <a:cs typeface="Arial" pitchFamily="34" charset="0"/>
              </a:rPr>
              <a:t>hết</a:t>
            </a:r>
            <a:r>
              <a:rPr lang="en-US" sz="2000" dirty="0">
                <a:solidFill>
                  <a:schemeClr val="tx1"/>
                </a:solidFill>
                <a:latin typeface="Arial" pitchFamily="34" charset="0"/>
                <a:cs typeface="Arial" pitchFamily="34" charset="0"/>
              </a:rPr>
              <a:t> </a:t>
            </a:r>
            <a:r>
              <a:rPr lang="en-US" sz="2000" dirty="0" err="1">
                <a:solidFill>
                  <a:schemeClr val="tx1"/>
                </a:solidFill>
                <a:latin typeface="Arial" pitchFamily="34" charset="0"/>
                <a:cs typeface="Arial" pitchFamily="34" charset="0"/>
              </a:rPr>
              <a:t>các</a:t>
            </a:r>
            <a:r>
              <a:rPr lang="en-US" sz="2000" dirty="0">
                <a:solidFill>
                  <a:schemeClr val="tx1"/>
                </a:solidFill>
                <a:latin typeface="Arial" pitchFamily="34" charset="0"/>
                <a:cs typeface="Arial" pitchFamily="34" charset="0"/>
              </a:rPr>
              <a:t> </a:t>
            </a:r>
            <a:r>
              <a:rPr lang="en-US" sz="2000" dirty="0" err="1">
                <a:solidFill>
                  <a:schemeClr val="tx1"/>
                </a:solidFill>
                <a:latin typeface="Arial" pitchFamily="34" charset="0"/>
                <a:cs typeface="Arial" pitchFamily="34" charset="0"/>
              </a:rPr>
              <a:t>kim</a:t>
            </a:r>
            <a:r>
              <a:rPr lang="en-US" sz="2000" dirty="0">
                <a:solidFill>
                  <a:schemeClr val="tx1"/>
                </a:solidFill>
                <a:latin typeface="Arial" pitchFamily="34" charset="0"/>
                <a:cs typeface="Arial" pitchFamily="34" charset="0"/>
              </a:rPr>
              <a:t> </a:t>
            </a:r>
            <a:r>
              <a:rPr lang="en-US" sz="2000" dirty="0" err="1">
                <a:solidFill>
                  <a:schemeClr val="tx1"/>
                </a:solidFill>
                <a:latin typeface="Arial" pitchFamily="34" charset="0"/>
                <a:cs typeface="Arial" pitchFamily="34" charset="0"/>
              </a:rPr>
              <a:t>loại</a:t>
            </a:r>
            <a:r>
              <a:rPr lang="en-US" sz="2000" dirty="0">
                <a:solidFill>
                  <a:schemeClr val="tx1"/>
                </a:solidFill>
                <a:latin typeface="Arial" pitchFamily="34" charset="0"/>
                <a:cs typeface="Arial" pitchFamily="34" charset="0"/>
              </a:rPr>
              <a:t> </a:t>
            </a:r>
          </a:p>
        </p:txBody>
      </p:sp>
      <p:sp>
        <p:nvSpPr>
          <p:cNvPr id="8" name="Horizontal Scroll 7"/>
          <p:cNvSpPr/>
          <p:nvPr/>
        </p:nvSpPr>
        <p:spPr>
          <a:xfrm>
            <a:off x="5076825" y="3756025"/>
            <a:ext cx="3959225" cy="1401763"/>
          </a:xfrm>
          <a:prstGeom prst="horizontalScroll">
            <a:avLst/>
          </a:prstGeom>
          <a:solidFill>
            <a:srgbClr val="FF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000" smtClean="0">
                <a:latin typeface="Arial" panose="020B0604020202020204" pitchFamily="34" charset="0"/>
                <a:cs typeface="Arial" panose="020B0604020202020204" pitchFamily="34" charset="0"/>
              </a:rPr>
              <a:t>Áp dụng chất hữu cơ có hoạt tính bề mặt như thuốc trừ sâu, vitamin, các nucleic acid</a:t>
            </a:r>
          </a:p>
        </p:txBody>
      </p:sp>
      <p:sp>
        <p:nvSpPr>
          <p:cNvPr id="342024"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980774F-F1BA-484E-9119-01F3A8EED3ED}" type="slidenum">
              <a:rPr lang="en-US" altLang="ru-RU">
                <a:solidFill>
                  <a:srgbClr val="FFFFFF"/>
                </a:solidFill>
                <a:latin typeface="Times New Roman" panose="02020603050405020304" pitchFamily="18" charset="0"/>
                <a:cs typeface="Times New Roman" panose="02020603050405020304" pitchFamily="18" charset="0"/>
              </a:rPr>
              <a:pPr/>
              <a:t>284</a:t>
            </a:fld>
            <a:endParaRPr lang="en-US" altLang="ru-RU">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xit" presetSubtype="32" fill="hold" grpId="1" nodeType="clickEffect">
                                  <p:stCondLst>
                                    <p:cond delay="0"/>
                                  </p:stCondLst>
                                  <p:childTnLst>
                                    <p:anim calcmode="lin" valueType="num">
                                      <p:cBhvr>
                                        <p:cTn id="11" dur="500"/>
                                        <p:tgtEl>
                                          <p:spTgt spid="7"/>
                                        </p:tgtEl>
                                        <p:attrNameLst>
                                          <p:attrName>ppt_w</p:attrName>
                                        </p:attrNameLst>
                                      </p:cBhvr>
                                      <p:tavLst>
                                        <p:tav tm="0">
                                          <p:val>
                                            <p:strVal val="ppt_w"/>
                                          </p:val>
                                        </p:tav>
                                        <p:tav tm="100000">
                                          <p:val>
                                            <p:fltVal val="0"/>
                                          </p:val>
                                        </p:tav>
                                      </p:tavLst>
                                    </p:anim>
                                    <p:anim calcmode="lin" valueType="num">
                                      <p:cBhvr>
                                        <p:cTn id="12" dur="500"/>
                                        <p:tgtEl>
                                          <p:spTgt spid="7"/>
                                        </p:tgtEl>
                                        <p:attrNameLst>
                                          <p:attrName>ppt_h</p:attrName>
                                        </p:attrNameLst>
                                      </p:cBhvr>
                                      <p:tavLst>
                                        <p:tav tm="0">
                                          <p:val>
                                            <p:strVal val="ppt_h"/>
                                          </p:val>
                                        </p:tav>
                                        <p:tav tm="100000">
                                          <p:val>
                                            <p:fltVal val="0"/>
                                          </p:val>
                                        </p:tav>
                                      </p:tavLst>
                                    </p:anim>
                                    <p:animEffect transition="out" filter="fade">
                                      <p:cBhvr>
                                        <p:cTn id="13" dur="500"/>
                                        <p:tgtEl>
                                          <p:spTgt spid="7"/>
                                        </p:tgtEl>
                                      </p:cBhvr>
                                    </p:animEffect>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32" fill="hold" grpId="1" nodeType="clickEffect">
                                  <p:stCondLst>
                                    <p:cond delay="0"/>
                                  </p:stCondLst>
                                  <p:childTnLst>
                                    <p:anim calcmode="lin" valueType="num">
                                      <p:cBhvr>
                                        <p:cTn id="23" dur="500"/>
                                        <p:tgtEl>
                                          <p:spTgt spid="6"/>
                                        </p:tgtEl>
                                        <p:attrNameLst>
                                          <p:attrName>ppt_w</p:attrName>
                                        </p:attrNameLst>
                                      </p:cBhvr>
                                      <p:tavLst>
                                        <p:tav tm="0">
                                          <p:val>
                                            <p:strVal val="ppt_w"/>
                                          </p:val>
                                        </p:tav>
                                        <p:tav tm="100000">
                                          <p:val>
                                            <p:fltVal val="0"/>
                                          </p:val>
                                        </p:tav>
                                      </p:tavLst>
                                    </p:anim>
                                    <p:anim calcmode="lin" valueType="num">
                                      <p:cBhvr>
                                        <p:cTn id="24" dur="500"/>
                                        <p:tgtEl>
                                          <p:spTgt spid="6"/>
                                        </p:tgtEl>
                                        <p:attrNameLst>
                                          <p:attrName>ppt_h</p:attrName>
                                        </p:attrNameLst>
                                      </p:cBhvr>
                                      <p:tavLst>
                                        <p:tav tm="0">
                                          <p:val>
                                            <p:strVal val="ppt_h"/>
                                          </p:val>
                                        </p:tav>
                                        <p:tav tm="100000">
                                          <p:val>
                                            <p:fltVal val="0"/>
                                          </p:val>
                                        </p:tav>
                                      </p:tavLst>
                                    </p:anim>
                                    <p:animEffect transition="out" filter="fade">
                                      <p:cBhvr>
                                        <p:cTn id="25" dur="500"/>
                                        <p:tgtEl>
                                          <p:spTgt spid="6"/>
                                        </p:tgtEl>
                                      </p:cBhvr>
                                    </p:animEffect>
                                    <p:set>
                                      <p:cBhvr>
                                        <p:cTn id="26" dur="1" fill="hold">
                                          <p:stCondLst>
                                            <p:cond delay="499"/>
                                          </p:stCondLst>
                                        </p:cTn>
                                        <p:tgtEl>
                                          <p:spTgt spid="6"/>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xit" presetSubtype="32" fill="hold" grpId="1" nodeType="clickEffect">
                                  <p:stCondLst>
                                    <p:cond delay="0"/>
                                  </p:stCondLst>
                                  <p:childTnLst>
                                    <p:anim calcmode="lin" valueType="num">
                                      <p:cBhvr>
                                        <p:cTn id="37" dur="500"/>
                                        <p:tgtEl>
                                          <p:spTgt spid="8"/>
                                        </p:tgtEl>
                                        <p:attrNameLst>
                                          <p:attrName>ppt_w</p:attrName>
                                        </p:attrNameLst>
                                      </p:cBhvr>
                                      <p:tavLst>
                                        <p:tav tm="0">
                                          <p:val>
                                            <p:strVal val="ppt_w"/>
                                          </p:val>
                                        </p:tav>
                                        <p:tav tm="100000">
                                          <p:val>
                                            <p:fltVal val="0"/>
                                          </p:val>
                                        </p:tav>
                                      </p:tavLst>
                                    </p:anim>
                                    <p:anim calcmode="lin" valueType="num">
                                      <p:cBhvr>
                                        <p:cTn id="38" dur="500"/>
                                        <p:tgtEl>
                                          <p:spTgt spid="8"/>
                                        </p:tgtEl>
                                        <p:attrNameLst>
                                          <p:attrName>ppt_h</p:attrName>
                                        </p:attrNameLst>
                                      </p:cBhvr>
                                      <p:tavLst>
                                        <p:tav tm="0">
                                          <p:val>
                                            <p:strVal val="ppt_h"/>
                                          </p:val>
                                        </p:tav>
                                        <p:tav tm="100000">
                                          <p:val>
                                            <p:fltVal val="0"/>
                                          </p:val>
                                        </p:tav>
                                      </p:tavLst>
                                    </p:anim>
                                    <p:animEffect transition="out" filter="fad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04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412875"/>
            <a:ext cx="7724775" cy="500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0931" name="TextBox 1"/>
          <p:cNvSpPr txBox="1">
            <a:spLocks noChangeArrowheads="1"/>
          </p:cNvSpPr>
          <p:nvPr/>
        </p:nvSpPr>
        <p:spPr bwMode="auto">
          <a:xfrm>
            <a:off x="2879725" y="328613"/>
            <a:ext cx="4195763" cy="523875"/>
          </a:xfrm>
          <a:prstGeom prst="rect">
            <a:avLst/>
          </a:prstGeom>
          <a:solidFill>
            <a:schemeClr val="accent1">
              <a:lumMod val="40000"/>
              <a:lumOff val="60000"/>
            </a:schemeClr>
          </a:solidFill>
          <a:ln>
            <a:solidFill>
              <a:schemeClr val="tx1"/>
            </a:solid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defRPr/>
            </a:pPr>
            <a:r>
              <a:rPr lang="en-US" altLang="en-US" sz="2800" b="1" smtClean="0">
                <a:latin typeface="Times New Roman" panose="02020603050405020304" pitchFamily="18" charset="0"/>
                <a:cs typeface="Times New Roman" panose="02020603050405020304" pitchFamily="18" charset="0"/>
              </a:rPr>
              <a:t>Volt – ample hòa tan anod</a:t>
            </a:r>
          </a:p>
        </p:txBody>
      </p:sp>
      <p:sp>
        <p:nvSpPr>
          <p:cNvPr id="4" name="Oval Callout 3"/>
          <p:cNvSpPr/>
          <p:nvPr/>
        </p:nvSpPr>
        <p:spPr>
          <a:xfrm>
            <a:off x="2843213" y="3284538"/>
            <a:ext cx="2808287" cy="1584325"/>
          </a:xfrm>
          <a:prstGeom prst="wedgeEllipseCallout">
            <a:avLst>
              <a:gd name="adj1" fmla="val -51107"/>
              <a:gd name="adj2" fmla="val 72497"/>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000" smtClean="0">
                <a:latin typeface="Times New Roman" panose="02020603050405020304" pitchFamily="18" charset="0"/>
                <a:cs typeface="Times New Roman" panose="02020603050405020304" pitchFamily="18" charset="0"/>
              </a:rPr>
              <a:t>Thế duy trì không không đổi </a:t>
            </a:r>
          </a:p>
        </p:txBody>
      </p:sp>
      <p:sp>
        <p:nvSpPr>
          <p:cNvPr id="5" name="Oval Callout 4"/>
          <p:cNvSpPr/>
          <p:nvPr/>
        </p:nvSpPr>
        <p:spPr>
          <a:xfrm>
            <a:off x="6411913" y="3914775"/>
            <a:ext cx="2663825" cy="1441450"/>
          </a:xfrm>
          <a:prstGeom prst="wedgeEllipseCallout">
            <a:avLst>
              <a:gd name="adj1" fmla="val -48426"/>
              <a:gd name="adj2" fmla="val 71612"/>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a:solidFill>
                  <a:schemeClr val="tx1"/>
                </a:solidFill>
                <a:latin typeface="Times New Roman" pitchFamily="18" charset="0"/>
                <a:cs typeface="Times New Roman" pitchFamily="18" charset="0"/>
              </a:rPr>
              <a:t>Thế tăng dần theo chiều dương</a:t>
            </a:r>
          </a:p>
        </p:txBody>
      </p:sp>
      <p:sp>
        <p:nvSpPr>
          <p:cNvPr id="34304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5E720CA-1504-4327-922D-B6FF7DC4A88A}" type="slidenum">
              <a:rPr lang="en-US" altLang="ru-RU">
                <a:solidFill>
                  <a:srgbClr val="FFFFFF"/>
                </a:solidFill>
                <a:latin typeface="Arial" panose="020B0604020202020204" pitchFamily="34" charset="0"/>
                <a:cs typeface="Arial" panose="020B0604020202020204" pitchFamily="34" charset="0"/>
              </a:rPr>
              <a:pPr/>
              <a:t>285</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ircular Arrow 1"/>
          <p:cNvSpPr/>
          <p:nvPr/>
        </p:nvSpPr>
        <p:spPr>
          <a:xfrm>
            <a:off x="2049463" y="1050925"/>
            <a:ext cx="2738437" cy="2740025"/>
          </a:xfrm>
          <a:prstGeom prst="circularArrow">
            <a:avLst>
              <a:gd name="adj1" fmla="val 10980"/>
              <a:gd name="adj2" fmla="val 1142322"/>
              <a:gd name="adj3" fmla="val 4500000"/>
              <a:gd name="adj4" fmla="val 10800000"/>
              <a:gd name="adj5" fmla="val 12500"/>
            </a:avLst>
          </a:prstGeom>
          <a:solidFill>
            <a:srgbClr val="DAB48E"/>
          </a:solidFill>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3" name="Freeform 2"/>
          <p:cNvSpPr/>
          <p:nvPr/>
        </p:nvSpPr>
        <p:spPr>
          <a:xfrm>
            <a:off x="2759075" y="1773238"/>
            <a:ext cx="1644650" cy="1095375"/>
          </a:xfrm>
          <a:custGeom>
            <a:avLst/>
            <a:gdLst>
              <a:gd name="connsiteX0" fmla="*/ 0 w 1643348"/>
              <a:gd name="connsiteY0" fmla="*/ 0 h 1095959"/>
              <a:gd name="connsiteX1" fmla="*/ 1643348 w 1643348"/>
              <a:gd name="connsiteY1" fmla="*/ 0 h 1095959"/>
              <a:gd name="connsiteX2" fmla="*/ 1643348 w 1643348"/>
              <a:gd name="connsiteY2" fmla="*/ 1095959 h 1095959"/>
              <a:gd name="connsiteX3" fmla="*/ 0 w 1643348"/>
              <a:gd name="connsiteY3" fmla="*/ 1095959 h 1095959"/>
              <a:gd name="connsiteX4" fmla="*/ 0 w 1643348"/>
              <a:gd name="connsiteY4" fmla="*/ 0 h 1095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348" h="1095959">
                <a:moveTo>
                  <a:pt x="0" y="0"/>
                </a:moveTo>
                <a:lnTo>
                  <a:pt x="1643348" y="0"/>
                </a:lnTo>
                <a:lnTo>
                  <a:pt x="1643348" y="1095959"/>
                </a:lnTo>
                <a:lnTo>
                  <a:pt x="0" y="10959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3970" tIns="13970" rIns="13970" bIns="13970" anchor="ctr"/>
          <a:lstStyle>
            <a:lvl1pPr marL="342900" indent="-342900" defTabSz="977900">
              <a:defRPr>
                <a:solidFill>
                  <a:schemeClr val="tx1"/>
                </a:solidFill>
                <a:latin typeface="Calibri" panose="020F0502020204030204" pitchFamily="34" charset="0"/>
              </a:defRPr>
            </a:lvl1pPr>
            <a:lvl2pPr defTabSz="977900">
              <a:defRPr>
                <a:solidFill>
                  <a:schemeClr val="tx1"/>
                </a:solidFill>
                <a:latin typeface="Calibri" panose="020F0502020204030204" pitchFamily="34" charset="0"/>
              </a:defRPr>
            </a:lvl2pPr>
            <a:lvl3pPr marL="1143000" indent="-228600" defTabSz="977900">
              <a:defRPr>
                <a:solidFill>
                  <a:schemeClr val="tx1"/>
                </a:solidFill>
                <a:latin typeface="Calibri" panose="020F0502020204030204" pitchFamily="34" charset="0"/>
              </a:defRPr>
            </a:lvl3pPr>
            <a:lvl4pPr marL="1600200" indent="-228600" defTabSz="977900">
              <a:defRPr>
                <a:solidFill>
                  <a:schemeClr val="tx1"/>
                </a:solidFill>
                <a:latin typeface="Calibri" panose="020F0502020204030204" pitchFamily="34" charset="0"/>
              </a:defRPr>
            </a:lvl4pPr>
            <a:lvl5pPr marL="2057400" indent="-228600" defTabSz="977900">
              <a:defRPr>
                <a:solidFill>
                  <a:schemeClr val="tx1"/>
                </a:solidFill>
                <a:latin typeface="Calibri" panose="020F0502020204030204" pitchFamily="34" charset="0"/>
              </a:defRPr>
            </a:lvl5pPr>
            <a:lvl6pPr marL="2514600" indent="-228600" defTabSz="977900" eaLnBrk="0" fontAlgn="base" hangingPunct="0">
              <a:spcBef>
                <a:spcPct val="0"/>
              </a:spcBef>
              <a:spcAft>
                <a:spcPct val="0"/>
              </a:spcAft>
              <a:defRPr>
                <a:solidFill>
                  <a:schemeClr val="tx1"/>
                </a:solidFill>
                <a:latin typeface="Calibri" panose="020F0502020204030204" pitchFamily="34" charset="0"/>
              </a:defRPr>
            </a:lvl6pPr>
            <a:lvl7pPr marL="2971800" indent="-228600" defTabSz="977900" eaLnBrk="0" fontAlgn="base" hangingPunct="0">
              <a:spcBef>
                <a:spcPct val="0"/>
              </a:spcBef>
              <a:spcAft>
                <a:spcPct val="0"/>
              </a:spcAft>
              <a:defRPr>
                <a:solidFill>
                  <a:schemeClr val="tx1"/>
                </a:solidFill>
                <a:latin typeface="Calibri" panose="020F0502020204030204" pitchFamily="34" charset="0"/>
              </a:defRPr>
            </a:lvl7pPr>
            <a:lvl8pPr marL="3429000" indent="-228600" defTabSz="977900" eaLnBrk="0" fontAlgn="base" hangingPunct="0">
              <a:spcBef>
                <a:spcPct val="0"/>
              </a:spcBef>
              <a:spcAft>
                <a:spcPct val="0"/>
              </a:spcAft>
              <a:defRPr>
                <a:solidFill>
                  <a:schemeClr val="tx1"/>
                </a:solidFill>
                <a:latin typeface="Calibri" panose="020F0502020204030204" pitchFamily="34" charset="0"/>
              </a:defRPr>
            </a:lvl8pPr>
            <a:lvl9pPr marL="3886200" indent="-228600" defTabSz="977900" eaLnBrk="0" fontAlgn="base" hangingPunct="0">
              <a:spcBef>
                <a:spcPct val="0"/>
              </a:spcBef>
              <a:spcAft>
                <a:spcPct val="0"/>
              </a:spcAft>
              <a:defRPr>
                <a:solidFill>
                  <a:schemeClr val="tx1"/>
                </a:solidFill>
                <a:latin typeface="Calibri" panose="020F0502020204030204" pitchFamily="34" charset="0"/>
              </a:defRPr>
            </a:lvl9pPr>
          </a:lstStyle>
          <a:p>
            <a:pPr marL="0" lvl="1" algn="ctr" eaLnBrk="1" hangingPunct="1">
              <a:lnSpc>
                <a:spcPct val="90000"/>
              </a:lnSpc>
              <a:spcAft>
                <a:spcPct val="15000"/>
              </a:spcAft>
            </a:pPr>
            <a:r>
              <a:rPr lang="en-US" sz="2000">
                <a:solidFill>
                  <a:srgbClr val="000000"/>
                </a:solidFill>
                <a:latin typeface="Arial" panose="020B0604020202020204" pitchFamily="34" charset="0"/>
                <a:cs typeface="Arial" panose="020B0604020202020204" pitchFamily="34" charset="0"/>
              </a:rPr>
              <a:t>Đưa anion cần xác định tới điện cực</a:t>
            </a:r>
            <a:endParaRPr lang="vi-VN" sz="2000">
              <a:solidFill>
                <a:srgbClr val="000000"/>
              </a:solidFill>
              <a:latin typeface="Arial" panose="020B0604020202020204" pitchFamily="34" charset="0"/>
              <a:cs typeface="Arial" panose="020B0604020202020204" pitchFamily="34" charset="0"/>
            </a:endParaRPr>
          </a:p>
        </p:txBody>
      </p:sp>
      <p:sp>
        <p:nvSpPr>
          <p:cNvPr id="4" name="Shape 3"/>
          <p:cNvSpPr/>
          <p:nvPr/>
        </p:nvSpPr>
        <p:spPr>
          <a:xfrm>
            <a:off x="1289050" y="2625725"/>
            <a:ext cx="2738438" cy="2738438"/>
          </a:xfrm>
          <a:prstGeom prst="leftCircularArrow">
            <a:avLst>
              <a:gd name="adj1" fmla="val 10980"/>
              <a:gd name="adj2" fmla="val 1142322"/>
              <a:gd name="adj3" fmla="val 6300000"/>
              <a:gd name="adj4" fmla="val 18900000"/>
              <a:gd name="adj5" fmla="val 12500"/>
            </a:avLst>
          </a:prstGeom>
          <a:solidFill>
            <a:srgbClr val="AD7339"/>
          </a:solidFill>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5" name="Freeform 4"/>
          <p:cNvSpPr/>
          <p:nvPr/>
        </p:nvSpPr>
        <p:spPr>
          <a:xfrm>
            <a:off x="1966913" y="3284538"/>
            <a:ext cx="1644650" cy="1096962"/>
          </a:xfrm>
          <a:custGeom>
            <a:avLst/>
            <a:gdLst>
              <a:gd name="connsiteX0" fmla="*/ 0 w 1643348"/>
              <a:gd name="connsiteY0" fmla="*/ 0 h 1095959"/>
              <a:gd name="connsiteX1" fmla="*/ 1643348 w 1643348"/>
              <a:gd name="connsiteY1" fmla="*/ 0 h 1095959"/>
              <a:gd name="connsiteX2" fmla="*/ 1643348 w 1643348"/>
              <a:gd name="connsiteY2" fmla="*/ 1095959 h 1095959"/>
              <a:gd name="connsiteX3" fmla="*/ 0 w 1643348"/>
              <a:gd name="connsiteY3" fmla="*/ 1095959 h 1095959"/>
              <a:gd name="connsiteX4" fmla="*/ 0 w 1643348"/>
              <a:gd name="connsiteY4" fmla="*/ 0 h 1095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348" h="1095959">
                <a:moveTo>
                  <a:pt x="0" y="0"/>
                </a:moveTo>
                <a:lnTo>
                  <a:pt x="1643348" y="0"/>
                </a:lnTo>
                <a:lnTo>
                  <a:pt x="1643348" y="1095959"/>
                </a:lnTo>
                <a:lnTo>
                  <a:pt x="0" y="10959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3970" tIns="13970" rIns="13970" bIns="13970" anchor="ctr"/>
          <a:lstStyle>
            <a:lvl1pPr marL="342900" indent="-342900" defTabSz="977900">
              <a:defRPr>
                <a:solidFill>
                  <a:schemeClr val="tx1"/>
                </a:solidFill>
                <a:latin typeface="Calibri" panose="020F0502020204030204" pitchFamily="34" charset="0"/>
              </a:defRPr>
            </a:lvl1pPr>
            <a:lvl2pPr defTabSz="977900">
              <a:defRPr>
                <a:solidFill>
                  <a:schemeClr val="tx1"/>
                </a:solidFill>
                <a:latin typeface="Calibri" panose="020F0502020204030204" pitchFamily="34" charset="0"/>
              </a:defRPr>
            </a:lvl2pPr>
            <a:lvl3pPr marL="1143000" indent="-228600" defTabSz="977900">
              <a:defRPr>
                <a:solidFill>
                  <a:schemeClr val="tx1"/>
                </a:solidFill>
                <a:latin typeface="Calibri" panose="020F0502020204030204" pitchFamily="34" charset="0"/>
              </a:defRPr>
            </a:lvl3pPr>
            <a:lvl4pPr marL="1600200" indent="-228600" defTabSz="977900">
              <a:defRPr>
                <a:solidFill>
                  <a:schemeClr val="tx1"/>
                </a:solidFill>
                <a:latin typeface="Calibri" panose="020F0502020204030204" pitchFamily="34" charset="0"/>
              </a:defRPr>
            </a:lvl4pPr>
            <a:lvl5pPr marL="2057400" indent="-228600" defTabSz="977900">
              <a:defRPr>
                <a:solidFill>
                  <a:schemeClr val="tx1"/>
                </a:solidFill>
                <a:latin typeface="Calibri" panose="020F0502020204030204" pitchFamily="34" charset="0"/>
              </a:defRPr>
            </a:lvl5pPr>
            <a:lvl6pPr marL="2514600" indent="-228600" defTabSz="977900" eaLnBrk="0" fontAlgn="base" hangingPunct="0">
              <a:spcBef>
                <a:spcPct val="0"/>
              </a:spcBef>
              <a:spcAft>
                <a:spcPct val="0"/>
              </a:spcAft>
              <a:defRPr>
                <a:solidFill>
                  <a:schemeClr val="tx1"/>
                </a:solidFill>
                <a:latin typeface="Calibri" panose="020F0502020204030204" pitchFamily="34" charset="0"/>
              </a:defRPr>
            </a:lvl6pPr>
            <a:lvl7pPr marL="2971800" indent="-228600" defTabSz="977900" eaLnBrk="0" fontAlgn="base" hangingPunct="0">
              <a:spcBef>
                <a:spcPct val="0"/>
              </a:spcBef>
              <a:spcAft>
                <a:spcPct val="0"/>
              </a:spcAft>
              <a:defRPr>
                <a:solidFill>
                  <a:schemeClr val="tx1"/>
                </a:solidFill>
                <a:latin typeface="Calibri" panose="020F0502020204030204" pitchFamily="34" charset="0"/>
              </a:defRPr>
            </a:lvl7pPr>
            <a:lvl8pPr marL="3429000" indent="-228600" defTabSz="977900" eaLnBrk="0" fontAlgn="base" hangingPunct="0">
              <a:spcBef>
                <a:spcPct val="0"/>
              </a:spcBef>
              <a:spcAft>
                <a:spcPct val="0"/>
              </a:spcAft>
              <a:defRPr>
                <a:solidFill>
                  <a:schemeClr val="tx1"/>
                </a:solidFill>
                <a:latin typeface="Calibri" panose="020F0502020204030204" pitchFamily="34" charset="0"/>
              </a:defRPr>
            </a:lvl8pPr>
            <a:lvl9pPr marL="3886200" indent="-228600" defTabSz="977900" eaLnBrk="0" fontAlgn="base" hangingPunct="0">
              <a:spcBef>
                <a:spcPct val="0"/>
              </a:spcBef>
              <a:spcAft>
                <a:spcPct val="0"/>
              </a:spcAft>
              <a:defRPr>
                <a:solidFill>
                  <a:schemeClr val="tx1"/>
                </a:solidFill>
                <a:latin typeface="Calibri" panose="020F0502020204030204" pitchFamily="34" charset="0"/>
              </a:defRPr>
            </a:lvl9pPr>
          </a:lstStyle>
          <a:p>
            <a:pPr marL="0" lvl="1" algn="ctr" eaLnBrk="1" hangingPunct="1">
              <a:lnSpc>
                <a:spcPct val="90000"/>
              </a:lnSpc>
              <a:spcAft>
                <a:spcPct val="15000"/>
              </a:spcAft>
            </a:pPr>
            <a:r>
              <a:rPr lang="en-US" sz="2000">
                <a:solidFill>
                  <a:srgbClr val="000000"/>
                </a:solidFill>
                <a:latin typeface="Arial" panose="020B0604020202020204" pitchFamily="34" charset="0"/>
                <a:cs typeface="Arial" panose="020B0604020202020204" pitchFamily="34" charset="0"/>
              </a:rPr>
              <a:t>Ion hóa nguyên tử kim loại dùng làm điện cực.</a:t>
            </a:r>
            <a:endParaRPr lang="vi-VN" sz="2000">
              <a:solidFill>
                <a:srgbClr val="000000"/>
              </a:solidFill>
              <a:latin typeface="Arial" panose="020B0604020202020204" pitchFamily="34" charset="0"/>
              <a:cs typeface="Arial" panose="020B0604020202020204" pitchFamily="34" charset="0"/>
            </a:endParaRPr>
          </a:p>
        </p:txBody>
      </p:sp>
      <p:sp>
        <p:nvSpPr>
          <p:cNvPr id="6" name="Block Arc 5"/>
          <p:cNvSpPr/>
          <p:nvPr/>
        </p:nvSpPr>
        <p:spPr>
          <a:xfrm>
            <a:off x="2244725" y="4387850"/>
            <a:ext cx="2352675" cy="2354263"/>
          </a:xfrm>
          <a:prstGeom prst="blockArc">
            <a:avLst>
              <a:gd name="adj1" fmla="val 13500000"/>
              <a:gd name="adj2" fmla="val 10800000"/>
              <a:gd name="adj3" fmla="val 12740"/>
            </a:avLst>
          </a:prstGeom>
          <a:solidFill>
            <a:srgbClr val="4B3219"/>
          </a:solidFill>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7" name="Freeform 6"/>
          <p:cNvSpPr/>
          <p:nvPr/>
        </p:nvSpPr>
        <p:spPr>
          <a:xfrm>
            <a:off x="2600325" y="5016500"/>
            <a:ext cx="1643063" cy="1096963"/>
          </a:xfrm>
          <a:custGeom>
            <a:avLst/>
            <a:gdLst>
              <a:gd name="connsiteX0" fmla="*/ 0 w 1643348"/>
              <a:gd name="connsiteY0" fmla="*/ 0 h 1095959"/>
              <a:gd name="connsiteX1" fmla="*/ 1643348 w 1643348"/>
              <a:gd name="connsiteY1" fmla="*/ 0 h 1095959"/>
              <a:gd name="connsiteX2" fmla="*/ 1643348 w 1643348"/>
              <a:gd name="connsiteY2" fmla="*/ 1095959 h 1095959"/>
              <a:gd name="connsiteX3" fmla="*/ 0 w 1643348"/>
              <a:gd name="connsiteY3" fmla="*/ 1095959 h 1095959"/>
              <a:gd name="connsiteX4" fmla="*/ 0 w 1643348"/>
              <a:gd name="connsiteY4" fmla="*/ 0 h 1095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348" h="1095959">
                <a:moveTo>
                  <a:pt x="0" y="0"/>
                </a:moveTo>
                <a:lnTo>
                  <a:pt x="1643348" y="0"/>
                </a:lnTo>
                <a:lnTo>
                  <a:pt x="1643348" y="1095959"/>
                </a:lnTo>
                <a:lnTo>
                  <a:pt x="0" y="10959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3970" tIns="13970" rIns="13970" bIns="13970" anchor="ctr"/>
          <a:lstStyle>
            <a:lvl1pPr marL="342900" indent="-342900" defTabSz="977900">
              <a:defRPr>
                <a:solidFill>
                  <a:schemeClr val="tx1"/>
                </a:solidFill>
                <a:latin typeface="Calibri" panose="020F0502020204030204" pitchFamily="34" charset="0"/>
              </a:defRPr>
            </a:lvl1pPr>
            <a:lvl2pPr defTabSz="977900">
              <a:defRPr>
                <a:solidFill>
                  <a:schemeClr val="tx1"/>
                </a:solidFill>
                <a:latin typeface="Calibri" panose="020F0502020204030204" pitchFamily="34" charset="0"/>
              </a:defRPr>
            </a:lvl2pPr>
            <a:lvl3pPr marL="1143000" indent="-228600" defTabSz="977900">
              <a:defRPr>
                <a:solidFill>
                  <a:schemeClr val="tx1"/>
                </a:solidFill>
                <a:latin typeface="Calibri" panose="020F0502020204030204" pitchFamily="34" charset="0"/>
              </a:defRPr>
            </a:lvl3pPr>
            <a:lvl4pPr marL="1600200" indent="-228600" defTabSz="977900">
              <a:defRPr>
                <a:solidFill>
                  <a:schemeClr val="tx1"/>
                </a:solidFill>
                <a:latin typeface="Calibri" panose="020F0502020204030204" pitchFamily="34" charset="0"/>
              </a:defRPr>
            </a:lvl4pPr>
            <a:lvl5pPr marL="2057400" indent="-228600" defTabSz="977900">
              <a:defRPr>
                <a:solidFill>
                  <a:schemeClr val="tx1"/>
                </a:solidFill>
                <a:latin typeface="Calibri" panose="020F0502020204030204" pitchFamily="34" charset="0"/>
              </a:defRPr>
            </a:lvl5pPr>
            <a:lvl6pPr marL="2514600" indent="-228600" defTabSz="977900" eaLnBrk="0" fontAlgn="base" hangingPunct="0">
              <a:spcBef>
                <a:spcPct val="0"/>
              </a:spcBef>
              <a:spcAft>
                <a:spcPct val="0"/>
              </a:spcAft>
              <a:defRPr>
                <a:solidFill>
                  <a:schemeClr val="tx1"/>
                </a:solidFill>
                <a:latin typeface="Calibri" panose="020F0502020204030204" pitchFamily="34" charset="0"/>
              </a:defRPr>
            </a:lvl6pPr>
            <a:lvl7pPr marL="2971800" indent="-228600" defTabSz="977900" eaLnBrk="0" fontAlgn="base" hangingPunct="0">
              <a:spcBef>
                <a:spcPct val="0"/>
              </a:spcBef>
              <a:spcAft>
                <a:spcPct val="0"/>
              </a:spcAft>
              <a:defRPr>
                <a:solidFill>
                  <a:schemeClr val="tx1"/>
                </a:solidFill>
                <a:latin typeface="Calibri" panose="020F0502020204030204" pitchFamily="34" charset="0"/>
              </a:defRPr>
            </a:lvl7pPr>
            <a:lvl8pPr marL="3429000" indent="-228600" defTabSz="977900" eaLnBrk="0" fontAlgn="base" hangingPunct="0">
              <a:spcBef>
                <a:spcPct val="0"/>
              </a:spcBef>
              <a:spcAft>
                <a:spcPct val="0"/>
              </a:spcAft>
              <a:defRPr>
                <a:solidFill>
                  <a:schemeClr val="tx1"/>
                </a:solidFill>
                <a:latin typeface="Calibri" panose="020F0502020204030204" pitchFamily="34" charset="0"/>
              </a:defRPr>
            </a:lvl8pPr>
            <a:lvl9pPr marL="3886200" indent="-228600" defTabSz="977900" eaLnBrk="0" fontAlgn="base" hangingPunct="0">
              <a:spcBef>
                <a:spcPct val="0"/>
              </a:spcBef>
              <a:spcAft>
                <a:spcPct val="0"/>
              </a:spcAft>
              <a:defRPr>
                <a:solidFill>
                  <a:schemeClr val="tx1"/>
                </a:solidFill>
                <a:latin typeface="Calibri" panose="020F0502020204030204" pitchFamily="34" charset="0"/>
              </a:defRPr>
            </a:lvl9pPr>
          </a:lstStyle>
          <a:p>
            <a:pPr marL="0" lvl="1" algn="ctr" eaLnBrk="1" hangingPunct="1">
              <a:lnSpc>
                <a:spcPct val="90000"/>
              </a:lnSpc>
              <a:spcAft>
                <a:spcPct val="15000"/>
              </a:spcAft>
            </a:pPr>
            <a:r>
              <a:rPr lang="en-US" sz="2200">
                <a:solidFill>
                  <a:srgbClr val="000000"/>
                </a:solidFill>
                <a:latin typeface="Arial" panose="020B0604020202020204" pitchFamily="34" charset="0"/>
                <a:cs typeface="Arial" panose="020B0604020202020204" pitchFamily="34" charset="0"/>
              </a:rPr>
              <a:t>Tạo kết tủa khó tan bám trên điện cực.</a:t>
            </a:r>
            <a:endParaRPr lang="vi-VN" sz="2200">
              <a:solidFill>
                <a:srgbClr val="000000"/>
              </a:solidFill>
              <a:latin typeface="Arial" panose="020B0604020202020204" pitchFamily="34" charset="0"/>
              <a:cs typeface="Arial" panose="020B0604020202020204" pitchFamily="34" charset="0"/>
            </a:endParaRPr>
          </a:p>
        </p:txBody>
      </p:sp>
      <p:sp>
        <p:nvSpPr>
          <p:cNvPr id="8" name="Circular Arrow 7"/>
          <p:cNvSpPr/>
          <p:nvPr/>
        </p:nvSpPr>
        <p:spPr>
          <a:xfrm flipH="1">
            <a:off x="5578475" y="1031875"/>
            <a:ext cx="2738438" cy="2740025"/>
          </a:xfrm>
          <a:prstGeom prst="circularArrow">
            <a:avLst>
              <a:gd name="adj1" fmla="val 10980"/>
              <a:gd name="adj2" fmla="val 1142322"/>
              <a:gd name="adj3" fmla="val 4500000"/>
              <a:gd name="adj4" fmla="val 10800000"/>
              <a:gd name="adj5" fmla="val 12500"/>
            </a:avLst>
          </a:prstGeom>
          <a:solidFill>
            <a:srgbClr val="DAB48E"/>
          </a:solidFill>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9" name="TextBox 8"/>
          <p:cNvSpPr txBox="1"/>
          <p:nvPr/>
        </p:nvSpPr>
        <p:spPr>
          <a:xfrm>
            <a:off x="1155017" y="1669741"/>
            <a:ext cx="1089832" cy="892552"/>
          </a:xfrm>
          <a:prstGeom prst="rect">
            <a:avLst/>
          </a:prstGeom>
          <a:noFill/>
        </p:spPr>
        <p:txBody>
          <a:bodyPr>
            <a:spAutoFit/>
          </a:bodyPr>
          <a:lstStyle/>
          <a:p>
            <a:pPr eaLnBrk="1" fontAlgn="auto" hangingPunct="1">
              <a:spcBef>
                <a:spcPts val="0"/>
              </a:spcBef>
              <a:spcAft>
                <a:spcPts val="0"/>
              </a:spcAft>
              <a:defRPr/>
            </a:pPr>
            <a:r>
              <a:rPr lang="en-US" sz="2600" b="1" err="1">
                <a:ln w="12700">
                  <a:solidFill>
                    <a:schemeClr val="tx2">
                      <a:satMod val="155000"/>
                    </a:schemeClr>
                  </a:solidFill>
                  <a:prstDash val="solid"/>
                </a:ln>
                <a:solidFill>
                  <a:srgbClr val="4B3219"/>
                </a:solidFill>
                <a:latin typeface="Times New Roman" pitchFamily="18" charset="0"/>
                <a:cs typeface="Times New Roman" pitchFamily="18" charset="0"/>
              </a:rPr>
              <a:t>Làm</a:t>
            </a:r>
            <a:r>
              <a:rPr lang="en-US" sz="2600" b="1">
                <a:ln w="12700">
                  <a:solidFill>
                    <a:schemeClr val="tx2">
                      <a:satMod val="155000"/>
                    </a:schemeClr>
                  </a:solidFill>
                  <a:prstDash val="solid"/>
                </a:ln>
                <a:solidFill>
                  <a:srgbClr val="4B3219"/>
                </a:solidFill>
                <a:latin typeface="Times New Roman" pitchFamily="18" charset="0"/>
                <a:cs typeface="Times New Roman" pitchFamily="18" charset="0"/>
              </a:rPr>
              <a:t> </a:t>
            </a:r>
            <a:r>
              <a:rPr lang="en-US" sz="2600" b="1" err="1">
                <a:ln w="12700">
                  <a:solidFill>
                    <a:schemeClr val="tx2">
                      <a:satMod val="155000"/>
                    </a:schemeClr>
                  </a:solidFill>
                  <a:prstDash val="solid"/>
                </a:ln>
                <a:solidFill>
                  <a:srgbClr val="4B3219"/>
                </a:solidFill>
                <a:latin typeface="Times New Roman" pitchFamily="18" charset="0"/>
                <a:cs typeface="Times New Roman" pitchFamily="18" charset="0"/>
              </a:rPr>
              <a:t>giàu</a:t>
            </a:r>
            <a:endParaRPr lang="en-US" sz="2600" b="1">
              <a:ln w="12700">
                <a:solidFill>
                  <a:schemeClr val="tx2">
                    <a:satMod val="155000"/>
                  </a:schemeClr>
                </a:solidFill>
                <a:prstDash val="solid"/>
              </a:ln>
              <a:solidFill>
                <a:srgbClr val="4B3219"/>
              </a:solidFill>
              <a:latin typeface="Times New Roman" pitchFamily="18" charset="0"/>
              <a:cs typeface="Times New Roman" pitchFamily="18" charset="0"/>
            </a:endParaRPr>
          </a:p>
        </p:txBody>
      </p:sp>
      <p:sp>
        <p:nvSpPr>
          <p:cNvPr id="10" name="TextBox 9"/>
          <p:cNvSpPr txBox="1"/>
          <p:nvPr/>
        </p:nvSpPr>
        <p:spPr>
          <a:xfrm>
            <a:off x="8244408" y="1630541"/>
            <a:ext cx="792088" cy="892552"/>
          </a:xfrm>
          <a:prstGeom prst="rect">
            <a:avLst/>
          </a:prstGeom>
          <a:noFill/>
        </p:spPr>
        <p:txBody>
          <a:bodyPr>
            <a:spAutoFit/>
          </a:bodyPr>
          <a:lstStyle/>
          <a:p>
            <a:pPr eaLnBrk="1" fontAlgn="auto" hangingPunct="1">
              <a:spcBef>
                <a:spcPts val="0"/>
              </a:spcBef>
              <a:spcAft>
                <a:spcPts val="0"/>
              </a:spcAft>
              <a:defRPr/>
            </a:pPr>
            <a:r>
              <a:rPr lang="en-US" sz="2600" b="1" err="1">
                <a:ln w="12700">
                  <a:solidFill>
                    <a:schemeClr val="tx2">
                      <a:satMod val="155000"/>
                    </a:schemeClr>
                  </a:solidFill>
                  <a:prstDash val="solid"/>
                </a:ln>
                <a:solidFill>
                  <a:srgbClr val="4B3219"/>
                </a:solidFill>
                <a:latin typeface="Times New Roman" pitchFamily="18" charset="0"/>
                <a:ea typeface="Tahoma" pitchFamily="34" charset="0"/>
                <a:cs typeface="Times New Roman" pitchFamily="18" charset="0"/>
              </a:rPr>
              <a:t>Hòa</a:t>
            </a:r>
            <a:r>
              <a:rPr lang="en-US" sz="2600" b="1">
                <a:ln w="12700">
                  <a:solidFill>
                    <a:schemeClr val="tx2">
                      <a:satMod val="155000"/>
                    </a:schemeClr>
                  </a:solidFill>
                  <a:prstDash val="solid"/>
                </a:ln>
                <a:solidFill>
                  <a:srgbClr val="4B3219"/>
                </a:solidFill>
                <a:latin typeface="Times New Roman" pitchFamily="18" charset="0"/>
                <a:ea typeface="Tahoma" pitchFamily="34" charset="0"/>
                <a:cs typeface="Times New Roman" pitchFamily="18" charset="0"/>
              </a:rPr>
              <a:t> tan</a:t>
            </a:r>
          </a:p>
        </p:txBody>
      </p:sp>
      <p:sp>
        <p:nvSpPr>
          <p:cNvPr id="344075" name="TextBox 20"/>
          <p:cNvSpPr txBox="1">
            <a:spLocks noChangeArrowheads="1"/>
          </p:cNvSpPr>
          <p:nvPr/>
        </p:nvSpPr>
        <p:spPr bwMode="auto">
          <a:xfrm>
            <a:off x="6153150" y="1773238"/>
            <a:ext cx="1728788"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200">
                <a:latin typeface="Times New Roman" panose="02020603050405020304" pitchFamily="18" charset="0"/>
                <a:cs typeface="Times New Roman" panose="02020603050405020304" pitchFamily="18" charset="0"/>
              </a:rPr>
              <a:t>Khử hợp chất khó tan để xác định anion</a:t>
            </a:r>
          </a:p>
        </p:txBody>
      </p:sp>
      <p:sp>
        <p:nvSpPr>
          <p:cNvPr id="344076" name="TextBox 21"/>
          <p:cNvSpPr txBox="1">
            <a:spLocks noChangeArrowheads="1"/>
          </p:cNvSpPr>
          <p:nvPr/>
        </p:nvSpPr>
        <p:spPr bwMode="auto">
          <a:xfrm>
            <a:off x="4930775" y="3911600"/>
            <a:ext cx="3816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lvl="1" eaLnBrk="1" hangingPunct="1"/>
            <a:r>
              <a:rPr lang="pt-BR" altLang="en-US" sz="2400" b="1">
                <a:latin typeface="Times New Roman" panose="02020603050405020304" pitchFamily="18" charset="0"/>
                <a:cs typeface="Times New Roman" panose="02020603050405020304" pitchFamily="18" charset="0"/>
              </a:rPr>
              <a:t>M (cực) + nA</a:t>
            </a:r>
            <a:r>
              <a:rPr lang="pt-BR" altLang="en-US" sz="2400" b="1" baseline="30000">
                <a:latin typeface="Times New Roman" panose="02020603050405020304" pitchFamily="18" charset="0"/>
                <a:cs typeface="Times New Roman" panose="02020603050405020304" pitchFamily="18" charset="0"/>
              </a:rPr>
              <a:t>- </a:t>
            </a:r>
            <a:r>
              <a:rPr lang="pt-BR" altLang="en-US" sz="2400" b="1">
                <a:latin typeface="Times New Roman" panose="02020603050405020304" pitchFamily="18" charset="0"/>
                <a:cs typeface="Times New Roman" panose="02020603050405020304" pitchFamily="18" charset="0"/>
              </a:rPr>
              <a:t>- ne = MA</a:t>
            </a:r>
            <a:r>
              <a:rPr lang="pt-BR" altLang="en-US" sz="2400" b="1" baseline="-25000">
                <a:latin typeface="Times New Roman" panose="02020603050405020304" pitchFamily="18" charset="0"/>
                <a:cs typeface="Times New Roman" panose="02020603050405020304" pitchFamily="18" charset="0"/>
              </a:rPr>
              <a:t>n</a:t>
            </a:r>
            <a:r>
              <a:rPr lang="en-US" altLang="en-US" sz="2400" b="1">
                <a:latin typeface="Times New Roman" panose="02020603050405020304" pitchFamily="18" charset="0"/>
                <a:cs typeface="Times New Roman" panose="02020603050405020304" pitchFamily="18" charset="0"/>
              </a:rPr>
              <a:t> </a:t>
            </a:r>
            <a:r>
              <a:rPr lang="pt-BR" altLang="en-US" sz="2400" b="1" baseline="-25000">
                <a:latin typeface="Times New Roman" panose="02020603050405020304" pitchFamily="18" charset="0"/>
                <a:cs typeface="Times New Roman" panose="02020603050405020304" pitchFamily="18" charset="0"/>
              </a:rPr>
              <a:t> </a:t>
            </a:r>
            <a:r>
              <a:rPr lang="pt-BR" altLang="en-US" sz="2400" b="1">
                <a:latin typeface="Times New Roman" panose="02020603050405020304" pitchFamily="18" charset="0"/>
                <a:cs typeface="Times New Roman" panose="02020603050405020304" pitchFamily="18" charset="0"/>
              </a:rPr>
              <a:t> </a:t>
            </a:r>
          </a:p>
        </p:txBody>
      </p:sp>
      <p:sp>
        <p:nvSpPr>
          <p:cNvPr id="344077" name="TextBox 22"/>
          <p:cNvSpPr txBox="1">
            <a:spLocks noChangeArrowheads="1"/>
          </p:cNvSpPr>
          <p:nvPr/>
        </p:nvSpPr>
        <p:spPr bwMode="auto">
          <a:xfrm>
            <a:off x="4927600" y="4581525"/>
            <a:ext cx="317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latin typeface="Times New Roman" panose="02020603050405020304" pitchFamily="18" charset="0"/>
                <a:cs typeface="Times New Roman" panose="02020603050405020304" pitchFamily="18" charset="0"/>
              </a:rPr>
              <a:t>MA</a:t>
            </a:r>
            <a:r>
              <a:rPr lang="en-US" altLang="en-US" sz="2400" b="1" baseline="-25000">
                <a:latin typeface="Times New Roman" panose="02020603050405020304" pitchFamily="18" charset="0"/>
                <a:cs typeface="Times New Roman" panose="02020603050405020304" pitchFamily="18" charset="0"/>
              </a:rPr>
              <a:t>n</a:t>
            </a:r>
            <a:r>
              <a:rPr lang="en-US" altLang="en-US" sz="2400" b="1">
                <a:latin typeface="Times New Roman" panose="02020603050405020304" pitchFamily="18" charset="0"/>
                <a:cs typeface="Times New Roman" panose="02020603050405020304" pitchFamily="18" charset="0"/>
              </a:rPr>
              <a:t> = M + A</a:t>
            </a:r>
            <a:r>
              <a:rPr lang="en-US" altLang="en-US" sz="2400" b="1" baseline="30000">
                <a:latin typeface="Times New Roman" panose="02020603050405020304" pitchFamily="18" charset="0"/>
                <a:cs typeface="Times New Roman" panose="02020603050405020304" pitchFamily="18" charset="0"/>
              </a:rPr>
              <a:t>n-</a:t>
            </a:r>
            <a:r>
              <a:rPr lang="en-US" altLang="en-US" sz="2400" b="1">
                <a:latin typeface="Times New Roman" panose="02020603050405020304" pitchFamily="18" charset="0"/>
                <a:cs typeface="Times New Roman" panose="02020603050405020304" pitchFamily="18" charset="0"/>
              </a:rPr>
              <a:t> + ne</a:t>
            </a:r>
          </a:p>
        </p:txBody>
      </p:sp>
      <p:sp>
        <p:nvSpPr>
          <p:cNvPr id="381966" name="TextBox 1"/>
          <p:cNvSpPr txBox="1">
            <a:spLocks noChangeArrowheads="1"/>
          </p:cNvSpPr>
          <p:nvPr/>
        </p:nvSpPr>
        <p:spPr bwMode="auto">
          <a:xfrm>
            <a:off x="2987675" y="266700"/>
            <a:ext cx="4275138" cy="523875"/>
          </a:xfrm>
          <a:prstGeom prst="rect">
            <a:avLst/>
          </a:prstGeom>
          <a:solidFill>
            <a:schemeClr val="accent1">
              <a:lumMod val="40000"/>
              <a:lumOff val="60000"/>
            </a:schemeClr>
          </a:solidFill>
          <a:ln>
            <a:solidFill>
              <a:schemeClr val="tx1"/>
            </a:solid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defRPr/>
            </a:pPr>
            <a:r>
              <a:rPr lang="en-US" altLang="en-US" sz="2800" b="1" smtClean="0">
                <a:latin typeface="Times New Roman" panose="02020603050405020304" pitchFamily="18" charset="0"/>
                <a:cs typeface="Times New Roman" panose="02020603050405020304" pitchFamily="18" charset="0"/>
              </a:rPr>
              <a:t>Volt – ample hòa tan catod</a:t>
            </a:r>
          </a:p>
        </p:txBody>
      </p:sp>
      <p:sp>
        <p:nvSpPr>
          <p:cNvPr id="344079" name="Slide Number Placeholder 1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928B72C-557D-4EF4-B0C5-9A7D54F50920}" type="slidenum">
              <a:rPr lang="en-US" altLang="ru-RU">
                <a:solidFill>
                  <a:srgbClr val="FFFFFF"/>
                </a:solidFill>
                <a:latin typeface="Arial" panose="020B0604020202020204" pitchFamily="34" charset="0"/>
                <a:cs typeface="Arial" panose="020B0604020202020204" pitchFamily="34" charset="0"/>
              </a:rPr>
              <a:pPr/>
              <a:t>286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1475656" y="920271"/>
            <a:ext cx="7272808" cy="2961959"/>
            <a:chOff x="20149" y="1463391"/>
            <a:chExt cx="4462810" cy="2699574"/>
          </a:xfrm>
          <a:solidFill>
            <a:schemeClr val="bg1">
              <a:lumMod val="95000"/>
            </a:schemeClr>
          </a:solidFill>
        </p:grpSpPr>
        <p:pic>
          <p:nvPicPr>
            <p:cNvPr id="3" name="Picture 6" descr="Blue_boxes_a"/>
            <p:cNvPicPr>
              <a:picLocks noChangeAspect="1" noChangeArrowheads="1"/>
            </p:cNvPicPr>
            <p:nvPr/>
          </p:nvPicPr>
          <p:blipFill>
            <a:blip r:embed="rId2" cstate="print"/>
            <a:srcRect r="64529"/>
            <a:stretch>
              <a:fillRect/>
            </a:stretch>
          </p:blipFill>
          <p:spPr bwMode="auto">
            <a:xfrm>
              <a:off x="20149" y="1463391"/>
              <a:ext cx="4462810" cy="2699574"/>
            </a:xfrm>
            <a:prstGeom prst="rect">
              <a:avLst/>
            </a:prstGeom>
            <a:solidFill>
              <a:schemeClr val="bg1">
                <a:lumMod val="95000"/>
              </a:schemeClr>
            </a:solidFill>
            <a:ln w="9525">
              <a:solidFill>
                <a:schemeClr val="bg1"/>
              </a:solidFill>
              <a:miter lim="800000"/>
              <a:headEnd/>
              <a:tailEnd/>
            </a:ln>
          </p:spPr>
        </p:pic>
        <p:sp>
          <p:nvSpPr>
            <p:cNvPr id="4" name="TextBox 11"/>
            <p:cNvSpPr txBox="1">
              <a:spLocks noChangeArrowheads="1"/>
            </p:cNvSpPr>
            <p:nvPr/>
          </p:nvSpPr>
          <p:spPr bwMode="auto">
            <a:xfrm>
              <a:off x="506198" y="1968215"/>
              <a:ext cx="3474806" cy="1430612"/>
            </a:xfrm>
            <a:prstGeom prst="rect">
              <a:avLst/>
            </a:prstGeom>
            <a:grpFill/>
            <a:ln>
              <a:noFill/>
            </a:ln>
          </p:spPr>
          <p:txBody>
            <a:bodyPr>
              <a:spAutoFit/>
            </a:bodyPr>
            <a:lstStyle>
              <a:lvl1pPr marL="457200" indent="-4572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514350" indent="-514350" algn="ctr" eaLnBrk="1" fontAlgn="auto" hangingPunct="1">
                <a:spcBef>
                  <a:spcPts val="0"/>
                </a:spcBef>
                <a:spcAft>
                  <a:spcPts val="0"/>
                </a:spcAft>
                <a:buFont typeface="+mj-lt"/>
                <a:buAutoNum type="arabicPeriod"/>
                <a:defRPr/>
              </a:pPr>
              <a:r>
                <a:rPr lang="en-US" sz="2400" dirty="0" err="1">
                  <a:latin typeface="Arial" pitchFamily="34" charset="0"/>
                  <a:cs typeface="Arial" pitchFamily="34" charset="0"/>
                </a:rPr>
                <a:t>Giai</a:t>
              </a:r>
              <a:r>
                <a:rPr lang="en-US" sz="2400" dirty="0">
                  <a:latin typeface="Arial" pitchFamily="34" charset="0"/>
                  <a:cs typeface="Arial" pitchFamily="34" charset="0"/>
                </a:rPr>
                <a:t> </a:t>
              </a:r>
              <a:r>
                <a:rPr lang="en-US" sz="2400" dirty="0" err="1">
                  <a:latin typeface="Arial" pitchFamily="34" charset="0"/>
                  <a:cs typeface="Arial" pitchFamily="34" charset="0"/>
                </a:rPr>
                <a:t>đoạn</a:t>
              </a:r>
              <a:r>
                <a:rPr lang="en-US" sz="2400" dirty="0">
                  <a:latin typeface="Arial" pitchFamily="34" charset="0"/>
                  <a:cs typeface="Arial" pitchFamily="34" charset="0"/>
                </a:rPr>
                <a:t> </a:t>
              </a:r>
              <a:r>
                <a:rPr lang="en-US" sz="2400" dirty="0" err="1">
                  <a:latin typeface="Arial" pitchFamily="34" charset="0"/>
                  <a:cs typeface="Arial" pitchFamily="34" charset="0"/>
                </a:rPr>
                <a:t>làm</a:t>
              </a:r>
              <a:r>
                <a:rPr lang="en-US" sz="2400" dirty="0">
                  <a:latin typeface="Arial" pitchFamily="34" charset="0"/>
                  <a:cs typeface="Arial" pitchFamily="34" charset="0"/>
                </a:rPr>
                <a:t> </a:t>
              </a:r>
              <a:r>
                <a:rPr lang="en-US" sz="2400" dirty="0" err="1">
                  <a:latin typeface="Arial" pitchFamily="34" charset="0"/>
                  <a:cs typeface="Arial" pitchFamily="34" charset="0"/>
                </a:rPr>
                <a:t>giàu</a:t>
              </a:r>
              <a:r>
                <a:rPr lang="en-US" sz="2400" dirty="0">
                  <a:latin typeface="Arial" pitchFamily="34" charset="0"/>
                  <a:cs typeface="Arial" pitchFamily="34" charset="0"/>
                </a:rPr>
                <a:t> </a:t>
              </a:r>
              <a:endParaRPr lang="vi-VN" sz="2400" dirty="0">
                <a:latin typeface="Arial" pitchFamily="34" charset="0"/>
                <a:cs typeface="Arial" pitchFamily="34" charset="0"/>
              </a:endParaRPr>
            </a:p>
            <a:p>
              <a:pPr marL="0" indent="0" algn="ctr" eaLnBrk="1" fontAlgn="auto" hangingPunct="1">
                <a:spcBef>
                  <a:spcPts val="0"/>
                </a:spcBef>
                <a:spcAft>
                  <a:spcPts val="0"/>
                </a:spcAft>
                <a:defRPr/>
              </a:pPr>
              <a:r>
                <a:rPr lang="en-US" sz="2400" dirty="0" err="1">
                  <a:latin typeface="Arial" pitchFamily="34" charset="0"/>
                  <a:cs typeface="Arial" pitchFamily="34" charset="0"/>
                </a:rPr>
                <a:t>Chất</a:t>
              </a:r>
              <a:r>
                <a:rPr lang="en-US" sz="2400" dirty="0">
                  <a:latin typeface="Arial" pitchFamily="34" charset="0"/>
                  <a:cs typeface="Arial" pitchFamily="34" charset="0"/>
                </a:rPr>
                <a:t> </a:t>
              </a:r>
              <a:r>
                <a:rPr lang="en-US" sz="2400" dirty="0" err="1">
                  <a:latin typeface="Arial" pitchFamily="34" charset="0"/>
                  <a:cs typeface="Arial" pitchFamily="34" charset="0"/>
                </a:rPr>
                <a:t>cần</a:t>
              </a:r>
              <a:r>
                <a:rPr lang="en-US" sz="2400" dirty="0">
                  <a:latin typeface="Arial" pitchFamily="34" charset="0"/>
                  <a:cs typeface="Arial" pitchFamily="34" charset="0"/>
                </a:rPr>
                <a:t> </a:t>
              </a:r>
              <a:r>
                <a:rPr lang="en-US" sz="2400" dirty="0" err="1">
                  <a:latin typeface="Arial" pitchFamily="34" charset="0"/>
                  <a:cs typeface="Arial" pitchFamily="34" charset="0"/>
                </a:rPr>
                <a:t>phân</a:t>
              </a:r>
              <a:r>
                <a:rPr lang="en-US" sz="2400" dirty="0">
                  <a:latin typeface="Arial" pitchFamily="34" charset="0"/>
                  <a:cs typeface="Arial" pitchFamily="34" charset="0"/>
                </a:rPr>
                <a:t> </a:t>
              </a:r>
              <a:r>
                <a:rPr lang="en-US" sz="2400" dirty="0" err="1">
                  <a:latin typeface="Arial" pitchFamily="34" charset="0"/>
                  <a:cs typeface="Arial" pitchFamily="34" charset="0"/>
                </a:rPr>
                <a:t>tích</a:t>
              </a:r>
              <a:r>
                <a:rPr lang="en-US" sz="2400" dirty="0">
                  <a:latin typeface="Arial" pitchFamily="34" charset="0"/>
                  <a:cs typeface="Arial" pitchFamily="34" charset="0"/>
                </a:rPr>
                <a:t> </a:t>
              </a:r>
              <a:r>
                <a:rPr lang="en-US" sz="2400" dirty="0" err="1">
                  <a:latin typeface="Arial" pitchFamily="34" charset="0"/>
                  <a:cs typeface="Arial" pitchFamily="34" charset="0"/>
                </a:rPr>
                <a:t>tạo</a:t>
              </a:r>
              <a:r>
                <a:rPr lang="en-US" sz="2400" dirty="0">
                  <a:latin typeface="Arial" pitchFamily="34" charset="0"/>
                  <a:cs typeface="Arial" pitchFamily="34" charset="0"/>
                </a:rPr>
                <a:t> </a:t>
              </a:r>
              <a:r>
                <a:rPr lang="en-US" sz="2400" dirty="0" err="1">
                  <a:latin typeface="Arial" pitchFamily="34" charset="0"/>
                  <a:cs typeface="Arial" pitchFamily="34" charset="0"/>
                </a:rPr>
                <a:t>phức</a:t>
              </a:r>
              <a:r>
                <a:rPr lang="en-US" sz="2400" dirty="0">
                  <a:latin typeface="Arial" pitchFamily="34" charset="0"/>
                  <a:cs typeface="Arial" pitchFamily="34" charset="0"/>
                </a:rPr>
                <a:t> </a:t>
              </a:r>
              <a:r>
                <a:rPr lang="en-US" sz="2400" dirty="0" err="1">
                  <a:latin typeface="Arial" pitchFamily="34" charset="0"/>
                  <a:cs typeface="Arial" pitchFamily="34" charset="0"/>
                </a:rPr>
                <a:t>với</a:t>
              </a:r>
              <a:r>
                <a:rPr lang="en-US" sz="2400" dirty="0">
                  <a:latin typeface="Arial" pitchFamily="34" charset="0"/>
                  <a:cs typeface="Arial" pitchFamily="34" charset="0"/>
                </a:rPr>
                <a:t> </a:t>
              </a:r>
              <a:r>
                <a:rPr lang="en-US" sz="2400" dirty="0" err="1">
                  <a:latin typeface="Arial" pitchFamily="34" charset="0"/>
                  <a:cs typeface="Arial" pitchFamily="34" charset="0"/>
                </a:rPr>
                <a:t>thuốc</a:t>
              </a:r>
              <a:r>
                <a:rPr lang="en-US" sz="2400" dirty="0">
                  <a:latin typeface="Arial" pitchFamily="34" charset="0"/>
                  <a:cs typeface="Arial" pitchFamily="34" charset="0"/>
                </a:rPr>
                <a:t> </a:t>
              </a:r>
              <a:r>
                <a:rPr lang="en-US" sz="2400" dirty="0" err="1">
                  <a:latin typeface="Arial" pitchFamily="34" charset="0"/>
                  <a:cs typeface="Arial" pitchFamily="34" charset="0"/>
                </a:rPr>
                <a:t>thử</a:t>
              </a:r>
              <a:r>
                <a:rPr lang="en-US" sz="2400" dirty="0">
                  <a:latin typeface="Arial" pitchFamily="34" charset="0"/>
                  <a:cs typeface="Arial" pitchFamily="34" charset="0"/>
                </a:rPr>
                <a:t> </a:t>
              </a:r>
              <a:r>
                <a:rPr lang="en-US" sz="2400" dirty="0" err="1">
                  <a:latin typeface="Arial" pitchFamily="34" charset="0"/>
                  <a:cs typeface="Arial" pitchFamily="34" charset="0"/>
                </a:rPr>
                <a:t>và</a:t>
              </a:r>
              <a:r>
                <a:rPr lang="en-US" sz="2400" dirty="0">
                  <a:latin typeface="Arial" pitchFamily="34" charset="0"/>
                  <a:cs typeface="Arial" pitchFamily="34" charset="0"/>
                </a:rPr>
                <a:t> </a:t>
              </a:r>
              <a:r>
                <a:rPr lang="en-US" sz="2400" dirty="0" err="1">
                  <a:latin typeface="Arial" pitchFamily="34" charset="0"/>
                  <a:cs typeface="Arial" pitchFamily="34" charset="0"/>
                </a:rPr>
                <a:t>hấp</a:t>
              </a:r>
              <a:r>
                <a:rPr lang="en-US" sz="2400" dirty="0">
                  <a:latin typeface="Arial" pitchFamily="34" charset="0"/>
                  <a:cs typeface="Arial" pitchFamily="34" charset="0"/>
                </a:rPr>
                <a:t> </a:t>
              </a:r>
              <a:r>
                <a:rPr lang="en-US" sz="2400" dirty="0" err="1">
                  <a:latin typeface="Arial" pitchFamily="34" charset="0"/>
                  <a:cs typeface="Arial" pitchFamily="34" charset="0"/>
                </a:rPr>
                <a:t>phụ</a:t>
              </a:r>
              <a:r>
                <a:rPr lang="en-US" sz="2400" dirty="0">
                  <a:latin typeface="Arial" pitchFamily="34" charset="0"/>
                  <a:cs typeface="Arial" pitchFamily="34" charset="0"/>
                </a:rPr>
                <a:t> </a:t>
              </a:r>
              <a:r>
                <a:rPr lang="en-US" sz="2400" dirty="0" err="1">
                  <a:latin typeface="Arial" pitchFamily="34" charset="0"/>
                  <a:cs typeface="Arial" pitchFamily="34" charset="0"/>
                </a:rPr>
                <a:t>lên</a:t>
              </a:r>
              <a:r>
                <a:rPr lang="en-US" sz="2400" dirty="0">
                  <a:latin typeface="Arial" pitchFamily="34" charset="0"/>
                  <a:cs typeface="Arial" pitchFamily="34" charset="0"/>
                </a:rPr>
                <a:t> </a:t>
              </a:r>
              <a:r>
                <a:rPr lang="en-US" sz="2400" dirty="0" err="1">
                  <a:latin typeface="Arial" pitchFamily="34" charset="0"/>
                  <a:cs typeface="Arial" pitchFamily="34" charset="0"/>
                </a:rPr>
                <a:t>bề</a:t>
              </a:r>
              <a:r>
                <a:rPr lang="en-US" sz="2400" dirty="0">
                  <a:latin typeface="Arial" pitchFamily="34" charset="0"/>
                  <a:cs typeface="Arial" pitchFamily="34" charset="0"/>
                </a:rPr>
                <a:t> </a:t>
              </a:r>
              <a:r>
                <a:rPr lang="en-US" sz="2400" dirty="0" err="1">
                  <a:latin typeface="Arial" pitchFamily="34" charset="0"/>
                  <a:cs typeface="Arial" pitchFamily="34" charset="0"/>
                </a:rPr>
                <a:t>mặt</a:t>
              </a:r>
              <a:r>
                <a:rPr lang="en-US" sz="2400" dirty="0">
                  <a:latin typeface="Arial" pitchFamily="34" charset="0"/>
                  <a:cs typeface="Arial" pitchFamily="34" charset="0"/>
                </a:rPr>
                <a:t> </a:t>
              </a:r>
              <a:r>
                <a:rPr lang="en-US" sz="2400" dirty="0" err="1">
                  <a:latin typeface="Arial" pitchFamily="34" charset="0"/>
                  <a:cs typeface="Arial" pitchFamily="34" charset="0"/>
                </a:rPr>
                <a:t>điện</a:t>
              </a:r>
              <a:r>
                <a:rPr lang="en-US" sz="2400" dirty="0">
                  <a:latin typeface="Arial" pitchFamily="34" charset="0"/>
                  <a:cs typeface="Arial" pitchFamily="34" charset="0"/>
                </a:rPr>
                <a:t> </a:t>
              </a:r>
              <a:r>
                <a:rPr lang="en-US" sz="2400" dirty="0" err="1">
                  <a:latin typeface="Arial" pitchFamily="34" charset="0"/>
                  <a:cs typeface="Arial" pitchFamily="34" charset="0"/>
                </a:rPr>
                <a:t>cực</a:t>
              </a:r>
              <a:r>
                <a:rPr lang="en-US" sz="2400" dirty="0">
                  <a:latin typeface="Arial" pitchFamily="34" charset="0"/>
                  <a:cs typeface="Arial" pitchFamily="34" charset="0"/>
                </a:rPr>
                <a:t>.</a:t>
              </a:r>
            </a:p>
            <a:p>
              <a:pPr marL="0" indent="0" algn="ctr" eaLnBrk="1" fontAlgn="auto" hangingPunct="1">
                <a:spcBef>
                  <a:spcPts val="0"/>
                </a:spcBef>
                <a:spcAft>
                  <a:spcPts val="0"/>
                </a:spcAft>
                <a:defRPr/>
              </a:pPr>
              <a:r>
                <a:rPr lang="en-US" sz="2400" dirty="0">
                  <a:latin typeface="Arial" pitchFamily="34" charset="0"/>
                  <a:cs typeface="Arial" pitchFamily="34" charset="0"/>
                </a:rPr>
                <a:t>Me</a:t>
              </a:r>
              <a:r>
                <a:rPr lang="en-US" sz="2400" baseline="30000" dirty="0">
                  <a:latin typeface="Arial" pitchFamily="34" charset="0"/>
                  <a:cs typeface="Arial" pitchFamily="34" charset="0"/>
                </a:rPr>
                <a:t>n+</a:t>
              </a:r>
              <a:r>
                <a:rPr lang="en-US" sz="2400" baseline="-25000" dirty="0">
                  <a:latin typeface="Arial" pitchFamily="34" charset="0"/>
                  <a:cs typeface="Arial" pitchFamily="34" charset="0"/>
                </a:rPr>
                <a:t>(</a:t>
              </a:r>
              <a:r>
                <a:rPr lang="en-US" sz="2400" baseline="-25000" dirty="0" err="1">
                  <a:latin typeface="Arial" pitchFamily="34" charset="0"/>
                  <a:cs typeface="Arial" pitchFamily="34" charset="0"/>
                </a:rPr>
                <a:t>thuốcthử</a:t>
              </a:r>
              <a:r>
                <a:rPr lang="en-US" sz="2400" baseline="-25000" dirty="0">
                  <a:latin typeface="Arial" pitchFamily="34" charset="0"/>
                  <a:cs typeface="Arial" pitchFamily="34" charset="0"/>
                </a:rPr>
                <a:t>)</a:t>
              </a:r>
              <a:r>
                <a:rPr lang="en-US" sz="2400" dirty="0">
                  <a:latin typeface="Arial" pitchFamily="34" charset="0"/>
                  <a:cs typeface="Arial" pitchFamily="34" charset="0"/>
                </a:rPr>
                <a:t> = Me</a:t>
              </a:r>
              <a:r>
                <a:rPr lang="en-US" sz="2400" baseline="30000" dirty="0">
                  <a:latin typeface="Arial" pitchFamily="34" charset="0"/>
                  <a:cs typeface="Arial" pitchFamily="34" charset="0"/>
                </a:rPr>
                <a:t>n+</a:t>
              </a:r>
              <a:r>
                <a:rPr lang="en-US" sz="2400" baseline="-25000" dirty="0">
                  <a:latin typeface="Arial" pitchFamily="34" charset="0"/>
                  <a:cs typeface="Arial" pitchFamily="34" charset="0"/>
                </a:rPr>
                <a:t>(</a:t>
              </a:r>
              <a:r>
                <a:rPr lang="en-US" sz="2400" baseline="-25000" dirty="0" err="1">
                  <a:latin typeface="Arial" pitchFamily="34" charset="0"/>
                  <a:cs typeface="Arial" pitchFamily="34" charset="0"/>
                </a:rPr>
                <a:t>thuốcthử</a:t>
              </a:r>
              <a:r>
                <a:rPr lang="en-US" sz="2400" baseline="-25000" dirty="0">
                  <a:latin typeface="Arial" pitchFamily="34" charset="0"/>
                  <a:cs typeface="Arial" pitchFamily="34" charset="0"/>
                </a:rPr>
                <a:t>)</a:t>
              </a:r>
              <a:r>
                <a:rPr lang="en-US" sz="2400" dirty="0">
                  <a:latin typeface="Arial" pitchFamily="34" charset="0"/>
                  <a:cs typeface="Arial" pitchFamily="34" charset="0"/>
                </a:rPr>
                <a:t>(</a:t>
              </a:r>
              <a:r>
                <a:rPr lang="en-US" sz="2400" dirty="0" err="1">
                  <a:latin typeface="Arial" pitchFamily="34" charset="0"/>
                  <a:cs typeface="Arial" pitchFamily="34" charset="0"/>
                </a:rPr>
                <a:t>hấp</a:t>
              </a:r>
              <a:r>
                <a:rPr lang="en-US" sz="2400" dirty="0">
                  <a:latin typeface="Arial" pitchFamily="34" charset="0"/>
                  <a:cs typeface="Arial" pitchFamily="34" charset="0"/>
                </a:rPr>
                <a:t> </a:t>
              </a:r>
              <a:r>
                <a:rPr lang="en-US" sz="2400" dirty="0" err="1">
                  <a:latin typeface="Arial" pitchFamily="34" charset="0"/>
                  <a:cs typeface="Arial" pitchFamily="34" charset="0"/>
                </a:rPr>
                <a:t>phụ</a:t>
              </a:r>
              <a:r>
                <a:rPr lang="en-US" sz="2400" dirty="0">
                  <a:latin typeface="Arial" pitchFamily="34" charset="0"/>
                  <a:cs typeface="Arial" pitchFamily="34" charset="0"/>
                </a:rPr>
                <a:t>)</a:t>
              </a:r>
            </a:p>
          </p:txBody>
        </p:sp>
      </p:grpSp>
      <p:grpSp>
        <p:nvGrpSpPr>
          <p:cNvPr id="5" name="Group 5"/>
          <p:cNvGrpSpPr>
            <a:grpSpLocks/>
          </p:cNvGrpSpPr>
          <p:nvPr/>
        </p:nvGrpSpPr>
        <p:grpSpPr bwMode="auto">
          <a:xfrm>
            <a:off x="1461739" y="4293096"/>
            <a:ext cx="7430741" cy="2232248"/>
            <a:chOff x="4933234" y="1600782"/>
            <a:chExt cx="4307155" cy="4046372"/>
          </a:xfrm>
          <a:solidFill>
            <a:schemeClr val="bg1">
              <a:lumMod val="95000"/>
            </a:schemeClr>
          </a:solidFill>
        </p:grpSpPr>
        <p:pic>
          <p:nvPicPr>
            <p:cNvPr id="6" name="Picture 4" descr="Blue_boxes_a"/>
            <p:cNvPicPr>
              <a:picLocks noChangeAspect="1" noChangeArrowheads="1"/>
            </p:cNvPicPr>
            <p:nvPr/>
          </p:nvPicPr>
          <p:blipFill>
            <a:blip r:embed="rId2" cstate="print"/>
            <a:srcRect r="64529"/>
            <a:stretch>
              <a:fillRect/>
            </a:stretch>
          </p:blipFill>
          <p:spPr bwMode="auto">
            <a:xfrm>
              <a:off x="4933234" y="1600782"/>
              <a:ext cx="4307155" cy="4046372"/>
            </a:xfrm>
            <a:prstGeom prst="rect">
              <a:avLst/>
            </a:prstGeom>
            <a:grpFill/>
            <a:ln>
              <a:noFill/>
            </a:ln>
          </p:spPr>
        </p:pic>
        <p:sp>
          <p:nvSpPr>
            <p:cNvPr id="7" name="TextBox 12"/>
            <p:cNvSpPr txBox="1">
              <a:spLocks noChangeArrowheads="1"/>
            </p:cNvSpPr>
            <p:nvPr/>
          </p:nvSpPr>
          <p:spPr bwMode="auto">
            <a:xfrm>
              <a:off x="5512733" y="2839005"/>
              <a:ext cx="3213880" cy="2175824"/>
            </a:xfrm>
            <a:prstGeom prst="rect">
              <a:avLst/>
            </a:prstGeom>
            <a:grpFill/>
            <a:ln>
              <a:noFill/>
            </a:ln>
          </p:spPr>
          <p:txBody>
            <a:bodyPr>
              <a:spAutoFit/>
            </a:bodyPr>
            <a:lstStyle>
              <a:lvl1pPr marL="457200" indent="-4572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514350" indent="-514350" algn="ctr" eaLnBrk="1" fontAlgn="auto" hangingPunct="1">
                <a:spcBef>
                  <a:spcPts val="0"/>
                </a:spcBef>
                <a:spcAft>
                  <a:spcPts val="0"/>
                </a:spcAft>
                <a:buFont typeface="+mj-lt"/>
                <a:buAutoNum type="arabicPeriod" startAt="2"/>
                <a:defRPr/>
              </a:pPr>
              <a:r>
                <a:rPr lang="en-US" sz="2400" dirty="0" err="1">
                  <a:latin typeface="Arial" pitchFamily="34" charset="0"/>
                  <a:cs typeface="Arial" pitchFamily="34" charset="0"/>
                </a:rPr>
                <a:t>Giai</a:t>
              </a:r>
              <a:r>
                <a:rPr lang="en-US" sz="2400" dirty="0">
                  <a:latin typeface="Arial" pitchFamily="34" charset="0"/>
                  <a:cs typeface="Arial" pitchFamily="34" charset="0"/>
                </a:rPr>
                <a:t> </a:t>
              </a:r>
              <a:r>
                <a:rPr lang="en-US" sz="2400" dirty="0" err="1">
                  <a:latin typeface="Arial" pitchFamily="34" charset="0"/>
                  <a:cs typeface="Arial" pitchFamily="34" charset="0"/>
                </a:rPr>
                <a:t>đoạn</a:t>
              </a:r>
              <a:r>
                <a:rPr lang="en-US" sz="2400" dirty="0">
                  <a:latin typeface="Arial" pitchFamily="34" charset="0"/>
                  <a:cs typeface="Arial" pitchFamily="34" charset="0"/>
                </a:rPr>
                <a:t> </a:t>
              </a:r>
              <a:r>
                <a:rPr lang="en-US" sz="2400" dirty="0" err="1">
                  <a:latin typeface="Arial" pitchFamily="34" charset="0"/>
                  <a:cs typeface="Arial" pitchFamily="34" charset="0"/>
                </a:rPr>
                <a:t>hòa</a:t>
              </a:r>
              <a:r>
                <a:rPr lang="en-US" sz="2400" dirty="0">
                  <a:latin typeface="Arial" pitchFamily="34" charset="0"/>
                  <a:cs typeface="Arial" pitchFamily="34" charset="0"/>
                </a:rPr>
                <a:t> tan </a:t>
              </a:r>
            </a:p>
            <a:p>
              <a:pPr marL="0" indent="0" eaLnBrk="1" fontAlgn="auto" hangingPunct="1">
                <a:spcBef>
                  <a:spcPts val="0"/>
                </a:spcBef>
                <a:spcAft>
                  <a:spcPts val="0"/>
                </a:spcAft>
                <a:defRPr/>
              </a:pPr>
              <a:r>
                <a:rPr lang="en-US" sz="2400" dirty="0">
                  <a:latin typeface="Arial" pitchFamily="34" charset="0"/>
                  <a:cs typeface="Arial" pitchFamily="34" charset="0"/>
                </a:rPr>
                <a:t>Me</a:t>
              </a:r>
              <a:r>
                <a:rPr lang="en-US" sz="2400" baseline="30000" dirty="0">
                  <a:latin typeface="Arial" pitchFamily="34" charset="0"/>
                  <a:cs typeface="Arial" pitchFamily="34" charset="0"/>
                </a:rPr>
                <a:t>n+</a:t>
              </a:r>
              <a:r>
                <a:rPr lang="en-US" sz="2400" baseline="-25000" dirty="0">
                  <a:latin typeface="Arial" pitchFamily="34" charset="0"/>
                  <a:cs typeface="Arial" pitchFamily="34" charset="0"/>
                </a:rPr>
                <a:t>(</a:t>
              </a:r>
              <a:r>
                <a:rPr lang="en-US" sz="2400" baseline="-25000" dirty="0" err="1">
                  <a:latin typeface="Arial" pitchFamily="34" charset="0"/>
                  <a:cs typeface="Arial" pitchFamily="34" charset="0"/>
                </a:rPr>
                <a:t>thuốc</a:t>
              </a:r>
              <a:r>
                <a:rPr lang="en-US" sz="2400" baseline="-25000" dirty="0">
                  <a:latin typeface="Arial" pitchFamily="34" charset="0"/>
                  <a:cs typeface="Arial" pitchFamily="34" charset="0"/>
                </a:rPr>
                <a:t> </a:t>
              </a:r>
              <a:r>
                <a:rPr lang="en-US" sz="2400" baseline="-25000" dirty="0" err="1">
                  <a:latin typeface="Arial" pitchFamily="34" charset="0"/>
                  <a:cs typeface="Arial" pitchFamily="34" charset="0"/>
                </a:rPr>
                <a:t>thử</a:t>
              </a:r>
              <a:r>
                <a:rPr lang="en-US" sz="2400" baseline="-25000" dirty="0">
                  <a:latin typeface="Arial" pitchFamily="34" charset="0"/>
                  <a:cs typeface="Arial" pitchFamily="34" charset="0"/>
                </a:rPr>
                <a:t>)</a:t>
              </a:r>
              <a:r>
                <a:rPr lang="en-US" sz="2400" baseline="30000" dirty="0">
                  <a:latin typeface="Arial" pitchFamily="34" charset="0"/>
                  <a:cs typeface="Arial" pitchFamily="34" charset="0"/>
                </a:rPr>
                <a:t>(</a:t>
              </a:r>
              <a:r>
                <a:rPr lang="en-US" sz="2400" baseline="30000" dirty="0" err="1">
                  <a:latin typeface="Arial" pitchFamily="34" charset="0"/>
                  <a:cs typeface="Arial" pitchFamily="34" charset="0"/>
                </a:rPr>
                <a:t>hấp</a:t>
              </a:r>
              <a:r>
                <a:rPr lang="en-US" sz="2400" baseline="30000" dirty="0">
                  <a:latin typeface="Arial" pitchFamily="34" charset="0"/>
                  <a:cs typeface="Arial" pitchFamily="34" charset="0"/>
                </a:rPr>
                <a:t> </a:t>
              </a:r>
              <a:r>
                <a:rPr lang="en-US" sz="2400" baseline="30000" dirty="0" err="1">
                  <a:latin typeface="Arial" pitchFamily="34" charset="0"/>
                  <a:cs typeface="Arial" pitchFamily="34" charset="0"/>
                </a:rPr>
                <a:t>phụ</a:t>
              </a:r>
              <a:r>
                <a:rPr lang="en-US" sz="2400" baseline="30000" dirty="0">
                  <a:latin typeface="Arial" pitchFamily="34" charset="0"/>
                  <a:cs typeface="Arial" pitchFamily="34" charset="0"/>
                </a:rPr>
                <a:t>)</a:t>
              </a:r>
              <a:r>
                <a:rPr lang="en-US" sz="2400" dirty="0">
                  <a:latin typeface="Arial" pitchFamily="34" charset="0"/>
                  <a:cs typeface="Arial" pitchFamily="34" charset="0"/>
                </a:rPr>
                <a:t> = Me</a:t>
              </a:r>
              <a:r>
                <a:rPr lang="en-US" sz="2400" baseline="30000" dirty="0">
                  <a:latin typeface="Arial" pitchFamily="34" charset="0"/>
                  <a:cs typeface="Arial" pitchFamily="34" charset="0"/>
                </a:rPr>
                <a:t>n+</a:t>
              </a:r>
              <a:r>
                <a:rPr lang="en-US" sz="2400" dirty="0">
                  <a:latin typeface="Arial" pitchFamily="34" charset="0"/>
                  <a:cs typeface="Arial" pitchFamily="34" charset="0"/>
                </a:rPr>
                <a:t> + (</a:t>
              </a:r>
              <a:r>
                <a:rPr lang="en-US" sz="2400" dirty="0" err="1">
                  <a:latin typeface="Arial" pitchFamily="34" charset="0"/>
                  <a:cs typeface="Arial" pitchFamily="34" charset="0"/>
                </a:rPr>
                <a:t>thuốc</a:t>
              </a:r>
              <a:r>
                <a:rPr lang="en-US" sz="2400" dirty="0">
                  <a:latin typeface="Arial" pitchFamily="34" charset="0"/>
                  <a:cs typeface="Arial" pitchFamily="34" charset="0"/>
                </a:rPr>
                <a:t> </a:t>
              </a:r>
              <a:r>
                <a:rPr lang="en-US" sz="2400" dirty="0" err="1">
                  <a:latin typeface="Arial" pitchFamily="34" charset="0"/>
                  <a:cs typeface="Arial" pitchFamily="34" charset="0"/>
                </a:rPr>
                <a:t>thử</a:t>
              </a:r>
              <a:r>
                <a:rPr lang="en-US" sz="2400" dirty="0">
                  <a:latin typeface="Arial" pitchFamily="34" charset="0"/>
                  <a:cs typeface="Arial" pitchFamily="34" charset="0"/>
                </a:rPr>
                <a:t>)</a:t>
              </a:r>
            </a:p>
          </p:txBody>
        </p:sp>
      </p:grpSp>
      <p:sp>
        <p:nvSpPr>
          <p:cNvPr id="382980" name="TextBox 3"/>
          <p:cNvSpPr txBox="1">
            <a:spLocks noChangeArrowheads="1"/>
          </p:cNvSpPr>
          <p:nvPr/>
        </p:nvSpPr>
        <p:spPr bwMode="auto">
          <a:xfrm>
            <a:off x="2806700" y="192088"/>
            <a:ext cx="5184775" cy="522287"/>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rPr>
              <a:t>Volt – Ample hòa tan hấp phụ</a:t>
            </a:r>
          </a:p>
        </p:txBody>
      </p:sp>
      <p:sp>
        <p:nvSpPr>
          <p:cNvPr id="345093"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A504302-7D53-4175-8304-C0A9918AD77C}" type="slidenum">
              <a:rPr lang="en-US" altLang="ru-RU">
                <a:solidFill>
                  <a:srgbClr val="FFFFFF"/>
                </a:solidFill>
                <a:latin typeface="Arial" panose="020B0604020202020204" pitchFamily="34" charset="0"/>
                <a:cs typeface="Arial" panose="020B0604020202020204" pitchFamily="34" charset="0"/>
              </a:rPr>
              <a:pPr/>
              <a:t>287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extBox 1"/>
          <p:cNvSpPr txBox="1">
            <a:spLocks noChangeArrowheads="1"/>
          </p:cNvSpPr>
          <p:nvPr/>
        </p:nvSpPr>
        <p:spPr bwMode="auto">
          <a:xfrm>
            <a:off x="1258888" y="549275"/>
            <a:ext cx="77057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zh-CN" sz="2400">
                <a:latin typeface="Arial" panose="020B0604020202020204" pitchFamily="34" charset="0"/>
                <a:cs typeface="Arial" panose="020B0604020202020204" pitchFamily="34" charset="0"/>
              </a:rPr>
              <a:t>Các loại điện cực dung trong phương pháp Volt-Ample hòa tan:</a:t>
            </a:r>
          </a:p>
          <a:p>
            <a:pPr algn="just" eaLnBrk="1" hangingPunct="1"/>
            <a:r>
              <a:rPr lang="en-US" altLang="zh-CN" sz="2400">
                <a:latin typeface="Arial" panose="020B0604020202020204" pitchFamily="34" charset="0"/>
                <a:cs typeface="Arial" panose="020B0604020202020204" pitchFamily="34" charset="0"/>
              </a:rPr>
              <a:t>- Điện cực so sánh: Calomel bão hòa</a:t>
            </a:r>
          </a:p>
          <a:p>
            <a:pPr algn="just" eaLnBrk="1" hangingPunct="1"/>
            <a:r>
              <a:rPr lang="en-US" altLang="zh-CN" sz="2400">
                <a:latin typeface="Arial" panose="020B0604020202020204" pitchFamily="34" charset="0"/>
                <a:cs typeface="Arial" panose="020B0604020202020204" pitchFamily="34" charset="0"/>
              </a:rPr>
              <a:t>- Điện cực làm việc: Giọt thủy ngân treo</a:t>
            </a:r>
          </a:p>
          <a:p>
            <a:pPr algn="just" eaLnBrk="1" hangingPunct="1"/>
            <a:r>
              <a:rPr lang="en-US" altLang="zh-CN" sz="2400">
                <a:latin typeface="Arial" panose="020B0604020202020204" pitchFamily="34" charset="0"/>
                <a:cs typeface="Arial" panose="020B0604020202020204" pitchFamily="34" charset="0"/>
              </a:rPr>
              <a:t>- Điện cực phụ trợ : Pt ( có gắn thêm các chất bổ trợ)</a:t>
            </a:r>
          </a:p>
        </p:txBody>
      </p:sp>
      <p:sp>
        <p:nvSpPr>
          <p:cNvPr id="346115" name="TextBox 2"/>
          <p:cNvSpPr txBox="1">
            <a:spLocks noChangeArrowheads="1"/>
          </p:cNvSpPr>
          <p:nvPr/>
        </p:nvSpPr>
        <p:spPr bwMode="auto">
          <a:xfrm>
            <a:off x="1273175" y="3284538"/>
            <a:ext cx="75469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US" altLang="en-US" sz="2400">
                <a:latin typeface="Arial" panose="020B0604020202020204" pitchFamily="34" charset="0"/>
                <a:cs typeface="Arial" panose="020B0604020202020204" pitchFamily="34" charset="0"/>
              </a:rPr>
              <a:t>Các giai đoạn phân tích theo phương pháp Volt ample hòa tan:</a:t>
            </a:r>
          </a:p>
          <a:p>
            <a:pPr algn="just" eaLnBrk="1" hangingPunct="1"/>
            <a:endParaRPr lang="en-US" altLang="en-US" sz="2400">
              <a:latin typeface="Arial" panose="020B0604020202020204" pitchFamily="34" charset="0"/>
              <a:cs typeface="Arial" panose="020B0604020202020204" pitchFamily="34" charset="0"/>
            </a:endParaRPr>
          </a:p>
          <a:p>
            <a:pPr algn="just" eaLnBrk="1" hangingPunct="1"/>
            <a:r>
              <a:rPr lang="en-US" altLang="en-US" sz="2400">
                <a:latin typeface="Arial" panose="020B0604020202020204" pitchFamily="34" charset="0"/>
                <a:cs typeface="Arial" panose="020B0604020202020204" pitchFamily="34" charset="0"/>
              </a:rPr>
              <a:t>- G</a:t>
            </a:r>
            <a:r>
              <a:rPr lang="en-US" altLang="zh-CN" sz="2400">
                <a:latin typeface="Arial" panose="020B0604020202020204" pitchFamily="34" charset="0"/>
                <a:cs typeface="Arial" panose="020B0604020202020204" pitchFamily="34" charset="0"/>
              </a:rPr>
              <a:t>iai đoạn tích góp</a:t>
            </a:r>
          </a:p>
          <a:p>
            <a:pPr algn="just" eaLnBrk="1" hangingPunct="1"/>
            <a:r>
              <a:rPr lang="en-US" altLang="zh-CN" sz="2400">
                <a:latin typeface="Arial" panose="020B0604020202020204" pitchFamily="34" charset="0"/>
                <a:cs typeface="Arial" panose="020B0604020202020204" pitchFamily="34" charset="0"/>
              </a:rPr>
              <a:t>- Giai đoạn dừng</a:t>
            </a:r>
          </a:p>
          <a:p>
            <a:pPr algn="just" eaLnBrk="1" hangingPunct="1"/>
            <a:r>
              <a:rPr lang="en-US" altLang="en-US" sz="2400">
                <a:latin typeface="Arial" panose="020B0604020202020204" pitchFamily="34" charset="0"/>
                <a:cs typeface="Arial" panose="020B0604020202020204" pitchFamily="34" charset="0"/>
              </a:rPr>
              <a:t>- Giai đoạn hòa tan và ghi dòng hòa tan</a:t>
            </a:r>
          </a:p>
        </p:txBody>
      </p:sp>
      <p:sp>
        <p:nvSpPr>
          <p:cNvPr id="34611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42B65B-55F3-4DFE-939C-7C665DC14039}" type="slidenum">
              <a:rPr lang="en-US" altLang="ru-RU">
                <a:solidFill>
                  <a:srgbClr val="FFFFFF"/>
                </a:solidFill>
                <a:latin typeface="Arial" panose="020B0604020202020204" pitchFamily="34" charset="0"/>
                <a:cs typeface="Arial" panose="020B0604020202020204" pitchFamily="34" charset="0"/>
              </a:rPr>
              <a:pPr/>
              <a:t>288</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48038" y="260350"/>
            <a:ext cx="2952750" cy="461963"/>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400"/>
              <a:t>Giai đoạn tích góp</a:t>
            </a:r>
          </a:p>
        </p:txBody>
      </p:sp>
      <p:sp>
        <p:nvSpPr>
          <p:cNvPr id="385027" name="TextBox 6"/>
          <p:cNvSpPr txBox="1">
            <a:spLocks noChangeArrowheads="1"/>
          </p:cNvSpPr>
          <p:nvPr/>
        </p:nvSpPr>
        <p:spPr bwMode="auto">
          <a:xfrm>
            <a:off x="1258888" y="981075"/>
            <a:ext cx="7416800" cy="4456113"/>
          </a:xfrm>
          <a:prstGeom prst="rect">
            <a:avLst/>
          </a:prstGeom>
          <a:noFill/>
          <a:ln>
            <a:noFill/>
          </a:ln>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altLang="en-US" sz="2400">
                <a:latin typeface="Arial" panose="020B0604020202020204" pitchFamily="34" charset="0"/>
                <a:cs typeface="Times New Roman" panose="02020603050405020304" pitchFamily="18" charset="0"/>
              </a:rPr>
              <a:t>Tích góp anod: nếu tích góp là quá trình oxi hóa anod chất cần phân tích để</a:t>
            </a:r>
            <a:r>
              <a:rPr lang="en-US" altLang="en-US" sz="2400">
                <a:cs typeface="Times New Roman" panose="02020603050405020304" pitchFamily="18" charset="0"/>
              </a:rPr>
              <a:t> </a:t>
            </a:r>
            <a:r>
              <a:rPr lang="vi-VN" altLang="en-US" sz="2400">
                <a:latin typeface="Arial" panose="020B0604020202020204" pitchFamily="34" charset="0"/>
                <a:cs typeface="Times New Roman" panose="02020603050405020304" pitchFamily="18" charset="0"/>
              </a:rPr>
              <a:t>tích góp nó lên bề mặt điện cực thì quá trình hòa tan là quá trình catod và sự xác định</a:t>
            </a:r>
            <a:r>
              <a:rPr lang="en-US" altLang="en-US" sz="2400">
                <a:cs typeface="Times New Roman" panose="02020603050405020304" pitchFamily="18" charset="0"/>
              </a:rPr>
              <a:t> </a:t>
            </a:r>
            <a:r>
              <a:rPr lang="vi-VN" altLang="en-US" sz="2400">
                <a:latin typeface="Arial" panose="020B0604020202020204" pitchFamily="34" charset="0"/>
                <a:cs typeface="Times New Roman" panose="02020603050405020304" pitchFamily="18" charset="0"/>
              </a:rPr>
              <a:t>có tên gọi là phương pháp von - ampe hòa tan catod (Cathodic Stripping Voltammetry) (CSV).</a:t>
            </a:r>
            <a:endParaRPr lang="en-US" altLang="en-US" sz="2400">
              <a:cs typeface="Times New Roman" panose="02020603050405020304" pitchFamily="18" charset="0"/>
            </a:endParaRPr>
          </a:p>
          <a:p>
            <a:pPr algn="just" eaLnBrk="1" hangingPunct="1">
              <a:lnSpc>
                <a:spcPct val="150000"/>
              </a:lnSpc>
            </a:pPr>
            <a:endParaRPr lang="en-US" altLang="en-US" sz="2400">
              <a:cs typeface="Times New Roman" panose="02020603050405020304" pitchFamily="18" charset="0"/>
            </a:endParaRPr>
          </a:p>
          <a:p>
            <a:pPr algn="just" eaLnBrk="1" hangingPunct="1">
              <a:lnSpc>
                <a:spcPct val="150000"/>
              </a:lnSpc>
            </a:pPr>
            <a:endParaRPr lang="vi-VN" altLang="en-US" sz="2400">
              <a:latin typeface="Arial" panose="020B0604020202020204" pitchFamily="34" charset="0"/>
              <a:cs typeface="Times New Roman" panose="02020603050405020304" pitchFamily="18" charset="0"/>
            </a:endParaRPr>
          </a:p>
        </p:txBody>
      </p:sp>
      <p:pic>
        <p:nvPicPr>
          <p:cNvPr id="10" name="Picture 2"/>
          <p:cNvPicPr>
            <a:picLocks noChangeAspect="1" noChangeArrowheads="1"/>
          </p:cNvPicPr>
          <p:nvPr/>
        </p:nvPicPr>
        <p:blipFill>
          <a:blip r:embed="rId2"/>
          <a:srcRect/>
          <a:stretch>
            <a:fillRect/>
          </a:stretch>
        </p:blipFill>
        <p:spPr bwMode="auto">
          <a:xfrm>
            <a:off x="2124075" y="4292600"/>
            <a:ext cx="5867400" cy="838200"/>
          </a:xfrm>
          <a:prstGeom prst="rect">
            <a:avLst/>
          </a:prstGeom>
          <a:ln>
            <a:noFill/>
          </a:ln>
          <a:effectLst>
            <a:outerShdw blurRad="292100" dist="139700" dir="2700000" algn="tl" rotWithShape="0">
              <a:srgbClr val="333333">
                <a:alpha val="65000"/>
              </a:srgbClr>
            </a:outerShdw>
          </a:effectLst>
        </p:spPr>
      </p:pic>
      <p:sp>
        <p:nvSpPr>
          <p:cNvPr id="34714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5EA2F89-31C8-4995-B587-1E12E335EA5C}" type="slidenum">
              <a:rPr lang="en-US" altLang="ru-RU">
                <a:solidFill>
                  <a:srgbClr val="FFFFFF"/>
                </a:solidFill>
                <a:latin typeface="Arial" panose="020B0604020202020204" pitchFamily="34" charset="0"/>
                <a:cs typeface="Arial" panose="020B0604020202020204" pitchFamily="34" charset="0"/>
              </a:rPr>
              <a:pPr/>
              <a:t>289</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48038" y="260350"/>
            <a:ext cx="2952750"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latin typeface="Times New Roman" panose="02020603050405020304" pitchFamily="18" charset="0"/>
                <a:cs typeface="Times New Roman" panose="02020603050405020304" pitchFamily="18" charset="0"/>
              </a:rPr>
              <a:t>Giai đoạn tích góp</a:t>
            </a:r>
          </a:p>
        </p:txBody>
      </p:sp>
      <p:sp>
        <p:nvSpPr>
          <p:cNvPr id="348163" name="TextBox 6"/>
          <p:cNvSpPr txBox="1">
            <a:spLocks noChangeArrowheads="1"/>
          </p:cNvSpPr>
          <p:nvPr/>
        </p:nvSpPr>
        <p:spPr bwMode="auto">
          <a:xfrm>
            <a:off x="1258888" y="981075"/>
            <a:ext cx="74168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endParaRPr lang="en-US" altLang="en-US" sz="2400">
              <a:latin typeface="Arial" panose="020B0604020202020204" pitchFamily="34" charset="0"/>
              <a:cs typeface="Arial" panose="020B0604020202020204" pitchFamily="34" charset="0"/>
            </a:endParaRPr>
          </a:p>
          <a:p>
            <a:pPr algn="just" eaLnBrk="1" hangingPunct="1">
              <a:lnSpc>
                <a:spcPct val="150000"/>
              </a:lnSpc>
            </a:pPr>
            <a:r>
              <a:rPr lang="vi-VN" altLang="en-US" sz="2400">
                <a:latin typeface="Arial" panose="020B0604020202020204" pitchFamily="34" charset="0"/>
                <a:cs typeface="Arial" panose="020B0604020202020204" pitchFamily="34" charset="0"/>
              </a:rPr>
              <a:t>Phương pháp này dùng để định lượng rộng rãi các hợp chất hữu cơ và vô cơ</a:t>
            </a:r>
            <a:r>
              <a:rPr lang="en-US" altLang="en-US" sz="2400">
                <a:latin typeface="Arial" panose="020B0604020202020204" pitchFamily="34" charset="0"/>
                <a:cs typeface="Arial" panose="020B0604020202020204" pitchFamily="34" charset="0"/>
              </a:rPr>
              <a:t> </a:t>
            </a:r>
            <a:r>
              <a:rPr lang="vi-VN" altLang="en-US" sz="2400">
                <a:latin typeface="Arial" panose="020B0604020202020204" pitchFamily="34" charset="0"/>
                <a:cs typeface="Arial" panose="020B0604020202020204" pitchFamily="34" charset="0"/>
              </a:rPr>
              <a:t>dưới dạng muối không tan với thủy ngân như là halogenu</a:t>
            </a:r>
            <a:r>
              <a:rPr lang="en-US" altLang="en-US" sz="2400">
                <a:latin typeface="Arial" panose="020B0604020202020204" pitchFamily="34" charset="0"/>
                <a:cs typeface="Arial" panose="020B0604020202020204" pitchFamily="34" charset="0"/>
              </a:rPr>
              <a:t>a</a:t>
            </a:r>
            <a:r>
              <a:rPr lang="vi-VN" altLang="en-US" sz="2400">
                <a:latin typeface="Arial" panose="020B0604020202020204" pitchFamily="34" charset="0"/>
                <a:cs typeface="Arial" panose="020B0604020202020204" pitchFamily="34" charset="0"/>
              </a:rPr>
              <a:t>, cianide, sunfide.</a:t>
            </a:r>
            <a:endParaRPr lang="en-US" altLang="en-US" sz="2400">
              <a:latin typeface="Arial" panose="020B0604020202020204" pitchFamily="34" charset="0"/>
              <a:cs typeface="Arial" panose="020B0604020202020204" pitchFamily="34" charset="0"/>
            </a:endParaRPr>
          </a:p>
        </p:txBody>
      </p:sp>
      <p:pic>
        <p:nvPicPr>
          <p:cNvPr id="10" name="Picture 2"/>
          <p:cNvPicPr>
            <a:picLocks noChangeAspect="1" noChangeArrowheads="1"/>
          </p:cNvPicPr>
          <p:nvPr/>
        </p:nvPicPr>
        <p:blipFill>
          <a:blip r:embed="rId2"/>
          <a:srcRect/>
          <a:stretch>
            <a:fillRect/>
          </a:stretch>
        </p:blipFill>
        <p:spPr bwMode="auto">
          <a:xfrm>
            <a:off x="2124075" y="3644900"/>
            <a:ext cx="5867400" cy="838200"/>
          </a:xfrm>
          <a:prstGeom prst="rect">
            <a:avLst/>
          </a:prstGeom>
          <a:ln>
            <a:noFill/>
          </a:ln>
          <a:effectLst>
            <a:outerShdw blurRad="292100" dist="139700" dir="2700000" algn="tl" rotWithShape="0">
              <a:srgbClr val="333333">
                <a:alpha val="65000"/>
              </a:srgbClr>
            </a:outerShdw>
          </a:effectLst>
        </p:spPr>
      </p:pic>
      <p:sp>
        <p:nvSpPr>
          <p:cNvPr id="34816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57BCE3A-441B-4D26-ABDE-B7F7D8B58E27}" type="slidenum">
              <a:rPr lang="en-US" altLang="ru-RU">
                <a:solidFill>
                  <a:srgbClr val="FFFFFF"/>
                </a:solidFill>
                <a:latin typeface="Arial" panose="020B0604020202020204" pitchFamily="34" charset="0"/>
                <a:cs typeface="Arial" panose="020B0604020202020204" pitchFamily="34" charset="0"/>
              </a:rPr>
              <a:pPr/>
              <a:t>290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35338" y="368300"/>
            <a:ext cx="3097212"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t>Giai đoạn tích góp</a:t>
            </a:r>
          </a:p>
        </p:txBody>
      </p:sp>
      <p:sp>
        <p:nvSpPr>
          <p:cNvPr id="349187" name="TextBox 4"/>
          <p:cNvSpPr txBox="1">
            <a:spLocks noChangeArrowheads="1"/>
          </p:cNvSpPr>
          <p:nvPr/>
        </p:nvSpPr>
        <p:spPr bwMode="auto">
          <a:xfrm>
            <a:off x="1179513" y="1412875"/>
            <a:ext cx="7675562"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altLang="en-US" sz="2800">
                <a:latin typeface="Times New Roman" panose="02020603050405020304" pitchFamily="18" charset="0"/>
                <a:cs typeface="Times New Roman" panose="02020603050405020304" pitchFamily="18" charset="0"/>
              </a:rPr>
              <a:t>Tích góp catod: </a:t>
            </a:r>
            <a:r>
              <a:rPr lang="en-US" altLang="en-US" sz="2800">
                <a:latin typeface="Times New Roman" panose="02020603050405020304" pitchFamily="18" charset="0"/>
                <a:cs typeface="Times New Roman" panose="02020603050405020304" pitchFamily="18" charset="0"/>
              </a:rPr>
              <a:t>các ion kim loại bị khử xuống dạng kim loại và tích góp </a:t>
            </a:r>
            <a:r>
              <a:rPr lang="vi-VN" altLang="en-US" sz="2800">
                <a:latin typeface="Times New Roman" panose="02020603050405020304" pitchFamily="18" charset="0"/>
                <a:cs typeface="Times New Roman" panose="02020603050405020304" pitchFamily="18" charset="0"/>
              </a:rPr>
              <a:t>dưới dạng hỗn hống với thủy ngân trên điện cực thủy ngân.</a:t>
            </a:r>
            <a:r>
              <a:rPr lang="en-US" altLang="en-US" sz="2800">
                <a:latin typeface="Times New Roman" panose="02020603050405020304" pitchFamily="18" charset="0"/>
                <a:cs typeface="Times New Roman" panose="02020603050405020304" pitchFamily="18" charset="0"/>
              </a:rPr>
              <a:t>             </a:t>
            </a:r>
          </a:p>
          <a:p>
            <a:pPr algn="ctr" eaLnBrk="1" hangingPunct="1">
              <a:lnSpc>
                <a:spcPct val="150000"/>
              </a:lnSpc>
            </a:pPr>
            <a:r>
              <a:rPr lang="en-US" altLang="en-US" sz="2800">
                <a:latin typeface="Times New Roman" panose="02020603050405020304" pitchFamily="18" charset="0"/>
                <a:cs typeface="Times New Roman" panose="02020603050405020304" pitchFamily="18" charset="0"/>
              </a:rPr>
              <a:t> M</a:t>
            </a:r>
            <a:r>
              <a:rPr lang="en-US" altLang="en-US" sz="2800" baseline="30000">
                <a:latin typeface="Times New Roman" panose="02020603050405020304" pitchFamily="18" charset="0"/>
                <a:cs typeface="Times New Roman" panose="02020603050405020304" pitchFamily="18" charset="0"/>
              </a:rPr>
              <a:t>n+</a:t>
            </a:r>
            <a:r>
              <a:rPr lang="en-US" altLang="en-US" sz="2800">
                <a:latin typeface="Times New Roman" panose="02020603050405020304" pitchFamily="18" charset="0"/>
                <a:cs typeface="Times New Roman" panose="02020603050405020304" pitchFamily="18" charset="0"/>
              </a:rPr>
              <a:t> + n</a:t>
            </a:r>
            <a:r>
              <a:rPr lang="en-US" altLang="en-US" sz="2800" baseline="30000">
                <a:latin typeface="Times New Roman" panose="02020603050405020304" pitchFamily="18" charset="0"/>
                <a:cs typeface="Times New Roman" panose="02020603050405020304" pitchFamily="18" charset="0"/>
              </a:rPr>
              <a:t>e-</a:t>
            </a:r>
            <a:r>
              <a:rPr lang="en-US" altLang="en-US" sz="2800">
                <a:latin typeface="Times New Roman" panose="02020603050405020304" pitchFamily="18" charset="0"/>
                <a:cs typeface="Times New Roman" panose="02020603050405020304" pitchFamily="18" charset="0"/>
              </a:rPr>
              <a:t> + Hg → M(Hg)</a:t>
            </a:r>
          </a:p>
          <a:p>
            <a:pPr algn="just" eaLnBrk="1" hangingPunct="1">
              <a:lnSpc>
                <a:spcPct val="150000"/>
              </a:lnSpc>
            </a:pPr>
            <a:r>
              <a:rPr lang="vi-VN" altLang="en-US" sz="2800">
                <a:latin typeface="Times New Roman" panose="02020603050405020304" pitchFamily="18" charset="0"/>
                <a:cs typeface="Times New Roman" panose="02020603050405020304" pitchFamily="18" charset="0"/>
              </a:rPr>
              <a:t>Sau khi tích góp chúng lại bị oxi hóa thành các dung dịch từ các điện cực.</a:t>
            </a:r>
            <a:r>
              <a:rPr lang="en-US" altLang="en-US" sz="2800">
                <a:latin typeface="Times New Roman" panose="02020603050405020304" pitchFamily="18" charset="0"/>
                <a:cs typeface="Times New Roman" panose="02020603050405020304" pitchFamily="18" charset="0"/>
              </a:rPr>
              <a:t>     </a:t>
            </a:r>
          </a:p>
          <a:p>
            <a:pPr algn="ctr" eaLnBrk="1" hangingPunct="1">
              <a:lnSpc>
                <a:spcPct val="150000"/>
              </a:lnSpc>
            </a:pPr>
            <a:r>
              <a:rPr lang="en-US" altLang="en-US" sz="2800">
                <a:latin typeface="Times New Roman" panose="02020603050405020304" pitchFamily="18" charset="0"/>
                <a:cs typeface="Times New Roman" panose="02020603050405020304" pitchFamily="18" charset="0"/>
              </a:rPr>
              <a:t>M(Hg) → M</a:t>
            </a:r>
            <a:r>
              <a:rPr lang="en-US" altLang="en-US" sz="2800" baseline="30000">
                <a:latin typeface="Times New Roman" panose="02020603050405020304" pitchFamily="18" charset="0"/>
                <a:cs typeface="Times New Roman" panose="02020603050405020304" pitchFamily="18" charset="0"/>
              </a:rPr>
              <a:t>n+</a:t>
            </a:r>
            <a:r>
              <a:rPr lang="en-US" altLang="en-US" sz="2800">
                <a:latin typeface="Times New Roman" panose="02020603050405020304" pitchFamily="18" charset="0"/>
                <a:cs typeface="Times New Roman" panose="02020603050405020304" pitchFamily="18" charset="0"/>
              </a:rPr>
              <a:t> + n</a:t>
            </a:r>
            <a:r>
              <a:rPr lang="en-US" altLang="en-US" sz="2800" baseline="30000">
                <a:latin typeface="Times New Roman" panose="02020603050405020304" pitchFamily="18" charset="0"/>
                <a:cs typeface="Times New Roman" panose="02020603050405020304" pitchFamily="18" charset="0"/>
              </a:rPr>
              <a:t>e-</a:t>
            </a:r>
            <a:r>
              <a:rPr lang="en-US" altLang="en-US" sz="2800">
                <a:latin typeface="Times New Roman" panose="02020603050405020304" pitchFamily="18" charset="0"/>
                <a:cs typeface="Times New Roman" panose="02020603050405020304" pitchFamily="18" charset="0"/>
              </a:rPr>
              <a:t> + Hg</a:t>
            </a:r>
          </a:p>
        </p:txBody>
      </p:sp>
      <p:sp>
        <p:nvSpPr>
          <p:cNvPr id="34918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0FBBC8F-48D7-4CA9-9D2A-E7852D3FFE69}" type="slidenum">
              <a:rPr lang="en-US" altLang="ru-RU">
                <a:solidFill>
                  <a:srgbClr val="FFFFFF"/>
                </a:solidFill>
                <a:latin typeface="Arial" panose="020B0604020202020204" pitchFamily="34" charset="0"/>
                <a:cs typeface="Arial" panose="020B0604020202020204" pitchFamily="34" charset="0"/>
              </a:rPr>
              <a:pPr/>
              <a:t>291</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32138" y="368300"/>
            <a:ext cx="3167062"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sz="2800"/>
              <a:t>Giai đoạn tích góp</a:t>
            </a:r>
          </a:p>
        </p:txBody>
      </p:sp>
      <p:sp>
        <p:nvSpPr>
          <p:cNvPr id="350211" name="TextBox 4"/>
          <p:cNvSpPr txBox="1">
            <a:spLocks noChangeArrowheads="1"/>
          </p:cNvSpPr>
          <p:nvPr/>
        </p:nvSpPr>
        <p:spPr bwMode="auto">
          <a:xfrm>
            <a:off x="1130300" y="1341438"/>
            <a:ext cx="7675563" cy="45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altLang="en-US" sz="2800">
                <a:latin typeface="Times New Roman" panose="02020603050405020304" pitchFamily="18" charset="0"/>
                <a:cs typeface="Times New Roman" panose="02020603050405020304" pitchFamily="18" charset="0"/>
              </a:rPr>
              <a:t>Sau khi khử và tích góp các chất điện phân trong một khoảng thời gian, thế trên</a:t>
            </a:r>
            <a:r>
              <a:rPr lang="en-US" altLang="en-US" sz="2800">
                <a:latin typeface="Times New Roman" panose="02020603050405020304" pitchFamily="18" charset="0"/>
                <a:cs typeface="Times New Roman" panose="02020603050405020304" pitchFamily="18" charset="0"/>
              </a:rPr>
              <a:t> </a:t>
            </a:r>
            <a:r>
              <a:rPr lang="vi-VN" altLang="en-US" sz="2800">
                <a:latin typeface="Times New Roman" panose="02020603050405020304" pitchFamily="18" charset="0"/>
                <a:cs typeface="Times New Roman" panose="02020603050405020304" pitchFamily="18" charset="0"/>
              </a:rPr>
              <a:t>điện cực tăng lên để oxi hóa các chất điện phân và tạo ra một tín hiệu dòng. Dòng này</a:t>
            </a:r>
            <a:r>
              <a:rPr lang="en-US" altLang="en-US" sz="2800">
                <a:latin typeface="Times New Roman" panose="02020603050405020304" pitchFamily="18" charset="0"/>
                <a:cs typeface="Times New Roman" panose="02020603050405020304" pitchFamily="18" charset="0"/>
              </a:rPr>
              <a:t> tỉ lệ thuận </a:t>
            </a:r>
            <a:r>
              <a:rPr lang="vi-VN" altLang="en-US" sz="2800">
                <a:latin typeface="Times New Roman" panose="02020603050405020304" pitchFamily="18" charset="0"/>
                <a:cs typeface="Times New Roman" panose="02020603050405020304" pitchFamily="18" charset="0"/>
              </a:rPr>
              <a:t>với nồng độ của chất điện phân tích góp vào điện cực. </a:t>
            </a:r>
            <a:endParaRPr lang="en-US" altLang="en-US" sz="2800">
              <a:latin typeface="Times New Roman" panose="02020603050405020304" pitchFamily="18" charset="0"/>
              <a:cs typeface="Times New Roman" panose="02020603050405020304" pitchFamily="18" charset="0"/>
            </a:endParaRPr>
          </a:p>
          <a:p>
            <a:pPr algn="just" eaLnBrk="1" hangingPunct="1">
              <a:lnSpc>
                <a:spcPct val="150000"/>
              </a:lnSpc>
            </a:pPr>
            <a:r>
              <a:rPr lang="vi-VN" altLang="en-US" sz="2800">
                <a:latin typeface="Times New Roman" panose="02020603050405020304" pitchFamily="18" charset="0"/>
                <a:cs typeface="Times New Roman" panose="02020603050405020304" pitchFamily="18" charset="0"/>
              </a:rPr>
              <a:t>Phương pháp này</a:t>
            </a:r>
            <a:r>
              <a:rPr lang="en-US" altLang="en-US" sz="2800">
                <a:latin typeface="Times New Roman" panose="02020603050405020304" pitchFamily="18" charset="0"/>
                <a:cs typeface="Times New Roman" panose="02020603050405020304" pitchFamily="18" charset="0"/>
              </a:rPr>
              <a:t> </a:t>
            </a:r>
            <a:r>
              <a:rPr lang="vi-VN" altLang="en-US" sz="2800">
                <a:latin typeface="Times New Roman" panose="02020603050405020304" pitchFamily="18" charset="0"/>
                <a:cs typeface="Times New Roman" panose="02020603050405020304" pitchFamily="18" charset="0"/>
              </a:rPr>
              <a:t>dùng để định lượng dạng vết của các kim loại nặng, độc như As, Cd, Pb...</a:t>
            </a:r>
            <a:endParaRPr lang="en-US" altLang="en-US" sz="2800">
              <a:latin typeface="Times New Roman" panose="02020603050405020304" pitchFamily="18" charset="0"/>
              <a:cs typeface="Times New Roman" panose="02020603050405020304" pitchFamily="18" charset="0"/>
            </a:endParaRPr>
          </a:p>
        </p:txBody>
      </p:sp>
      <p:sp>
        <p:nvSpPr>
          <p:cNvPr id="35021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ACFE24A-680F-49C2-AA39-7927E19FB14E}" type="slidenum">
              <a:rPr lang="en-US" altLang="ru-RU">
                <a:solidFill>
                  <a:srgbClr val="FFFFFF"/>
                </a:solidFill>
                <a:latin typeface="Arial" panose="020B0604020202020204" pitchFamily="34" charset="0"/>
                <a:cs typeface="Arial" panose="020B0604020202020204" pitchFamily="34" charset="0"/>
              </a:rPr>
              <a:pPr/>
              <a:t>292</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TextBox 3"/>
          <p:cNvSpPr txBox="1">
            <a:spLocks noChangeArrowheads="1"/>
          </p:cNvSpPr>
          <p:nvPr/>
        </p:nvSpPr>
        <p:spPr bwMode="auto">
          <a:xfrm>
            <a:off x="1619250" y="1628775"/>
            <a:ext cx="7031038" cy="294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pPr>
            <a:r>
              <a:rPr lang="en-US" altLang="en-US" sz="2400">
                <a:latin typeface="Arial" panose="020B0604020202020204" pitchFamily="34" charset="0"/>
                <a:cs typeface="Arial" panose="020B0604020202020204" pitchFamily="34" charset="0"/>
              </a:rPr>
              <a:t>Giai đoạn này từ 15-60 giây: ngừng quay cực, ngừng khuấy, thế điện phân giữ nguyên.</a:t>
            </a:r>
          </a:p>
          <a:p>
            <a:pPr algn="just" eaLnBrk="1" hangingPunct="1">
              <a:lnSpc>
                <a:spcPct val="150000"/>
              </a:lnSpc>
              <a:spcBef>
                <a:spcPts val="600"/>
              </a:spcBef>
              <a:spcAft>
                <a:spcPts val="600"/>
              </a:spcAft>
            </a:pPr>
            <a:r>
              <a:rPr lang="en-US" altLang="en-US" sz="2400">
                <a:latin typeface="Arial" panose="020B0604020202020204" pitchFamily="34" charset="0"/>
                <a:cs typeface="Arial" panose="020B0604020202020204" pitchFamily="34" charset="0"/>
              </a:rPr>
              <a:t>Mục đích: ổn định, phân bố đều kim loại trong hỗn hống cũng như trên các bề mặt địện cực để khi hòa tan sẽ có dòng hòa tan đều và ổn định</a:t>
            </a:r>
          </a:p>
        </p:txBody>
      </p:sp>
      <p:sp>
        <p:nvSpPr>
          <p:cNvPr id="3" name="Rectangle 2"/>
          <p:cNvSpPr/>
          <p:nvPr/>
        </p:nvSpPr>
        <p:spPr>
          <a:xfrm>
            <a:off x="3779838" y="692150"/>
            <a:ext cx="2765425" cy="523875"/>
          </a:xfrm>
          <a:prstGeom prst="rect">
            <a:avLst/>
          </a:prstGeom>
          <a:solidFill>
            <a:schemeClr val="accent1">
              <a:lumMod val="40000"/>
              <a:lumOff val="60000"/>
            </a:schemeClr>
          </a:solidFill>
          <a:ln>
            <a:solidFill>
              <a:schemeClr val="tx1"/>
            </a:solidFill>
          </a:ln>
        </p:spPr>
        <p:txBody>
          <a:bodyPr wrap="none">
            <a:spAutoFit/>
          </a:bodyPr>
          <a:lstStyle/>
          <a:p>
            <a:pPr eaLnBrk="1" fontAlgn="auto" hangingPunct="1">
              <a:spcBef>
                <a:spcPts val="0"/>
              </a:spcBef>
              <a:spcAft>
                <a:spcPts val="0"/>
              </a:spcAft>
              <a:defRPr/>
            </a:pPr>
            <a:r>
              <a:rPr lang="en-US" sz="2800" dirty="0" err="1">
                <a:latin typeface="+mn-lt"/>
              </a:rPr>
              <a:t>Giai</a:t>
            </a:r>
            <a:r>
              <a:rPr lang="en-US" sz="2800" dirty="0">
                <a:latin typeface="+mn-lt"/>
              </a:rPr>
              <a:t> </a:t>
            </a:r>
            <a:r>
              <a:rPr lang="en-US" sz="2800" dirty="0" err="1">
                <a:latin typeface="+mn-lt"/>
              </a:rPr>
              <a:t>đoạn</a:t>
            </a:r>
            <a:r>
              <a:rPr lang="en-US" sz="2800" dirty="0">
                <a:latin typeface="+mn-lt"/>
              </a:rPr>
              <a:t> </a:t>
            </a:r>
            <a:r>
              <a:rPr lang="en-US" sz="2800" dirty="0" err="1">
                <a:latin typeface="+mn-lt"/>
              </a:rPr>
              <a:t>dừng</a:t>
            </a:r>
            <a:r>
              <a:rPr lang="en-US" sz="2800" dirty="0">
                <a:latin typeface="+mn-lt"/>
              </a:rPr>
              <a:t> </a:t>
            </a:r>
          </a:p>
        </p:txBody>
      </p:sp>
      <p:sp>
        <p:nvSpPr>
          <p:cNvPr id="35123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8AE1369-F79B-48F0-844C-D61106953C17}" type="slidenum">
              <a:rPr lang="en-US" altLang="ru-RU">
                <a:solidFill>
                  <a:srgbClr val="FFFFFF"/>
                </a:solidFill>
                <a:latin typeface="Arial" panose="020B0604020202020204" pitchFamily="34" charset="0"/>
                <a:cs typeface="Arial" panose="020B0604020202020204" pitchFamily="34" charset="0"/>
              </a:rPr>
              <a:pPr/>
              <a:t>293</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44663" y="260350"/>
            <a:ext cx="6827837"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800" smtClean="0"/>
              <a:t>Giai đoạn hòa tan và ghi dòng hòa tan  </a:t>
            </a:r>
          </a:p>
        </p:txBody>
      </p:sp>
      <p:sp>
        <p:nvSpPr>
          <p:cNvPr id="352259" name="Rectangle 1"/>
          <p:cNvSpPr>
            <a:spLocks noChangeArrowheads="1"/>
          </p:cNvSpPr>
          <p:nvPr/>
        </p:nvSpPr>
        <p:spPr bwMode="auto">
          <a:xfrm>
            <a:off x="1116013" y="1125538"/>
            <a:ext cx="7632700"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sz="2400">
                <a:latin typeface="Arial" panose="020B0604020202020204" pitchFamily="34" charset="0"/>
                <a:cs typeface="Times New Roman" panose="02020603050405020304" pitchFamily="18" charset="0"/>
              </a:rPr>
              <a:t>Các ion kim loại tạo phức với</a:t>
            </a:r>
            <a:r>
              <a:rPr lang="en-US" sz="2400">
                <a:cs typeface="Times New Roman" panose="02020603050405020304" pitchFamily="18" charset="0"/>
              </a:rPr>
              <a:t> thuốc thử thích hợp có trong dung dịch, phức này tích góp bằng cách hấp phụ lên bề </a:t>
            </a:r>
            <a:r>
              <a:rPr lang="vi-VN" sz="2400">
                <a:latin typeface="Arial" panose="020B0604020202020204" pitchFamily="34" charset="0"/>
                <a:cs typeface="Times New Roman" panose="02020603050405020304" pitchFamily="18" charset="0"/>
              </a:rPr>
              <a:t>mặt điện cực và tham gia phản ứng điện hóa</a:t>
            </a:r>
            <a:r>
              <a:rPr lang="en-US" sz="2400">
                <a:cs typeface="Times New Roman" panose="02020603050405020304" pitchFamily="18" charset="0"/>
              </a:rPr>
              <a:t> </a:t>
            </a:r>
            <a:r>
              <a:rPr lang="vi-VN" sz="2400">
                <a:latin typeface="Arial" panose="020B0604020202020204" pitchFamily="34" charset="0"/>
                <a:cs typeface="Times New Roman" panose="02020603050405020304" pitchFamily="18" charset="0"/>
              </a:rPr>
              <a:t>trong giai đoạn hòa tan. </a:t>
            </a:r>
            <a:endParaRPr lang="en-US" sz="2400">
              <a:cs typeface="Times New Roman" panose="02020603050405020304" pitchFamily="18" charset="0"/>
            </a:endParaRPr>
          </a:p>
          <a:p>
            <a:pPr algn="just" eaLnBrk="1" hangingPunct="1">
              <a:lnSpc>
                <a:spcPct val="150000"/>
              </a:lnSpc>
            </a:pPr>
            <a:r>
              <a:rPr lang="en-US" sz="2400">
                <a:cs typeface="Times New Roman" panose="02020603050405020304" pitchFamily="18" charset="0"/>
              </a:rPr>
              <a:t>     Tích góp: M</a:t>
            </a:r>
            <a:r>
              <a:rPr lang="en-US" sz="2400" baseline="30000">
                <a:cs typeface="Times New Roman" panose="02020603050405020304" pitchFamily="18" charset="0"/>
              </a:rPr>
              <a:t>n+</a:t>
            </a:r>
            <a:r>
              <a:rPr lang="en-US" sz="2400">
                <a:cs typeface="Times New Roman" panose="02020603050405020304" pitchFamily="18" charset="0"/>
              </a:rPr>
              <a:t> + nL → ML</a:t>
            </a:r>
            <a:r>
              <a:rPr lang="en-US" sz="2400" baseline="-25000">
                <a:cs typeface="Times New Roman" panose="02020603050405020304" pitchFamily="18" charset="0"/>
              </a:rPr>
              <a:t>n</a:t>
            </a:r>
          </a:p>
          <a:p>
            <a:pPr algn="just" eaLnBrk="1" hangingPunct="1">
              <a:lnSpc>
                <a:spcPct val="150000"/>
              </a:lnSpc>
            </a:pPr>
            <a:r>
              <a:rPr lang="en-US" sz="2400">
                <a:cs typeface="Times New Roman" panose="02020603050405020304" pitchFamily="18" charset="0"/>
              </a:rPr>
              <a:t>                ML</a:t>
            </a:r>
            <a:r>
              <a:rPr lang="en-US" sz="2400" baseline="-25000">
                <a:cs typeface="Times New Roman" panose="02020603050405020304" pitchFamily="18" charset="0"/>
              </a:rPr>
              <a:t>n</a:t>
            </a:r>
            <a:r>
              <a:rPr lang="en-US" sz="2400">
                <a:cs typeface="Times New Roman" panose="02020603050405020304" pitchFamily="18" charset="0"/>
              </a:rPr>
              <a:t> → ML</a:t>
            </a:r>
            <a:r>
              <a:rPr lang="en-US" sz="2400" baseline="-25000">
                <a:cs typeface="Times New Roman" panose="02020603050405020304" pitchFamily="18" charset="0"/>
              </a:rPr>
              <a:t>n, hấp phụ</a:t>
            </a:r>
            <a:endParaRPr lang="en-US" sz="2400">
              <a:cs typeface="Times New Roman" panose="02020603050405020304" pitchFamily="18" charset="0"/>
            </a:endParaRPr>
          </a:p>
          <a:p>
            <a:pPr eaLnBrk="1" hangingPunct="1">
              <a:lnSpc>
                <a:spcPct val="150000"/>
              </a:lnSpc>
            </a:pPr>
            <a:r>
              <a:rPr lang="en-US" sz="2400">
                <a:cs typeface="Times New Roman" panose="02020603050405020304" pitchFamily="18" charset="0"/>
              </a:rPr>
              <a:t>Hòa tan: ML</a:t>
            </a:r>
            <a:r>
              <a:rPr lang="en-US" sz="2400" baseline="-25000">
                <a:cs typeface="Times New Roman" panose="02020603050405020304" pitchFamily="18" charset="0"/>
              </a:rPr>
              <a:t>n, hấp phụ</a:t>
            </a:r>
            <a:r>
              <a:rPr lang="en-US" sz="2400">
                <a:cs typeface="Times New Roman" panose="02020603050405020304" pitchFamily="18" charset="0"/>
              </a:rPr>
              <a:t> + n</a:t>
            </a:r>
            <a:r>
              <a:rPr lang="en-US" sz="2400" baseline="30000">
                <a:cs typeface="Times New Roman" panose="02020603050405020304" pitchFamily="18" charset="0"/>
              </a:rPr>
              <a:t>e- </a:t>
            </a:r>
            <a:r>
              <a:rPr lang="en-US" sz="2400">
                <a:cs typeface="Times New Roman" panose="02020603050405020304" pitchFamily="18" charset="0"/>
              </a:rPr>
              <a:t>→ M + nL </a:t>
            </a:r>
          </a:p>
        </p:txBody>
      </p:sp>
      <p:sp>
        <p:nvSpPr>
          <p:cNvPr id="352260"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E4601EB-374F-41C4-9490-286ECE4C8205}" type="slidenum">
              <a:rPr lang="en-US" altLang="ru-RU">
                <a:solidFill>
                  <a:srgbClr val="FFFFFF"/>
                </a:solidFill>
                <a:latin typeface="Arial" panose="020B0604020202020204" pitchFamily="34" charset="0"/>
                <a:cs typeface="Arial" panose="020B0604020202020204" pitchFamily="34" charset="0"/>
              </a:rPr>
              <a:pPr/>
              <a:t>294</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44663" y="260350"/>
            <a:ext cx="6827837"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sz="2800" smtClean="0"/>
              <a:t>Giai đoạn hòa tan và ghi dòng hòa tan  </a:t>
            </a:r>
          </a:p>
        </p:txBody>
      </p:sp>
      <p:sp>
        <p:nvSpPr>
          <p:cNvPr id="353283" name="TextBox 2"/>
          <p:cNvSpPr txBox="1">
            <a:spLocks noChangeArrowheads="1"/>
          </p:cNvSpPr>
          <p:nvPr/>
        </p:nvSpPr>
        <p:spPr bwMode="auto">
          <a:xfrm>
            <a:off x="1425575" y="1423988"/>
            <a:ext cx="3894138"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en-US" sz="2400">
                <a:latin typeface="Arial" panose="020B0604020202020204" pitchFamily="34" charset="0"/>
                <a:cs typeface="Arial" panose="020B0604020202020204" pitchFamily="34" charset="0"/>
              </a:rPr>
              <a:t>Chiều cao peak hòa tan sẽ tỉ lệ với lượng chất đã tích góp và tỉ lệ với nồng độ ion cần xác định trong dung dịch.</a:t>
            </a:r>
          </a:p>
        </p:txBody>
      </p:sp>
      <p:sp>
        <p:nvSpPr>
          <p:cNvPr id="353284"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7D0679C-1A44-4E72-A0CF-08B6D44D96D6}" type="slidenum">
              <a:rPr lang="en-US" altLang="ru-RU">
                <a:solidFill>
                  <a:srgbClr val="FFFFFF"/>
                </a:solidFill>
                <a:latin typeface="Arial" panose="020B0604020202020204" pitchFamily="34" charset="0"/>
                <a:cs typeface="Arial" panose="020B0604020202020204" pitchFamily="34" charset="0"/>
              </a:rPr>
              <a:pPr/>
              <a:t>295</a:t>
            </a:fld>
            <a:endParaRPr lang="en-US" altLang="ru-RU">
              <a:solidFill>
                <a:srgbClr val="FFFFFF"/>
              </a:solidFill>
              <a:latin typeface="Arial" panose="020B0604020202020204" pitchFamily="34" charset="0"/>
              <a:cs typeface="Arial" panose="020B0604020202020204" pitchFamily="34" charset="0"/>
            </a:endParaRPr>
          </a:p>
        </p:txBody>
      </p:sp>
      <p:pic>
        <p:nvPicPr>
          <p:cNvPr id="3532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538288"/>
            <a:ext cx="3603625" cy="311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286" name="Rectangle 5"/>
          <p:cNvSpPr>
            <a:spLocks noChangeArrowheads="1"/>
          </p:cNvSpPr>
          <p:nvPr/>
        </p:nvSpPr>
        <p:spPr bwMode="auto">
          <a:xfrm>
            <a:off x="1985963" y="5084763"/>
            <a:ext cx="6586537"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50000"/>
              </a:lnSpc>
            </a:pPr>
            <a:r>
              <a:rPr lang="en-US" altLang="en-US" sz="2400">
                <a:latin typeface="Arial" panose="020B0604020202020204" pitchFamily="34" charset="0"/>
                <a:cs typeface="Arial" panose="020B0604020202020204" pitchFamily="34" charset="0"/>
              </a:rPr>
              <a:t>Các phương pháp ghi dòng hòa tan </a:t>
            </a:r>
          </a:p>
          <a:p>
            <a:pPr algn="ctr" eaLnBrk="1" hangingPunct="1">
              <a:lnSpc>
                <a:spcPct val="150000"/>
              </a:lnSpc>
            </a:pPr>
            <a:r>
              <a:rPr lang="en-US" altLang="en-US" sz="2400">
                <a:latin typeface="Arial" panose="020B0604020202020204" pitchFamily="34" charset="0"/>
                <a:cs typeface="Arial" panose="020B0604020202020204" pitchFamily="34" charset="0"/>
              </a:rPr>
              <a:t>Tham khảo trang 226-227</a:t>
            </a:r>
          </a:p>
        </p:txBody>
      </p:sp>
    </p:spTree>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188" y="333375"/>
            <a:ext cx="8104187" cy="954088"/>
          </a:xfrm>
          <a:prstGeom prst="rect">
            <a:avLst/>
          </a:prstGeom>
          <a:solidFill>
            <a:schemeClr val="accent6">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CN" sz="2800" b="1"/>
              <a:t>4.4. </a:t>
            </a:r>
            <a:r>
              <a:rPr lang="vi-VN" altLang="zh-CN" sz="2800" b="1">
                <a:latin typeface="Arial" panose="020B0604020202020204" pitchFamily="34" charset="0"/>
              </a:rPr>
              <a:t>Định tính và định lượng trong phương pháp cực phổ và Volt Ample </a:t>
            </a:r>
            <a:endParaRPr lang="zh-CN" altLang="en-US" sz="2800" b="1"/>
          </a:p>
        </p:txBody>
      </p:sp>
      <p:sp>
        <p:nvSpPr>
          <p:cNvPr id="392195" name="Rectangle 2"/>
          <p:cNvSpPr>
            <a:spLocks noChangeArrowheads="1"/>
          </p:cNvSpPr>
          <p:nvPr/>
        </p:nvSpPr>
        <p:spPr bwMode="auto">
          <a:xfrm>
            <a:off x="1116013" y="1916113"/>
            <a:ext cx="7162800" cy="3357562"/>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altLang="zh-CN" sz="2400">
                <a:latin typeface="Arial" panose="020B0604020202020204" pitchFamily="34" charset="0"/>
                <a:ea typeface="MingLiU" pitchFamily="49" charset="-120"/>
                <a:cs typeface="Times New Roman" panose="02020603050405020304" pitchFamily="18" charset="0"/>
              </a:rPr>
              <a:t>Điện thế </a:t>
            </a:r>
            <a:r>
              <a:rPr lang="en-US" altLang="zh-CN" sz="2400">
                <a:ea typeface="MingLiU" pitchFamily="49" charset="-120"/>
                <a:cs typeface="Times New Roman" panose="02020603050405020304" pitchFamily="18" charset="0"/>
              </a:rPr>
              <a:t>bán</a:t>
            </a:r>
            <a:r>
              <a:rPr lang="vi-VN" altLang="zh-CN" sz="2400">
                <a:latin typeface="Arial" panose="020B0604020202020204" pitchFamily="34" charset="0"/>
                <a:ea typeface="MingLiU" pitchFamily="49" charset="-120"/>
                <a:cs typeface="Times New Roman" panose="02020603050405020304" pitchFamily="18" charset="0"/>
              </a:rPr>
              <a:t> sóng E</a:t>
            </a:r>
            <a:r>
              <a:rPr lang="vi-VN" altLang="zh-CN" sz="2400" baseline="-25000">
                <a:latin typeface="Arial" panose="020B0604020202020204" pitchFamily="34" charset="0"/>
                <a:ea typeface="MingLiU" pitchFamily="49" charset="-120"/>
                <a:cs typeface="Times New Roman" panose="02020603050405020304" pitchFamily="18" charset="0"/>
              </a:rPr>
              <a:t>1/2</a:t>
            </a:r>
            <a:r>
              <a:rPr lang="vi-VN" altLang="zh-CN" sz="2400">
                <a:latin typeface="Arial" panose="020B0604020202020204" pitchFamily="34" charset="0"/>
                <a:ea typeface="MingLiU" pitchFamily="49" charset="-120"/>
                <a:cs typeface="Times New Roman" panose="02020603050405020304" pitchFamily="18" charset="0"/>
              </a:rPr>
              <a:t> là đặc trưng định tính của chất nghiên cứu.</a:t>
            </a:r>
            <a:endParaRPr lang="en-US" altLang="zh-CN" sz="2400">
              <a:ea typeface="MingLiU" pitchFamily="49" charset="-120"/>
              <a:cs typeface="Times New Roman" panose="02020603050405020304" pitchFamily="18" charset="0"/>
            </a:endParaRPr>
          </a:p>
          <a:p>
            <a:pPr algn="just" eaLnBrk="1" hangingPunct="1">
              <a:lnSpc>
                <a:spcPct val="150000"/>
              </a:lnSpc>
            </a:pPr>
            <a:r>
              <a:rPr lang="vi-VN" altLang="zh-CN" sz="2400">
                <a:latin typeface="Arial" panose="020B0604020202020204" pitchFamily="34" charset="0"/>
                <a:ea typeface="MingLiU" pitchFamily="49" charset="-120"/>
                <a:cs typeface="Times New Roman" panose="02020603050405020304" pitchFamily="18" charset="0"/>
              </a:rPr>
              <a:t>Nếu để phân tích định tính người ta cần xác định điện thế </a:t>
            </a:r>
            <a:r>
              <a:rPr lang="en-US" altLang="zh-CN" sz="2400">
                <a:ea typeface="MingLiU" pitchFamily="49" charset="-120"/>
                <a:cs typeface="Times New Roman" panose="02020603050405020304" pitchFamily="18" charset="0"/>
              </a:rPr>
              <a:t>bán</a:t>
            </a:r>
            <a:r>
              <a:rPr lang="vi-VN" altLang="zh-CN" sz="2400">
                <a:latin typeface="Arial" panose="020B0604020202020204" pitchFamily="34" charset="0"/>
                <a:ea typeface="MingLiU" pitchFamily="49" charset="-120"/>
                <a:cs typeface="Times New Roman" panose="02020603050405020304" pitchFamily="18" charset="0"/>
              </a:rPr>
              <a:t> sóng E</a:t>
            </a:r>
            <a:r>
              <a:rPr lang="vi-VN" altLang="zh-CN" sz="2400" baseline="-25000">
                <a:latin typeface="Arial" panose="020B0604020202020204" pitchFamily="34" charset="0"/>
                <a:ea typeface="MingLiU" pitchFamily="49" charset="-120"/>
                <a:cs typeface="Times New Roman" panose="02020603050405020304" pitchFamily="18" charset="0"/>
              </a:rPr>
              <a:t>1/2</a:t>
            </a:r>
            <a:r>
              <a:rPr lang="vi-VN" altLang="zh-CN" sz="2400">
                <a:latin typeface="Arial" panose="020B0604020202020204" pitchFamily="34" charset="0"/>
                <a:ea typeface="MingLiU" pitchFamily="49" charset="-120"/>
                <a:cs typeface="Times New Roman" panose="02020603050405020304" pitchFamily="18" charset="0"/>
              </a:rPr>
              <a:t>. </a:t>
            </a:r>
            <a:endParaRPr lang="en-US" altLang="zh-CN" sz="2400">
              <a:ea typeface="MingLiU" pitchFamily="49" charset="-120"/>
              <a:cs typeface="Times New Roman" panose="02020603050405020304" pitchFamily="18" charset="0"/>
            </a:endParaRPr>
          </a:p>
          <a:p>
            <a:pPr algn="just" eaLnBrk="1" hangingPunct="1">
              <a:lnSpc>
                <a:spcPct val="150000"/>
              </a:lnSpc>
            </a:pPr>
            <a:r>
              <a:rPr lang="vi-VN" altLang="zh-CN" sz="2400">
                <a:latin typeface="Arial" panose="020B0604020202020204" pitchFamily="34" charset="0"/>
                <a:ea typeface="MingLiU" pitchFamily="49" charset="-120"/>
                <a:cs typeface="Times New Roman" panose="02020603050405020304" pitchFamily="18" charset="0"/>
              </a:rPr>
              <a:t>Người ta có thể xác định điện thế </a:t>
            </a:r>
            <a:r>
              <a:rPr lang="en-US" altLang="zh-CN" sz="2400">
                <a:ea typeface="MingLiU" pitchFamily="49" charset="-120"/>
                <a:cs typeface="Times New Roman" panose="02020603050405020304" pitchFamily="18" charset="0"/>
              </a:rPr>
              <a:t>bán</a:t>
            </a:r>
            <a:r>
              <a:rPr lang="vi-VN" altLang="zh-CN" sz="2400">
                <a:latin typeface="Arial" panose="020B0604020202020204" pitchFamily="34" charset="0"/>
                <a:ea typeface="MingLiU" pitchFamily="49" charset="-120"/>
                <a:cs typeface="Times New Roman" panose="02020603050405020304" pitchFamily="18" charset="0"/>
              </a:rPr>
              <a:t> sóng bằng phương pháp đồ thị. </a:t>
            </a:r>
            <a:endParaRPr lang="zh-CN" altLang="en-US" sz="2400">
              <a:ea typeface="MingLiU" pitchFamily="49" charset="-120"/>
              <a:cs typeface="Times New Roman" panose="02020603050405020304" pitchFamily="18" charset="0"/>
            </a:endParaRPr>
          </a:p>
        </p:txBody>
      </p:sp>
      <p:sp>
        <p:nvSpPr>
          <p:cNvPr id="35430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23F6D17-0FAD-499B-B32D-942C73AB76EC}" type="slidenum">
              <a:rPr lang="en-US" altLang="ru-RU">
                <a:solidFill>
                  <a:srgbClr val="FFFFFF"/>
                </a:solidFill>
                <a:latin typeface="Arial" panose="020B0604020202020204" pitchFamily="34" charset="0"/>
                <a:cs typeface="Arial" panose="020B0604020202020204" pitchFamily="34" charset="0"/>
              </a:rPr>
              <a:pPr/>
              <a:t>296</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0" name="Picture 4"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963" y="981075"/>
            <a:ext cx="6169025"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8"/>
          <p:cNvSpPr txBox="1">
            <a:spLocks noChangeArrowheads="1"/>
          </p:cNvSpPr>
          <p:nvPr/>
        </p:nvSpPr>
        <p:spPr bwMode="auto">
          <a:xfrm>
            <a:off x="468313" y="177800"/>
            <a:ext cx="8424862" cy="714375"/>
          </a:xfrm>
          <a:prstGeom prst="rect">
            <a:avLst/>
          </a:prstGeom>
          <a:solidFill>
            <a:schemeClr val="accent1">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800" b="1"/>
              <a:t>4.4.1.</a:t>
            </a:r>
            <a:r>
              <a:rPr lang="vi-VN" sz="2800" b="1">
                <a:latin typeface="Arial" panose="020B0604020202020204" pitchFamily="34" charset="0"/>
              </a:rPr>
              <a:t>Thế bán sóng và tính chất thế bán sóng </a:t>
            </a:r>
            <a:r>
              <a:rPr lang="en-US" sz="2800" b="1"/>
              <a:t> </a:t>
            </a:r>
            <a:endParaRPr lang="zh-CN" altLang="en-US" sz="2800" b="1"/>
          </a:p>
          <a:p>
            <a:pPr algn="just" eaLnBrk="1" hangingPunct="1"/>
            <a:endParaRPr lang="zh-CN" altLang="en-US" sz="2000"/>
          </a:p>
        </p:txBody>
      </p:sp>
      <p:sp>
        <p:nvSpPr>
          <p:cNvPr id="35533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0C828F9-B6BB-49F5-BC26-56526A630E9C}" type="slidenum">
              <a:rPr lang="en-US" altLang="ru-RU">
                <a:solidFill>
                  <a:srgbClr val="FFFFFF"/>
                </a:solidFill>
                <a:latin typeface="Arial" panose="020B0604020202020204" pitchFamily="34" charset="0"/>
                <a:cs typeface="Arial" panose="020B0604020202020204" pitchFamily="34" charset="0"/>
              </a:rPr>
              <a:pPr/>
              <a:t>297</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0" y="177800"/>
            <a:ext cx="8402638" cy="714375"/>
          </a:xfrm>
          <a:prstGeom prst="rect">
            <a:avLst/>
          </a:prstGeom>
          <a:solidFill>
            <a:schemeClr val="accent1">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800" b="1"/>
              <a:t>4.4.1.</a:t>
            </a:r>
            <a:r>
              <a:rPr lang="vi-VN" sz="2800" b="1">
                <a:latin typeface="Arial" panose="020B0604020202020204" pitchFamily="34" charset="0"/>
              </a:rPr>
              <a:t>Thế bán sóng và tính chất thế bán sóng </a:t>
            </a:r>
            <a:r>
              <a:rPr lang="en-US" sz="2800" b="1"/>
              <a:t> </a:t>
            </a:r>
            <a:endParaRPr lang="zh-CN" altLang="en-US" sz="2800" b="1"/>
          </a:p>
          <a:p>
            <a:pPr algn="just" eaLnBrk="1" hangingPunct="1"/>
            <a:endParaRPr lang="zh-CN" altLang="en-US" sz="2000"/>
          </a:p>
        </p:txBody>
      </p:sp>
      <p:sp>
        <p:nvSpPr>
          <p:cNvPr id="35635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85E8601-75F1-4B08-A625-05074C6274BF}" type="slidenum">
              <a:rPr lang="en-US" altLang="ru-RU">
                <a:solidFill>
                  <a:srgbClr val="FFFFFF"/>
                </a:solidFill>
                <a:latin typeface="Arial" panose="020B0604020202020204" pitchFamily="34" charset="0"/>
                <a:cs typeface="Arial" panose="020B0604020202020204" pitchFamily="34" charset="0"/>
              </a:rPr>
              <a:pPr/>
              <a:t>298</a:t>
            </a:fld>
            <a:endParaRPr lang="en-US" altLang="ru-RU">
              <a:solidFill>
                <a:srgbClr val="FFFFFF"/>
              </a:solidFill>
              <a:latin typeface="Arial" panose="020B0604020202020204" pitchFamily="34" charset="0"/>
              <a:cs typeface="Arial" panose="020B0604020202020204" pitchFamily="34" charset="0"/>
            </a:endParaRPr>
          </a:p>
        </p:txBody>
      </p:sp>
      <p:sp>
        <p:nvSpPr>
          <p:cNvPr id="7" name="TextBox 6"/>
          <p:cNvSpPr txBox="1">
            <a:spLocks noChangeArrowheads="1"/>
          </p:cNvSpPr>
          <p:nvPr/>
        </p:nvSpPr>
        <p:spPr bwMode="auto">
          <a:xfrm>
            <a:off x="1200150" y="4165600"/>
            <a:ext cx="743426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30000"/>
              </a:lnSpc>
            </a:pPr>
            <a:r>
              <a:rPr lang="en-US" altLang="en-US" sz="2200">
                <a:solidFill>
                  <a:srgbClr val="000000"/>
                </a:solidFill>
                <a:latin typeface="Arial" panose="020B0604020202020204" pitchFamily="34" charset="0"/>
                <a:cs typeface="Arial" panose="020B0604020202020204" pitchFamily="34" charset="0"/>
                <a:sym typeface="Wingdings" panose="05000000000000000000" pitchFamily="2" charset="2"/>
              </a:rPr>
              <a:t>- </a:t>
            </a:r>
            <a:r>
              <a:rPr lang="vi-VN" altLang="en-US" sz="2200">
                <a:solidFill>
                  <a:srgbClr val="000000"/>
                </a:solidFill>
                <a:latin typeface="Arial" panose="020B0604020202020204" pitchFamily="34" charset="0"/>
                <a:cs typeface="Arial" panose="020B0604020202020204" pitchFamily="34" charset="0"/>
              </a:rPr>
              <a:t>Phần </a:t>
            </a:r>
            <a:r>
              <a:rPr lang="vi-VN" altLang="en-US" sz="2200" b="1">
                <a:solidFill>
                  <a:srgbClr val="000000"/>
                </a:solidFill>
                <a:latin typeface="Arial" panose="020B0604020202020204" pitchFamily="34" charset="0"/>
                <a:cs typeface="Arial" panose="020B0604020202020204" pitchFamily="34" charset="0"/>
              </a:rPr>
              <a:t>BC</a:t>
            </a:r>
            <a:r>
              <a:rPr lang="vi-VN" altLang="en-US" sz="2200">
                <a:solidFill>
                  <a:srgbClr val="000000"/>
                </a:solidFill>
                <a:latin typeface="Arial" panose="020B0604020202020204" pitchFamily="34" charset="0"/>
                <a:cs typeface="Arial" panose="020B0604020202020204" pitchFamily="34" charset="0"/>
              </a:rPr>
              <a:t> của đường cong dâng lên đột ngột</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ứng với quá trình xảy ra trên</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điện cực (khử ion kim loại trên catot) và cường độ dòng sẽ tăng nhanh</a:t>
            </a:r>
            <a:r>
              <a:rPr lang="en-US" altLang="en-US" sz="2200">
                <a:solidFill>
                  <a:srgbClr val="000000"/>
                </a:solidFill>
                <a:latin typeface="Arial" panose="020B0604020202020204" pitchFamily="34" charset="0"/>
                <a:cs typeface="Arial" panose="020B0604020202020204" pitchFamily="34" charset="0"/>
              </a:rPr>
              <a:t>.</a:t>
            </a:r>
            <a:r>
              <a:rPr lang="vi-VN" altLang="en-US" sz="2200">
                <a:solidFill>
                  <a:srgbClr val="000000"/>
                </a:solidFill>
                <a:latin typeface="Arial" panose="020B0604020202020204" pitchFamily="34" charset="0"/>
                <a:cs typeface="Arial" panose="020B0604020202020204" pitchFamily="34" charset="0"/>
              </a:rPr>
              <a:t/>
            </a:r>
            <a:br>
              <a:rPr lang="vi-VN" altLang="en-US" sz="2200">
                <a:solidFill>
                  <a:srgbClr val="000000"/>
                </a:solidFill>
                <a:latin typeface="Arial" panose="020B0604020202020204" pitchFamily="34" charset="0"/>
                <a:cs typeface="Arial" panose="020B0604020202020204" pitchFamily="34" charset="0"/>
              </a:rPr>
            </a:b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Phần </a:t>
            </a:r>
            <a:r>
              <a:rPr lang="vi-VN" altLang="en-US" sz="2200" b="1">
                <a:solidFill>
                  <a:srgbClr val="000000"/>
                </a:solidFill>
                <a:latin typeface="Arial" panose="020B0604020202020204" pitchFamily="34" charset="0"/>
                <a:cs typeface="Arial" panose="020B0604020202020204" pitchFamily="34" charset="0"/>
              </a:rPr>
              <a:t>CD</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của đường cong gần như nằm ngang ứng với lúc đạt dòng giới hạn </a:t>
            </a:r>
            <a:r>
              <a:rPr lang="en-US" altLang="en-US" sz="2200">
                <a:solidFill>
                  <a:srgbClr val="000000"/>
                </a:solidFill>
                <a:latin typeface="Arial" panose="020B0604020202020204" pitchFamily="34" charset="0"/>
                <a:cs typeface="Arial" panose="020B0604020202020204" pitchFamily="34" charset="0"/>
              </a:rPr>
              <a:t>I</a:t>
            </a:r>
            <a:r>
              <a:rPr lang="en-US" altLang="en-US" sz="2200" baseline="-25000">
                <a:solidFill>
                  <a:srgbClr val="000000"/>
                </a:solidFill>
                <a:latin typeface="Arial" panose="020B0604020202020204" pitchFamily="34" charset="0"/>
                <a:cs typeface="Arial" panose="020B0604020202020204" pitchFamily="34" charset="0"/>
              </a:rPr>
              <a:t>d</a:t>
            </a:r>
            <a:endParaRPr lang="en-US" altLang="en-US" sz="2200">
              <a:solidFill>
                <a:srgbClr val="000000"/>
              </a:solidFill>
              <a:latin typeface="Arial" panose="020B0604020202020204" pitchFamily="34" charset="0"/>
              <a:cs typeface="Arial" panose="020B0604020202020204" pitchFamily="34" charset="0"/>
            </a:endParaRPr>
          </a:p>
        </p:txBody>
      </p:sp>
      <p:pic>
        <p:nvPicPr>
          <p:cNvPr id="3563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7038" y="1125538"/>
            <a:ext cx="3605212"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1133475" y="1125538"/>
            <a:ext cx="4398963"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ct val="20000"/>
              </a:spcBef>
            </a:pPr>
            <a:r>
              <a:rPr lang="en-US" altLang="en-US" sz="2200">
                <a:solidFill>
                  <a:srgbClr val="000000"/>
                </a:solidFill>
                <a:latin typeface="Arial" panose="020B0604020202020204" pitchFamily="34" charset="0"/>
                <a:cs typeface="Arial" panose="020B0604020202020204" pitchFamily="34" charset="0"/>
                <a:sym typeface="Wingdings" panose="05000000000000000000" pitchFamily="2" charset="2"/>
              </a:rPr>
              <a:t>- </a:t>
            </a:r>
            <a:r>
              <a:rPr lang="en-US" altLang="en-US" sz="2200">
                <a:solidFill>
                  <a:srgbClr val="000000"/>
                </a:solidFill>
                <a:latin typeface="Arial" panose="020B0604020202020204" pitchFamily="34" charset="0"/>
                <a:cs typeface="Arial" panose="020B0604020202020204" pitchFamily="34" charset="0"/>
              </a:rPr>
              <a:t>P</a:t>
            </a:r>
            <a:r>
              <a:rPr lang="vi-VN" altLang="en-US" sz="2200">
                <a:solidFill>
                  <a:srgbClr val="000000"/>
                </a:solidFill>
                <a:latin typeface="Arial" panose="020B0604020202020204" pitchFamily="34" charset="0"/>
                <a:cs typeface="Arial" panose="020B0604020202020204" pitchFamily="34" charset="0"/>
              </a:rPr>
              <a:t>hần </a:t>
            </a:r>
            <a:r>
              <a:rPr lang="vi-VN" altLang="en-US" sz="2200" b="1">
                <a:solidFill>
                  <a:srgbClr val="000000"/>
                </a:solidFill>
                <a:latin typeface="Arial" panose="020B0604020202020204" pitchFamily="34" charset="0"/>
                <a:cs typeface="Arial" panose="020B0604020202020204" pitchFamily="34" charset="0"/>
              </a:rPr>
              <a:t>AB</a:t>
            </a:r>
            <a:r>
              <a:rPr lang="vi-VN" altLang="en-US" sz="2200">
                <a:solidFill>
                  <a:srgbClr val="000000"/>
                </a:solidFill>
                <a:latin typeface="Arial" panose="020B0604020202020204" pitchFamily="34" charset="0"/>
                <a:cs typeface="Arial" panose="020B0604020202020204" pitchFamily="34" charset="0"/>
              </a:rPr>
              <a:t> là phần đầu</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của đường cong, cường</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độ dòng ứng với</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phần này tuy không bằng</a:t>
            </a:r>
            <a:r>
              <a:rPr lang="en-US" altLang="en-US" sz="2200">
                <a:solidFill>
                  <a:srgbClr val="000000"/>
                </a:solidFill>
                <a:latin typeface="Arial" panose="020B0604020202020204" pitchFamily="34" charset="0"/>
                <a:cs typeface="Arial" panose="020B0604020202020204" pitchFamily="34" charset="0"/>
              </a:rPr>
              <a:t> 0</a:t>
            </a:r>
            <a:r>
              <a:rPr lang="vi-VN" altLang="en-US" sz="2200">
                <a:solidFill>
                  <a:srgbClr val="000000"/>
                </a:solidFill>
                <a:latin typeface="Arial" panose="020B0604020202020204" pitchFamily="34" charset="0"/>
                <a:cs typeface="Arial" panose="020B0604020202020204" pitchFamily="34" charset="0"/>
              </a:rPr>
              <a:t> nhưng cũng</a:t>
            </a:r>
            <a:r>
              <a:rPr lang="en-US" altLang="en-US" sz="2200">
                <a:solidFill>
                  <a:srgbClr val="000000"/>
                </a:solidFill>
                <a:latin typeface="Arial" panose="020B0604020202020204" pitchFamily="34" charset="0"/>
                <a:cs typeface="Arial" panose="020B0604020202020204" pitchFamily="34" charset="0"/>
              </a:rPr>
              <a:t> </a:t>
            </a:r>
            <a:r>
              <a:rPr lang="vi-VN" altLang="en-US" sz="2200">
                <a:solidFill>
                  <a:srgbClr val="000000"/>
                </a:solidFill>
                <a:latin typeface="Arial" panose="020B0604020202020204" pitchFamily="34" charset="0"/>
                <a:cs typeface="Arial" panose="020B0604020202020204" pitchFamily="34" charset="0"/>
              </a:rPr>
              <a:t>rất bé.</a:t>
            </a:r>
            <a:endParaRPr lang="en-US" altLang="en-US" sz="2200">
              <a:solidFill>
                <a:srgbClr val="00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ChangeArrowheads="1"/>
          </p:cNvSpPr>
          <p:nvPr/>
        </p:nvSpPr>
        <p:spPr bwMode="auto">
          <a:xfrm>
            <a:off x="468313" y="1700213"/>
            <a:ext cx="489585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Font typeface="Arial" panose="020B0604020202020204" pitchFamily="34" charset="0"/>
              <a:buChar char="•"/>
            </a:pPr>
            <a:r>
              <a:rPr lang="vi-VN" altLang="zh-CN" sz="2400">
                <a:latin typeface="Arial" panose="020B0604020202020204" pitchFamily="34" charset="0"/>
                <a:ea typeface="MingLiU" pitchFamily="49" charset="-120"/>
                <a:cs typeface="Times New Roman" panose="02020603050405020304" pitchFamily="18" charset="0"/>
              </a:rPr>
              <a:t>Thế </a:t>
            </a:r>
            <a:r>
              <a:rPr lang="en-US" altLang="zh-CN" sz="2400">
                <a:ea typeface="MingLiU" pitchFamily="49" charset="-120"/>
                <a:cs typeface="Times New Roman" panose="02020603050405020304" pitchFamily="18" charset="0"/>
              </a:rPr>
              <a:t>bán</a:t>
            </a:r>
            <a:r>
              <a:rPr lang="vi-VN" altLang="zh-CN" sz="2400">
                <a:latin typeface="Arial" panose="020B0604020202020204" pitchFamily="34" charset="0"/>
                <a:ea typeface="MingLiU" pitchFamily="49" charset="-120"/>
                <a:cs typeface="Times New Roman" panose="02020603050405020304" pitchFamily="18" charset="0"/>
              </a:rPr>
              <a:t> sóng E</a:t>
            </a:r>
            <a:r>
              <a:rPr lang="vi-VN" altLang="zh-CN" sz="2400" baseline="-25000">
                <a:latin typeface="Arial" panose="020B0604020202020204" pitchFamily="34" charset="0"/>
                <a:ea typeface="MingLiU" pitchFamily="49" charset="-120"/>
                <a:cs typeface="Times New Roman" panose="02020603050405020304" pitchFamily="18" charset="0"/>
              </a:rPr>
              <a:t>1/2</a:t>
            </a:r>
            <a:r>
              <a:rPr lang="vi-VN" altLang="zh-CN" sz="2400">
                <a:latin typeface="Arial" panose="020B0604020202020204" pitchFamily="34" charset="0"/>
                <a:ea typeface="MingLiU" pitchFamily="49" charset="-120"/>
                <a:cs typeface="Times New Roman" panose="02020603050405020304" pitchFamily="18" charset="0"/>
              </a:rPr>
              <a:t> là đặc trưng định tính của chất nghiên cứu. </a:t>
            </a:r>
            <a:endParaRPr lang="en-US" altLang="zh-CN" sz="2400">
              <a:ea typeface="MingLiU" pitchFamily="49" charset="-120"/>
              <a:cs typeface="Times New Roman" panose="02020603050405020304" pitchFamily="18" charset="0"/>
            </a:endParaRPr>
          </a:p>
          <a:p>
            <a:pPr algn="just" eaLnBrk="1" hangingPunct="1">
              <a:lnSpc>
                <a:spcPct val="150000"/>
              </a:lnSpc>
              <a:spcBef>
                <a:spcPts val="600"/>
              </a:spcBef>
              <a:spcAft>
                <a:spcPts val="600"/>
              </a:spcAft>
              <a:buFont typeface="Arial" panose="020B0604020202020204" pitchFamily="34" charset="0"/>
              <a:buChar char="•"/>
            </a:pPr>
            <a:r>
              <a:rPr lang="en-US" altLang="zh-CN" sz="2400">
                <a:solidFill>
                  <a:srgbClr val="FF0000"/>
                </a:solidFill>
                <a:ea typeface="MingLiU" pitchFamily="49" charset="-120"/>
                <a:cs typeface="Times New Roman" panose="02020603050405020304" pitchFamily="18" charset="0"/>
              </a:rPr>
              <a:t>Thế bán sóng không phụ thuộc nồng độ của chất điện hoạt mà chỉ phụ thuộc bản chất các ion kim loại bị khử, điều kiện thí nghiệm</a:t>
            </a:r>
            <a:r>
              <a:rPr lang="en-US" altLang="zh-CN" sz="2400">
                <a:ea typeface="MingLiU" pitchFamily="49" charset="-120"/>
                <a:cs typeface="Times New Roman" panose="02020603050405020304" pitchFamily="18" charset="0"/>
              </a:rPr>
              <a:t>.</a:t>
            </a:r>
            <a:endParaRPr lang="zh-CN" altLang="en-US" sz="2400">
              <a:ea typeface="MingLiU" pitchFamily="49" charset="-120"/>
              <a:cs typeface="Times New Roman" panose="02020603050405020304" pitchFamily="18" charset="0"/>
            </a:endParaRPr>
          </a:p>
        </p:txBody>
      </p:sp>
      <p:sp>
        <p:nvSpPr>
          <p:cNvPr id="4" name="Text Box 8"/>
          <p:cNvSpPr txBox="1">
            <a:spLocks noChangeArrowheads="1"/>
          </p:cNvSpPr>
          <p:nvPr/>
        </p:nvSpPr>
        <p:spPr bwMode="auto">
          <a:xfrm>
            <a:off x="1204913" y="188913"/>
            <a:ext cx="7286625" cy="714375"/>
          </a:xfrm>
          <a:prstGeom prst="rect">
            <a:avLst/>
          </a:prstGeom>
          <a:solidFill>
            <a:schemeClr val="accent1">
              <a:lumMod val="40000"/>
              <a:lumOff val="60000"/>
            </a:schemeClr>
          </a:solidFill>
          <a:ln w="9525">
            <a:solidFill>
              <a:schemeClr val="tx1"/>
            </a:solidFill>
            <a:miter lim="800000"/>
            <a:headEnd/>
            <a:tailEnd/>
          </a:ln>
          <a:effectLst/>
        </p:spPr>
        <p:txBody>
          <a:bodyPr lIns="180000" tIns="180000" rIns="180000" bIns="18000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ts val="600"/>
              </a:spcBef>
              <a:spcAft>
                <a:spcPts val="600"/>
              </a:spcAft>
            </a:pPr>
            <a:r>
              <a:rPr lang="en-US" sz="2800" b="1">
                <a:solidFill>
                  <a:srgbClr val="072B39"/>
                </a:solidFill>
                <a:latin typeface="Times New Roman" panose="02020603050405020304" pitchFamily="18" charset="0"/>
                <a:cs typeface="Times New Roman" panose="02020603050405020304" pitchFamily="18" charset="0"/>
              </a:rPr>
              <a:t>4.4.1.</a:t>
            </a:r>
            <a:r>
              <a:rPr lang="vi-VN" sz="2800" b="1">
                <a:solidFill>
                  <a:srgbClr val="072B39"/>
                </a:solidFill>
                <a:latin typeface="Times New Roman" panose="02020603050405020304" pitchFamily="18" charset="0"/>
                <a:cs typeface="Times New Roman" panose="02020603050405020304" pitchFamily="18" charset="0"/>
              </a:rPr>
              <a:t>Thế bán sóng và tính chất thế bán sóng </a:t>
            </a:r>
            <a:r>
              <a:rPr lang="en-US" sz="2800" b="1">
                <a:solidFill>
                  <a:srgbClr val="072B39"/>
                </a:solidFill>
                <a:latin typeface="Times New Roman" panose="02020603050405020304" pitchFamily="18" charset="0"/>
                <a:cs typeface="Times New Roman" panose="02020603050405020304" pitchFamily="18" charset="0"/>
              </a:rPr>
              <a:t> </a:t>
            </a:r>
            <a:endParaRPr lang="zh-CN" altLang="en-US" sz="2800" b="1">
              <a:solidFill>
                <a:srgbClr val="072B39"/>
              </a:solidFill>
              <a:latin typeface="Times New Roman" panose="02020603050405020304" pitchFamily="18" charset="0"/>
              <a:cs typeface="Times New Roman" panose="02020603050405020304" pitchFamily="18" charset="0"/>
            </a:endParaRPr>
          </a:p>
          <a:p>
            <a:pPr algn="just" eaLnBrk="1" hangingPunct="1"/>
            <a:endParaRPr lang="zh-CN" altLang="en-US" sz="2000"/>
          </a:p>
        </p:txBody>
      </p:sp>
      <p:pic>
        <p:nvPicPr>
          <p:cNvPr id="3573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2546350"/>
            <a:ext cx="3481387"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404813"/>
            <a:ext cx="42291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03" name="Rectangle 4"/>
          <p:cNvSpPr>
            <a:spLocks noChangeArrowheads="1"/>
          </p:cNvSpPr>
          <p:nvPr/>
        </p:nvSpPr>
        <p:spPr bwMode="auto">
          <a:xfrm>
            <a:off x="1731963" y="3705225"/>
            <a:ext cx="6881812"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altLang="zh-CN" sz="2400">
                <a:latin typeface="Arial" panose="020B0604020202020204" pitchFamily="34" charset="0"/>
                <a:ea typeface="MingLiU" pitchFamily="49" charset="-120"/>
                <a:cs typeface="Arial" panose="020B0604020202020204" pitchFamily="34" charset="0"/>
              </a:rPr>
              <a:t>Dựa vào thế nửa sóng tìm được, người ta có thể dựa vào sổ tay thế nửa sóng (hoặc theo cực phổ đồ chuẩn), phán đoán nguyên tố hoặc hợp chất nghiên cứu </a:t>
            </a:r>
            <a:endParaRPr lang="zh-CN" altLang="en-US" sz="2400">
              <a:latin typeface="Arial" panose="020B0604020202020204" pitchFamily="34" charset="0"/>
              <a:ea typeface="MingLiU" pitchFamily="49" charset="-120"/>
              <a:cs typeface="Arial" panose="020B0604020202020204" pitchFamily="34" charset="0"/>
            </a:endParaRPr>
          </a:p>
        </p:txBody>
      </p:sp>
      <p:sp>
        <p:nvSpPr>
          <p:cNvPr id="35840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258EE33-8A4C-4FE0-ABC1-D4CD01F191A4}" type="slidenum">
              <a:rPr lang="en-US" altLang="ru-RU">
                <a:solidFill>
                  <a:srgbClr val="FFFFFF"/>
                </a:solidFill>
                <a:latin typeface="Arial" panose="020B0604020202020204" pitchFamily="34" charset="0"/>
                <a:cs typeface="Arial" panose="020B0604020202020204" pitchFamily="34" charset="0"/>
              </a:rPr>
              <a:pPr/>
              <a:t>300</a:t>
            </a:fld>
            <a:endParaRPr lang="en-US" altLang="ru-RU">
              <a:solidFill>
                <a:srgbClr val="FFFFFF"/>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3"/>
          <p:cNvSpPr>
            <a:spLocks noChangeArrowheads="1"/>
          </p:cNvSpPr>
          <p:nvPr/>
        </p:nvSpPr>
        <p:spPr bwMode="auto">
          <a:xfrm>
            <a:off x="1331913" y="260350"/>
            <a:ext cx="7343775" cy="1695450"/>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vi-VN" altLang="zh-CN" sz="2400">
                <a:latin typeface="Arial" panose="020B0604020202020204" pitchFamily="34" charset="0"/>
                <a:ea typeface="MingLiU" pitchFamily="49" charset="-120"/>
                <a:cs typeface="Times New Roman" panose="02020603050405020304" pitchFamily="18" charset="0"/>
              </a:rPr>
              <a:t>Người ta có thể xác định điện thế </a:t>
            </a:r>
            <a:r>
              <a:rPr lang="en-US" altLang="zh-CN" sz="2400">
                <a:ea typeface="MingLiU" pitchFamily="49" charset="-120"/>
                <a:cs typeface="Times New Roman" panose="02020603050405020304" pitchFamily="18" charset="0"/>
              </a:rPr>
              <a:t>bán</a:t>
            </a:r>
            <a:r>
              <a:rPr lang="vi-VN" altLang="zh-CN" sz="2400">
                <a:latin typeface="Arial" panose="020B0604020202020204" pitchFamily="34" charset="0"/>
                <a:ea typeface="MingLiU" pitchFamily="49" charset="-120"/>
                <a:cs typeface="Times New Roman" panose="02020603050405020304" pitchFamily="18" charset="0"/>
              </a:rPr>
              <a:t> sóng bằng phương pháp đồ thị. </a:t>
            </a:r>
            <a:endParaRPr lang="zh-CN" altLang="en-US" sz="2400">
              <a:ea typeface="MingLiU" pitchFamily="49" charset="-120"/>
              <a:cs typeface="Times New Roman" panose="02020603050405020304" pitchFamily="18" charset="0"/>
            </a:endParaRPr>
          </a:p>
          <a:p>
            <a:pPr eaLnBrk="1" hangingPunct="1">
              <a:lnSpc>
                <a:spcPct val="150000"/>
              </a:lnSpc>
            </a:pPr>
            <a:r>
              <a:rPr lang="en-US" altLang="en-US" sz="2400">
                <a:solidFill>
                  <a:srgbClr val="153463"/>
                </a:solidFill>
                <a:ea typeface="MingLiU" pitchFamily="49" charset="-120"/>
                <a:cs typeface="Times New Roman" panose="02020603050405020304" pitchFamily="18" charset="0"/>
              </a:rPr>
              <a:t>P</a:t>
            </a:r>
            <a:r>
              <a:rPr lang="vi-VN" altLang="en-US" sz="2400">
                <a:solidFill>
                  <a:srgbClr val="153463"/>
                </a:solidFill>
                <a:latin typeface="Arial" panose="020B0604020202020204" pitchFamily="34" charset="0"/>
                <a:ea typeface="MingLiU" pitchFamily="49" charset="-120"/>
                <a:cs typeface="Times New Roman" panose="02020603050405020304" pitchFamily="18" charset="0"/>
              </a:rPr>
              <a:t>hương trình của thế bán sóng </a:t>
            </a:r>
            <a:endParaRPr lang="en-US" altLang="en-US" sz="2400">
              <a:ea typeface="MingLiU" pitchFamily="49" charset="-120"/>
              <a:cs typeface="Times New Roman" panose="02020603050405020304" pitchFamily="18" charset="0"/>
            </a:endParaRPr>
          </a:p>
        </p:txBody>
      </p:sp>
      <p:pic>
        <p:nvPicPr>
          <p:cNvPr id="3594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565400"/>
            <a:ext cx="42291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428" name="Rectangle 7"/>
          <p:cNvSpPr>
            <a:spLocks noChangeArrowheads="1"/>
          </p:cNvSpPr>
          <p:nvPr/>
        </p:nvSpPr>
        <p:spPr bwMode="auto">
          <a:xfrm>
            <a:off x="5435600" y="4076700"/>
            <a:ext cx="26812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Khi I</a:t>
            </a:r>
            <a:r>
              <a:rPr lang="en-US" altLang="en-US" sz="2800" baseline="-25000">
                <a:latin typeface="Times New Roman" panose="02020603050405020304" pitchFamily="18" charset="0"/>
                <a:cs typeface="Times New Roman" panose="02020603050405020304" pitchFamily="18" charset="0"/>
              </a:rPr>
              <a:t>d</a:t>
            </a:r>
            <a:r>
              <a:rPr lang="en-US" altLang="en-US" sz="2800">
                <a:latin typeface="Times New Roman" panose="02020603050405020304" pitchFamily="18" charset="0"/>
                <a:cs typeface="Times New Roman" panose="02020603050405020304" pitchFamily="18" charset="0"/>
              </a:rPr>
              <a:t> = I, E=E</a:t>
            </a:r>
            <a:r>
              <a:rPr lang="en-US" altLang="en-US" sz="2800" baseline="-25000">
                <a:latin typeface="Times New Roman" panose="02020603050405020304" pitchFamily="18" charset="0"/>
                <a:cs typeface="Times New Roman" panose="02020603050405020304" pitchFamily="18" charset="0"/>
              </a:rPr>
              <a:t>1/2</a:t>
            </a:r>
            <a:endParaRPr lang="en-US" altLang="en-US" sz="2800">
              <a:latin typeface="Times New Roman" panose="02020603050405020304" pitchFamily="18" charset="0"/>
              <a:cs typeface="Times New Roman" panose="02020603050405020304" pitchFamily="18" charset="0"/>
            </a:endParaRPr>
          </a:p>
        </p:txBody>
      </p:sp>
      <p:sp>
        <p:nvSpPr>
          <p:cNvPr id="7" name="Rectangle 5"/>
          <p:cNvSpPr>
            <a:spLocks noRot="1" noChangeAspect="1" noMove="1" noResize="1" noEditPoints="1" noAdjustHandles="1" noChangeArrowheads="1" noChangeShapeType="1" noTextEdit="1"/>
          </p:cNvSpPr>
          <p:nvPr/>
        </p:nvSpPr>
        <p:spPr>
          <a:xfrm>
            <a:off x="3347864" y="2256857"/>
            <a:ext cx="2942024" cy="614527"/>
          </a:xfrm>
          <a:prstGeom prst="rect">
            <a:avLst/>
          </a:prstGeom>
          <a:blipFill rotWithShape="0">
            <a:blip r:embed="rId3" cstate="print"/>
            <a:stretch>
              <a:fillRect/>
            </a:stretch>
          </a:blipFill>
        </p:spPr>
        <p:txBody>
          <a:bodyPr/>
          <a:lstStyle/>
          <a:p>
            <a:pPr eaLnBrk="1" fontAlgn="auto" hangingPunct="1">
              <a:spcBef>
                <a:spcPts val="0"/>
              </a:spcBef>
              <a:spcAft>
                <a:spcPts val="0"/>
              </a:spcAft>
              <a:defRPr/>
            </a:pPr>
            <a:r>
              <a:rPr lang="en-US">
                <a:noFill/>
                <a:latin typeface="+mn-lt"/>
              </a:rPr>
              <a:t> </a:t>
            </a:r>
          </a:p>
        </p:txBody>
      </p:sp>
    </p:spTree>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12C9C3E-D916-4892-B57E-B9312AB09CEC}" type="slidenum">
              <a:rPr lang="en-US" altLang="ru-RU">
                <a:solidFill>
                  <a:srgbClr val="FFFFFF"/>
                </a:solidFill>
                <a:latin typeface="Arial" panose="020B0604020202020204" pitchFamily="34" charset="0"/>
                <a:cs typeface="Arial" panose="020B0604020202020204" pitchFamily="34" charset="0"/>
              </a:rPr>
              <a:pPr/>
              <a:t>302</a:t>
            </a:fld>
            <a:endParaRPr lang="en-US" altLang="ru-RU">
              <a:solidFill>
                <a:srgbClr val="FFFFFF"/>
              </a:solidFill>
              <a:latin typeface="Arial" panose="020B0604020202020204" pitchFamily="34" charset="0"/>
              <a:cs typeface="Arial" panose="020B0604020202020204" pitchFamily="34" charset="0"/>
            </a:endParaRPr>
          </a:p>
        </p:txBody>
      </p:sp>
      <p:graphicFrame>
        <p:nvGraphicFramePr>
          <p:cNvPr id="6" name="Content Placeholder 5"/>
          <p:cNvGraphicFramePr>
            <a:graphicFrameLocks/>
          </p:cNvGraphicFramePr>
          <p:nvPr/>
        </p:nvGraphicFramePr>
        <p:xfrm>
          <a:off x="755576" y="1052736"/>
          <a:ext cx="8110502" cy="4970628"/>
        </p:xfrm>
        <a:graphic>
          <a:graphicData uri="http://schemas.openxmlformats.org/drawingml/2006/table">
            <a:tbl>
              <a:tblPr firstRow="1" bandRow="1">
                <a:tableStyleId>{5C22544A-7EE6-4342-B048-85BDC9FD1C3A}</a:tableStyleId>
              </a:tblPr>
              <a:tblGrid>
                <a:gridCol w="1701789"/>
                <a:gridCol w="3528392"/>
                <a:gridCol w="1728192"/>
                <a:gridCol w="1152129"/>
              </a:tblGrid>
              <a:tr h="822960">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Ion</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Nền</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Trạng</a:t>
                      </a:r>
                      <a:r>
                        <a:rPr lang="en-US" sz="2400" baseline="0" dirty="0">
                          <a:solidFill>
                            <a:sysClr val="windowText" lastClr="000000"/>
                          </a:solidFill>
                          <a:latin typeface="Times New Roman" panose="02020603050405020304" pitchFamily="18" charset="0"/>
                          <a:cs typeface="Times New Roman" panose="02020603050405020304" pitchFamily="18" charset="0"/>
                        </a:rPr>
                        <a:t> </a:t>
                      </a:r>
                      <a:r>
                        <a:rPr lang="en-US" sz="2400" baseline="0" dirty="0" err="1">
                          <a:solidFill>
                            <a:sysClr val="windowText" lastClr="000000"/>
                          </a:solidFill>
                          <a:latin typeface="Times New Roman" panose="02020603050405020304" pitchFamily="18" charset="0"/>
                          <a:cs typeface="Times New Roman" panose="02020603050405020304" pitchFamily="18" charset="0"/>
                        </a:rPr>
                        <a:t>thái</a:t>
                      </a:r>
                      <a:r>
                        <a:rPr lang="en-US" sz="2400" baseline="0" dirty="0">
                          <a:solidFill>
                            <a:sysClr val="windowText" lastClr="000000"/>
                          </a:solidFill>
                          <a:latin typeface="Times New Roman" panose="02020603050405020304" pitchFamily="18" charset="0"/>
                          <a:cs typeface="Times New Roman" panose="02020603050405020304" pitchFamily="18" charset="0"/>
                        </a:rPr>
                        <a:t> oxy </a:t>
                      </a:r>
                      <a:r>
                        <a:rPr lang="en-US" sz="2400" baseline="0" dirty="0" err="1">
                          <a:solidFill>
                            <a:sysClr val="windowText" lastClr="000000"/>
                          </a:solidFill>
                          <a:latin typeface="Times New Roman" panose="02020603050405020304" pitchFamily="18" charset="0"/>
                          <a:cs typeface="Times New Roman" panose="02020603050405020304" pitchFamily="18" charset="0"/>
                        </a:rPr>
                        <a:t>hóa</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-E</a:t>
                      </a:r>
                      <a:r>
                        <a:rPr lang="en-US" sz="2400" baseline="-25000" dirty="0">
                          <a:solidFill>
                            <a:sysClr val="windowText" lastClr="000000"/>
                          </a:solidFill>
                          <a:latin typeface="Times New Roman" panose="02020603050405020304" pitchFamily="18" charset="0"/>
                          <a:cs typeface="Times New Roman" panose="02020603050405020304" pitchFamily="18" charset="0"/>
                        </a:rPr>
                        <a:t>1/2</a:t>
                      </a:r>
                      <a:r>
                        <a:rPr lang="en-US" sz="2400" dirty="0">
                          <a:solidFill>
                            <a:sysClr val="windowText" lastClr="000000"/>
                          </a:solidFill>
                          <a:latin typeface="Times New Roman" panose="02020603050405020304" pitchFamily="18" charset="0"/>
                          <a:cs typeface="Times New Roman" panose="02020603050405020304" pitchFamily="18" charset="0"/>
                        </a:rPr>
                        <a:t>(V)</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Cu</a:t>
                      </a:r>
                      <a:r>
                        <a:rPr lang="en-US" sz="2400" baseline="30000" dirty="0">
                          <a:solidFill>
                            <a:sysClr val="windowText" lastClr="000000"/>
                          </a:solidFill>
                          <a:latin typeface="Times New Roman" panose="02020603050405020304" pitchFamily="18" charset="0"/>
                          <a:cs typeface="Times New Roman" panose="02020603050405020304" pitchFamily="18" charset="0"/>
                        </a:rPr>
                        <a:t>2+</a:t>
                      </a:r>
                      <a:endParaRPr lang="vi-VN" sz="2400" baseline="300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KCl</a:t>
                      </a:r>
                      <a:r>
                        <a:rPr lang="en-US" sz="2400" dirty="0">
                          <a:solidFill>
                            <a:sysClr val="windowText" lastClr="000000"/>
                          </a:solidFill>
                          <a:latin typeface="Times New Roman" panose="02020603050405020304" pitchFamily="18" charset="0"/>
                          <a:cs typeface="Times New Roman" panose="02020603050405020304" pitchFamily="18" charset="0"/>
                        </a:rPr>
                        <a:t> 0,1M</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endParaRPr lang="en-US"/>
                    </a:p>
                  </a:txBody>
                  <a:tcPr>
                    <a:blipFill rotWithShape="0">
                      <a:blip r:embed="rId2"/>
                      <a:stretch>
                        <a:fillRect l="-302465" t="-186842" r="-67958" b="-826316"/>
                      </a:stretch>
                    </a:blip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0,34</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Pb</a:t>
                      </a:r>
                      <a:r>
                        <a:rPr lang="en-US" sz="2400" baseline="30000" dirty="0">
                          <a:solidFill>
                            <a:sysClr val="windowText" lastClr="000000"/>
                          </a:solidFill>
                          <a:latin typeface="Times New Roman" panose="02020603050405020304" pitchFamily="18" charset="0"/>
                          <a:cs typeface="Times New Roman" panose="02020603050405020304" pitchFamily="18" charset="0"/>
                        </a:rPr>
                        <a:t>2+</a:t>
                      </a:r>
                      <a:endParaRPr lang="vi-VN" sz="2400" baseline="300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kCl</a:t>
                      </a:r>
                      <a:r>
                        <a:rPr lang="en-US" sz="2400" dirty="0">
                          <a:solidFill>
                            <a:sysClr val="windowText" lastClr="000000"/>
                          </a:solidFill>
                          <a:latin typeface="Times New Roman" panose="02020603050405020304" pitchFamily="18" charset="0"/>
                          <a:cs typeface="Times New Roman" panose="02020603050405020304" pitchFamily="18" charset="0"/>
                        </a:rPr>
                        <a:t> 0,1M</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endParaRPr lang="en-US"/>
                    </a:p>
                  </a:txBody>
                  <a:tcPr>
                    <a:blipFill rotWithShape="0">
                      <a:blip r:embed="rId2"/>
                      <a:stretch>
                        <a:fillRect l="-302465" t="-286842" r="-67958" b="-726316"/>
                      </a:stretch>
                    </a:blip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0,41</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Cd</a:t>
                      </a:r>
                      <a:r>
                        <a:rPr lang="en-US" sz="2400" baseline="30000" dirty="0">
                          <a:solidFill>
                            <a:sysClr val="windowText" lastClr="000000"/>
                          </a:solidFill>
                          <a:latin typeface="Times New Roman" panose="02020603050405020304" pitchFamily="18" charset="0"/>
                          <a:cs typeface="Times New Roman" panose="02020603050405020304" pitchFamily="18" charset="0"/>
                        </a:rPr>
                        <a:t>2+</a:t>
                      </a:r>
                      <a:endParaRPr lang="vi-VN" sz="2400" baseline="300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KCl</a:t>
                      </a:r>
                      <a:r>
                        <a:rPr lang="en-US" sz="2400" baseline="0" dirty="0">
                          <a:solidFill>
                            <a:sysClr val="windowText" lastClr="000000"/>
                          </a:solidFill>
                          <a:latin typeface="Times New Roman" panose="02020603050405020304" pitchFamily="18" charset="0"/>
                          <a:cs typeface="Times New Roman" panose="02020603050405020304" pitchFamily="18" charset="0"/>
                        </a:rPr>
                        <a:t> 0,1M</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endParaRPr lang="en-US"/>
                    </a:p>
                  </a:txBody>
                  <a:tcPr>
                    <a:blipFill rotWithShape="0">
                      <a:blip r:embed="rId2"/>
                      <a:stretch>
                        <a:fillRect l="-302465" t="-386842" r="-67958" b="-626316"/>
                      </a:stretch>
                    </a:blip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0,601</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Zn</a:t>
                      </a:r>
                      <a:r>
                        <a:rPr lang="en-US" sz="2400" baseline="30000" dirty="0">
                          <a:solidFill>
                            <a:sysClr val="windowText" lastClr="000000"/>
                          </a:solidFill>
                          <a:latin typeface="Times New Roman" panose="02020603050405020304" pitchFamily="18" charset="0"/>
                          <a:cs typeface="Times New Roman" panose="02020603050405020304" pitchFamily="18" charset="0"/>
                        </a:rPr>
                        <a:t>2+</a:t>
                      </a:r>
                      <a:endParaRPr lang="vi-VN" sz="2400" baseline="300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KCl</a:t>
                      </a:r>
                      <a:r>
                        <a:rPr lang="en-US" sz="2400" dirty="0">
                          <a:solidFill>
                            <a:sysClr val="windowText" lastClr="000000"/>
                          </a:solidFill>
                          <a:latin typeface="Times New Roman" panose="02020603050405020304" pitchFamily="18" charset="0"/>
                          <a:cs typeface="Times New Roman" panose="02020603050405020304" pitchFamily="18" charset="0"/>
                        </a:rPr>
                        <a:t> 0,1M</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endParaRPr lang="en-US"/>
                    </a:p>
                  </a:txBody>
                  <a:tcPr>
                    <a:blipFill rotWithShape="0">
                      <a:blip r:embed="rId2"/>
                      <a:stretch>
                        <a:fillRect l="-302465" t="-493333" r="-67958" b="-534667"/>
                      </a:stretch>
                    </a:blip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0,995</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H</a:t>
                      </a:r>
                      <a:r>
                        <a:rPr lang="en-US" sz="2400" baseline="30000" dirty="0">
                          <a:solidFill>
                            <a:sysClr val="windowText" lastClr="000000"/>
                          </a:solidFill>
                          <a:latin typeface="Times New Roman" panose="02020603050405020304" pitchFamily="18" charset="0"/>
                          <a:cs typeface="Times New Roman" panose="02020603050405020304" pitchFamily="18" charset="0"/>
                        </a:rPr>
                        <a:t>+</a:t>
                      </a:r>
                      <a:r>
                        <a:rPr lang="en-US" sz="2400" dirty="0">
                          <a:solidFill>
                            <a:sysClr val="windowText" lastClr="000000"/>
                          </a:solidFill>
                          <a:latin typeface="Times New Roman" panose="02020603050405020304" pitchFamily="18" charset="0"/>
                          <a:cs typeface="Times New Roman" panose="02020603050405020304" pitchFamily="18" charset="0"/>
                        </a:rPr>
                        <a:t> (H</a:t>
                      </a:r>
                      <a:r>
                        <a:rPr lang="en-US" sz="2400" baseline="-25000" dirty="0">
                          <a:solidFill>
                            <a:sysClr val="windowText" lastClr="000000"/>
                          </a:solidFill>
                          <a:latin typeface="Times New Roman" panose="02020603050405020304" pitchFamily="18" charset="0"/>
                          <a:cs typeface="Times New Roman" panose="02020603050405020304" pitchFamily="18" charset="0"/>
                        </a:rPr>
                        <a:t>3</a:t>
                      </a:r>
                      <a:r>
                        <a:rPr lang="en-US" sz="2400" dirty="0">
                          <a:solidFill>
                            <a:sysClr val="windowText" lastClr="000000"/>
                          </a:solidFill>
                          <a:latin typeface="Times New Roman" panose="02020603050405020304" pitchFamily="18" charset="0"/>
                          <a:cs typeface="Times New Roman" panose="02020603050405020304" pitchFamily="18" charset="0"/>
                        </a:rPr>
                        <a:t>O</a:t>
                      </a:r>
                      <a:r>
                        <a:rPr lang="en-US" sz="2400" baseline="30000" dirty="0">
                          <a:solidFill>
                            <a:sysClr val="windowText" lastClr="000000"/>
                          </a:solidFill>
                          <a:latin typeface="Times New Roman" panose="02020603050405020304" pitchFamily="18" charset="0"/>
                          <a:cs typeface="Times New Roman" panose="02020603050405020304" pitchFamily="18" charset="0"/>
                        </a:rPr>
                        <a:t>+</a:t>
                      </a:r>
                      <a:r>
                        <a:rPr lang="en-US" sz="2400" dirty="0">
                          <a:solidFill>
                            <a:sysClr val="windowText" lastClr="000000"/>
                          </a:solidFill>
                          <a:latin typeface="Times New Roman" panose="02020603050405020304" pitchFamily="18" charset="0"/>
                          <a:cs typeface="Times New Roman" panose="02020603050405020304" pitchFamily="18" charset="0"/>
                        </a:rPr>
                        <a:t>)</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KCl</a:t>
                      </a:r>
                      <a:r>
                        <a:rPr lang="en-US" sz="2400" dirty="0">
                          <a:solidFill>
                            <a:sysClr val="windowText" lastClr="000000"/>
                          </a:solidFill>
                          <a:latin typeface="Times New Roman" panose="02020603050405020304" pitchFamily="18" charset="0"/>
                          <a:cs typeface="Times New Roman" panose="02020603050405020304" pitchFamily="18" charset="0"/>
                        </a:rPr>
                        <a:t> 0,1M</a:t>
                      </a:r>
                      <a:r>
                        <a:rPr lang="en-US" sz="2400" baseline="0" dirty="0">
                          <a:solidFill>
                            <a:sysClr val="windowText" lastClr="000000"/>
                          </a:solidFill>
                          <a:latin typeface="Times New Roman" panose="02020603050405020304" pitchFamily="18" charset="0"/>
                          <a:cs typeface="Times New Roman" panose="02020603050405020304" pitchFamily="18" charset="0"/>
                        </a:rPr>
                        <a:t>, KClO</a:t>
                      </a:r>
                      <a:r>
                        <a:rPr lang="en-US" sz="2400" baseline="-25000" dirty="0">
                          <a:solidFill>
                            <a:sysClr val="windowText" lastClr="000000"/>
                          </a:solidFill>
                          <a:latin typeface="Times New Roman" panose="02020603050405020304" pitchFamily="18" charset="0"/>
                          <a:cs typeface="Times New Roman" panose="02020603050405020304" pitchFamily="18" charset="0"/>
                        </a:rPr>
                        <a:t>3</a:t>
                      </a:r>
                      <a:r>
                        <a:rPr lang="en-US" sz="2400" baseline="0" dirty="0">
                          <a:solidFill>
                            <a:sysClr val="windowText" lastClr="000000"/>
                          </a:solidFill>
                          <a:latin typeface="Times New Roman" panose="02020603050405020304" pitchFamily="18" charset="0"/>
                          <a:cs typeface="Times New Roman" panose="02020603050405020304" pitchFamily="18" charset="0"/>
                        </a:rPr>
                        <a:t> 0,1M</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endParaRPr lang="en-US"/>
                    </a:p>
                  </a:txBody>
                  <a:tcPr>
                    <a:blipFill rotWithShape="0">
                      <a:blip r:embed="rId2"/>
                      <a:stretch>
                        <a:fillRect l="-302465" t="-585526" r="-67958" b="-427632"/>
                      </a:stretch>
                    </a:blip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1,58</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Al</a:t>
                      </a:r>
                      <a:r>
                        <a:rPr lang="en-US" sz="2400" baseline="30000" dirty="0">
                          <a:solidFill>
                            <a:sysClr val="windowText" lastClr="000000"/>
                          </a:solidFill>
                          <a:latin typeface="Times New Roman" panose="02020603050405020304" pitchFamily="18" charset="0"/>
                          <a:cs typeface="Times New Roman" panose="02020603050405020304" pitchFamily="18" charset="0"/>
                        </a:rPr>
                        <a:t>3+</a:t>
                      </a:r>
                      <a:r>
                        <a:rPr lang="en-US" sz="2400" baseline="0" dirty="0">
                          <a:solidFill>
                            <a:sysClr val="windowText" lastClr="000000"/>
                          </a:solidFill>
                          <a:latin typeface="Times New Roman" panose="02020603050405020304" pitchFamily="18" charset="0"/>
                          <a:cs typeface="Times New Roman" panose="02020603050405020304" pitchFamily="18" charset="0"/>
                        </a:rPr>
                        <a:t> </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Li</a:t>
                      </a:r>
                      <a:r>
                        <a:rPr lang="en-US" sz="2400" baseline="-25000" dirty="0">
                          <a:solidFill>
                            <a:sysClr val="windowText" lastClr="000000"/>
                          </a:solidFill>
                          <a:latin typeface="Times New Roman" panose="02020603050405020304" pitchFamily="18" charset="0"/>
                          <a:cs typeface="Times New Roman" panose="02020603050405020304" pitchFamily="18" charset="0"/>
                        </a:rPr>
                        <a:t>2</a:t>
                      </a:r>
                      <a:r>
                        <a:rPr lang="en-US" sz="2400" dirty="0">
                          <a:solidFill>
                            <a:sysClr val="windowText" lastClr="000000"/>
                          </a:solidFill>
                          <a:latin typeface="Times New Roman" panose="02020603050405020304" pitchFamily="18" charset="0"/>
                          <a:cs typeface="Times New Roman" panose="02020603050405020304" pitchFamily="18" charset="0"/>
                        </a:rPr>
                        <a:t>SO</a:t>
                      </a:r>
                      <a:r>
                        <a:rPr lang="en-US" sz="2400" baseline="-25000" dirty="0">
                          <a:solidFill>
                            <a:sysClr val="windowText" lastClr="000000"/>
                          </a:solidFill>
                          <a:latin typeface="Times New Roman" panose="02020603050405020304" pitchFamily="18" charset="0"/>
                          <a:cs typeface="Times New Roman" panose="02020603050405020304" pitchFamily="18" charset="0"/>
                        </a:rPr>
                        <a:t>4</a:t>
                      </a:r>
                      <a:r>
                        <a:rPr lang="en-US" sz="2400" dirty="0">
                          <a:solidFill>
                            <a:sysClr val="windowText" lastClr="000000"/>
                          </a:solidFill>
                          <a:latin typeface="Times New Roman" panose="02020603050405020304" pitchFamily="18" charset="0"/>
                          <a:cs typeface="Times New Roman" panose="02020603050405020304" pitchFamily="18" charset="0"/>
                        </a:rPr>
                        <a:t> 0,5M</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endParaRPr lang="en-US"/>
                    </a:p>
                  </a:txBody>
                  <a:tcPr>
                    <a:blipFill rotWithShape="0">
                      <a:blip r:embed="rId2"/>
                      <a:stretch>
                        <a:fillRect l="-302465" t="-685526" r="-67958" b="-327632"/>
                      </a:stretch>
                    </a:blip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1,8</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Vitamin B</a:t>
                      </a:r>
                      <a:r>
                        <a:rPr lang="en-US" sz="2400" baseline="-25000" dirty="0">
                          <a:solidFill>
                            <a:sysClr val="windowText" lastClr="000000"/>
                          </a:solidFill>
                          <a:latin typeface="Times New Roman" panose="02020603050405020304" pitchFamily="18" charset="0"/>
                          <a:cs typeface="Times New Roman" panose="02020603050405020304" pitchFamily="18" charset="0"/>
                        </a:rPr>
                        <a:t>1</a:t>
                      </a:r>
                      <a:endParaRPr lang="vi-VN" sz="2400" baseline="-250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PO</a:t>
                      </a:r>
                      <a:r>
                        <a:rPr lang="en-US" sz="2400" baseline="-25000" dirty="0">
                          <a:solidFill>
                            <a:sysClr val="windowText" lastClr="000000"/>
                          </a:solidFill>
                          <a:latin typeface="Times New Roman" panose="02020603050405020304" pitchFamily="18" charset="0"/>
                          <a:cs typeface="Times New Roman" panose="02020603050405020304" pitchFamily="18" charset="0"/>
                        </a:rPr>
                        <a:t>4</a:t>
                      </a:r>
                      <a:r>
                        <a:rPr lang="en-US" sz="2400" baseline="30000" dirty="0">
                          <a:solidFill>
                            <a:sysClr val="windowText" lastClr="000000"/>
                          </a:solidFill>
                          <a:latin typeface="Times New Roman" panose="02020603050405020304" pitchFamily="18" charset="0"/>
                          <a:cs typeface="Times New Roman" panose="02020603050405020304" pitchFamily="18" charset="0"/>
                        </a:rPr>
                        <a:t>3-</a:t>
                      </a:r>
                      <a:r>
                        <a:rPr lang="en-US" sz="2400" dirty="0">
                          <a:solidFill>
                            <a:sysClr val="windowText" lastClr="000000"/>
                          </a:solidFill>
                          <a:latin typeface="Times New Roman" panose="02020603050405020304" pitchFamily="18" charset="0"/>
                          <a:cs typeface="Times New Roman" panose="02020603050405020304" pitchFamily="18" charset="0"/>
                        </a:rPr>
                        <a:t> </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pH = 7,2</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1,26</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Vitamin E</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Axetat</a:t>
                      </a:r>
                      <a:r>
                        <a:rPr lang="en-US" sz="2400" baseline="30000" dirty="0">
                          <a:solidFill>
                            <a:sysClr val="windowText" lastClr="000000"/>
                          </a:solidFill>
                          <a:latin typeface="Times New Roman" panose="02020603050405020304" pitchFamily="18" charset="0"/>
                          <a:cs typeface="Times New Roman" panose="02020603050405020304" pitchFamily="18" charset="0"/>
                        </a:rPr>
                        <a:t>-</a:t>
                      </a:r>
                      <a:r>
                        <a:rPr lang="en-US" sz="2400" dirty="0">
                          <a:solidFill>
                            <a:sysClr val="windowText" lastClr="000000"/>
                          </a:solidFill>
                          <a:latin typeface="Times New Roman" panose="02020603050405020304" pitchFamily="18" charset="0"/>
                          <a:cs typeface="Times New Roman" panose="02020603050405020304" pitchFamily="18" charset="0"/>
                        </a:rPr>
                        <a:t> + </a:t>
                      </a:r>
                      <a:r>
                        <a:rPr lang="en-US" sz="2400" dirty="0" err="1">
                          <a:solidFill>
                            <a:sysClr val="windowText" lastClr="000000"/>
                          </a:solidFill>
                          <a:latin typeface="Times New Roman" panose="02020603050405020304" pitchFamily="18" charset="0"/>
                          <a:cs typeface="Times New Roman" panose="02020603050405020304" pitchFamily="18" charset="0"/>
                        </a:rPr>
                        <a:t>Anilin</a:t>
                      </a:r>
                      <a:r>
                        <a:rPr lang="en-US" sz="2400" dirty="0">
                          <a:solidFill>
                            <a:sysClr val="windowText" lastClr="000000"/>
                          </a:solidFill>
                          <a:latin typeface="Times New Roman" panose="02020603050405020304" pitchFamily="18" charset="0"/>
                          <a:cs typeface="Times New Roman" panose="02020603050405020304" pitchFamily="18" charset="0"/>
                        </a:rPr>
                        <a:t> + HClO</a:t>
                      </a:r>
                      <a:r>
                        <a:rPr lang="en-US" sz="2400" baseline="-25000" dirty="0">
                          <a:solidFill>
                            <a:sysClr val="windowText" lastClr="000000"/>
                          </a:solidFill>
                          <a:latin typeface="Times New Roman" panose="02020603050405020304" pitchFamily="18" charset="0"/>
                          <a:cs typeface="Times New Roman" panose="02020603050405020304" pitchFamily="18" charset="0"/>
                        </a:rPr>
                        <a:t>4</a:t>
                      </a:r>
                      <a:r>
                        <a:rPr lang="en-US" sz="2400" baseline="30000" dirty="0">
                          <a:solidFill>
                            <a:sysClr val="windowText" lastClr="000000"/>
                          </a:solidFill>
                          <a:latin typeface="Times New Roman" panose="02020603050405020304" pitchFamily="18" charset="0"/>
                          <a:cs typeface="Times New Roman" panose="02020603050405020304" pitchFamily="18" charset="0"/>
                        </a:rPr>
                        <a:t>-</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pH = 7</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0,02</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r h="460852">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nitrolbenzol</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err="1">
                          <a:solidFill>
                            <a:sysClr val="windowText" lastClr="000000"/>
                          </a:solidFill>
                          <a:latin typeface="Times New Roman" panose="02020603050405020304" pitchFamily="18" charset="0"/>
                          <a:cs typeface="Times New Roman" panose="02020603050405020304" pitchFamily="18" charset="0"/>
                        </a:rPr>
                        <a:t>Glixerin</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pH = 10</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2400" dirty="0">
                          <a:solidFill>
                            <a:sysClr val="windowText" lastClr="000000"/>
                          </a:solidFill>
                          <a:latin typeface="Times New Roman" panose="02020603050405020304" pitchFamily="18" charset="0"/>
                          <a:cs typeface="Times New Roman" panose="02020603050405020304" pitchFamily="18" charset="0"/>
                        </a:rPr>
                        <a:t>0,27</a:t>
                      </a:r>
                      <a:endParaRPr lang="vi-V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2"/>
                    </a:solidFill>
                  </a:tcPr>
                </a:tc>
              </a:tr>
            </a:tbl>
          </a:graphicData>
        </a:graphic>
      </p:graphicFrame>
      <p:sp>
        <p:nvSpPr>
          <p:cNvPr id="7" name="TextBox 6"/>
          <p:cNvSpPr txBox="1">
            <a:spLocks noChangeArrowheads="1"/>
          </p:cNvSpPr>
          <p:nvPr/>
        </p:nvSpPr>
        <p:spPr bwMode="auto">
          <a:xfrm>
            <a:off x="684213" y="260350"/>
            <a:ext cx="8712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solidFill>
                  <a:schemeClr val="tx2"/>
                </a:solidFill>
                <a:latin typeface="Times New Roman" panose="02020603050405020304" pitchFamily="18" charset="0"/>
                <a:cs typeface="Times New Roman" panose="02020603050405020304" pitchFamily="18" charset="0"/>
              </a:rPr>
              <a:t>Thế bán sóng của một số nguyên tố và hợp chất hữu cơ</a:t>
            </a:r>
            <a:endParaRPr lang="vi-VN" altLang="en-US" sz="28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765175"/>
            <a:ext cx="7972425"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475" name="Rectangle 2"/>
          <p:cNvSpPr>
            <a:spLocks noChangeArrowheads="1"/>
          </p:cNvSpPr>
          <p:nvPr/>
        </p:nvSpPr>
        <p:spPr bwMode="auto">
          <a:xfrm>
            <a:off x="1331913" y="5516563"/>
            <a:ext cx="63515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vi-VN" altLang="en-US" sz="2800">
                <a:latin typeface="Times New Roman" panose="02020603050405020304" pitchFamily="18" charset="0"/>
                <a:cs typeface="Times New Roman" panose="02020603050405020304" pitchFamily="18" charset="0"/>
              </a:rPr>
              <a:t> I</a:t>
            </a:r>
            <a:r>
              <a:rPr lang="en-US" altLang="en-US" sz="2800" baseline="-25000">
                <a:latin typeface="Times New Roman" panose="02020603050405020304" pitchFamily="18" charset="0"/>
                <a:cs typeface="Times New Roman" panose="02020603050405020304" pitchFamily="18" charset="0"/>
              </a:rPr>
              <a:t>d </a:t>
            </a:r>
            <a:r>
              <a:rPr lang="vi-VN" altLang="en-US" sz="2800">
                <a:latin typeface="Times New Roman" panose="02020603050405020304" pitchFamily="18" charset="0"/>
                <a:cs typeface="Times New Roman" panose="02020603050405020304" pitchFamily="18" charset="0"/>
              </a:rPr>
              <a:t>: Cường độ dòng cực đại giới hạn ( µA )</a:t>
            </a:r>
            <a:endParaRPr lang="en-US" altLang="en-US" sz="2800">
              <a:latin typeface="Times New Roman" panose="02020603050405020304" pitchFamily="18" charset="0"/>
              <a:cs typeface="Times New Roman" panose="02020603050405020304" pitchFamily="18" charset="0"/>
            </a:endParaRPr>
          </a:p>
        </p:txBody>
      </p:sp>
      <p:sp>
        <p:nvSpPr>
          <p:cNvPr id="36147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96CCAB1-5C03-4905-9A42-A7E53F21DB04}" type="slidenum">
              <a:rPr lang="en-US" altLang="ru-RU">
                <a:solidFill>
                  <a:srgbClr val="FFFFFF"/>
                </a:solidFill>
                <a:latin typeface="Arial" panose="020B0604020202020204" pitchFamily="34" charset="0"/>
                <a:cs typeface="Arial" panose="020B0604020202020204" pitchFamily="34" charset="0"/>
              </a:rPr>
              <a:pPr/>
              <a:t>303</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5"/>
          <p:cNvSpPr/>
          <p:nvPr/>
        </p:nvSpPr>
        <p:spPr>
          <a:xfrm>
            <a:off x="107950" y="174625"/>
            <a:ext cx="8856663" cy="52387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a:t>4.4.2. Phân tích định lượng </a:t>
            </a:r>
            <a:r>
              <a:rPr lang="vi-VN" sz="2800">
                <a:latin typeface="Arial" panose="020B0604020202020204" pitchFamily="34" charset="0"/>
              </a:rPr>
              <a:t>dùng</a:t>
            </a:r>
            <a:r>
              <a:rPr lang="en-US" sz="2800"/>
              <a:t> p</a:t>
            </a:r>
            <a:r>
              <a:rPr lang="vi-VN" sz="2800">
                <a:latin typeface="Arial" panose="020B0604020202020204" pitchFamily="34" charset="0"/>
              </a:rPr>
              <a:t>hương trình I</a:t>
            </a:r>
            <a:r>
              <a:rPr lang="en-US" sz="2800"/>
              <a:t>l</a:t>
            </a:r>
            <a:r>
              <a:rPr lang="vi-VN" sz="2800">
                <a:latin typeface="Arial" panose="020B0604020202020204" pitchFamily="34" charset="0"/>
              </a:rPr>
              <a:t>kovic</a:t>
            </a:r>
            <a:endParaRPr lang="en-US" sz="2800"/>
          </a:p>
        </p:txBody>
      </p:sp>
    </p:spTree>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825" y="476250"/>
            <a:ext cx="8893175" cy="492125"/>
          </a:xfrm>
          <a:prstGeom prst="rect">
            <a:avLst/>
          </a:prstGeom>
          <a:solidFill>
            <a:schemeClr val="accent1">
              <a:lumMod val="40000"/>
              <a:lumOff val="60000"/>
            </a:schemeClr>
          </a:solidFill>
          <a:ln>
            <a:solidFill>
              <a:schemeClr val="tx1"/>
            </a:solid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600" b="1"/>
              <a:t>4.4.2. </a:t>
            </a:r>
            <a:r>
              <a:rPr lang="en-US" sz="2600" b="1">
                <a:effectLst>
                  <a:outerShdw blurRad="38100" dist="38100" dir="2700000" algn="tl">
                    <a:srgbClr val="FFFFFF"/>
                  </a:outerShdw>
                </a:effectLst>
              </a:rPr>
              <a:t>Phân tích định lượng </a:t>
            </a:r>
            <a:r>
              <a:rPr lang="vi-VN" sz="2600" b="1">
                <a:effectLst>
                  <a:outerShdw blurRad="38100" dist="38100" dir="2700000" algn="tl">
                    <a:srgbClr val="FFFFFF"/>
                  </a:outerShdw>
                </a:effectLst>
                <a:latin typeface="Arial" panose="020B0604020202020204" pitchFamily="34" charset="0"/>
              </a:rPr>
              <a:t>dùng</a:t>
            </a:r>
            <a:r>
              <a:rPr lang="en-US" sz="2600" b="1">
                <a:effectLst>
                  <a:outerShdw blurRad="38100" dist="38100" dir="2700000" algn="tl">
                    <a:srgbClr val="FFFFFF"/>
                  </a:outerShdw>
                </a:effectLst>
              </a:rPr>
              <a:t> p</a:t>
            </a:r>
            <a:r>
              <a:rPr lang="vi-VN" sz="2600" b="1">
                <a:latin typeface="Arial" panose="020B0604020202020204" pitchFamily="34" charset="0"/>
              </a:rPr>
              <a:t>hương trình</a:t>
            </a:r>
            <a:r>
              <a:rPr lang="en-US" sz="2600" b="1"/>
              <a:t> </a:t>
            </a:r>
            <a:r>
              <a:rPr lang="vi-VN" sz="2600" b="1">
                <a:latin typeface="Arial" panose="020B0604020202020204" pitchFamily="34" charset="0"/>
              </a:rPr>
              <a:t>I</a:t>
            </a:r>
            <a:r>
              <a:rPr lang="en-US" sz="2600" b="1"/>
              <a:t>l</a:t>
            </a:r>
            <a:r>
              <a:rPr lang="vi-VN" sz="2600" b="1">
                <a:latin typeface="Arial" panose="020B0604020202020204" pitchFamily="34" charset="0"/>
              </a:rPr>
              <a:t>kovic</a:t>
            </a:r>
            <a:endParaRPr lang="en-US" sz="2600" b="1">
              <a:effectLst>
                <a:outerShdw blurRad="38100" dist="38100" dir="2700000" algn="tl">
                  <a:srgbClr val="FFFFFF"/>
                </a:outerShdw>
              </a:effectLst>
            </a:endParaRPr>
          </a:p>
        </p:txBody>
      </p:sp>
      <p:sp>
        <p:nvSpPr>
          <p:cNvPr id="362499" name="Slide Number Placeholder 3"/>
          <p:cNvSpPr>
            <a:spLocks noGrp="1" noChangeArrowheads="1"/>
          </p:cNvSpPr>
          <p:nvPr>
            <p:ph type="sldNum" sz="quarter" idx="12"/>
          </p:nvPr>
        </p:nvSpPr>
        <p:spPr bwMode="auto">
          <a:xfrm>
            <a:off x="8316913" y="61658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5D34224-0DFA-4BCD-981B-196475613C23}" type="slidenum">
              <a:rPr lang="en-US" altLang="ru-RU">
                <a:solidFill>
                  <a:srgbClr val="FFFFFF"/>
                </a:solidFill>
                <a:latin typeface="Arial" panose="020B0604020202020204" pitchFamily="34" charset="0"/>
                <a:cs typeface="Arial" panose="020B0604020202020204" pitchFamily="34" charset="0"/>
              </a:rPr>
              <a:pPr/>
              <a:t>304</a:t>
            </a:fld>
            <a:endParaRPr lang="en-US" altLang="ru-RU">
              <a:solidFill>
                <a:srgbClr val="FFFFFF"/>
              </a:solidFill>
              <a:latin typeface="Arial" panose="020B0604020202020204" pitchFamily="34" charset="0"/>
              <a:cs typeface="Arial" panose="020B0604020202020204" pitchFamily="34" charset="0"/>
            </a:endParaRPr>
          </a:p>
        </p:txBody>
      </p:sp>
      <p:sp>
        <p:nvSpPr>
          <p:cNvPr id="6" name="AutoShape 3"/>
          <p:cNvSpPr>
            <a:spLocks noChangeArrowheads="1"/>
          </p:cNvSpPr>
          <p:nvPr/>
        </p:nvSpPr>
        <p:spPr bwMode="ltGray">
          <a:xfrm>
            <a:off x="1619250" y="1412875"/>
            <a:ext cx="5880100" cy="4379913"/>
          </a:xfrm>
          <a:prstGeom prst="rightArrow">
            <a:avLst>
              <a:gd name="adj1" fmla="val 79306"/>
              <a:gd name="adj2" fmla="val 32395"/>
            </a:avLst>
          </a:prstGeom>
          <a:gradFill rotWithShape="1">
            <a:gsLst>
              <a:gs pos="0">
                <a:schemeClr val="accent1">
                  <a:gamma/>
                  <a:tint val="0"/>
                  <a:invGamma/>
                </a:schemeClr>
              </a:gs>
              <a:gs pos="100000">
                <a:schemeClr val="accent1"/>
              </a:gs>
            </a:gsLst>
            <a:lin ang="0" scaled="1"/>
          </a:gradFill>
          <a:ln>
            <a:noFill/>
          </a:ln>
          <a:effec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endParaRPr lang="vi-VN" sz="2400" b="1">
              <a:solidFill>
                <a:schemeClr val="tx1"/>
              </a:solidFill>
              <a:latin typeface="Times New Roman" panose="02020603050405020304" pitchFamily="18" charset="0"/>
              <a:cs typeface="Times New Roman" panose="02020603050405020304" pitchFamily="18" charset="0"/>
            </a:endParaRPr>
          </a:p>
        </p:txBody>
      </p:sp>
      <p:sp>
        <p:nvSpPr>
          <p:cNvPr id="362501" name="AutoShape 4"/>
          <p:cNvSpPr>
            <a:spLocks noChangeArrowheads="1"/>
          </p:cNvSpPr>
          <p:nvPr/>
        </p:nvSpPr>
        <p:spPr bwMode="blackWhite">
          <a:xfrm>
            <a:off x="2017713" y="2124075"/>
            <a:ext cx="4419600" cy="990600"/>
          </a:xfrm>
          <a:prstGeom prst="roundRect">
            <a:avLst>
              <a:gd name="adj" fmla="val 9106"/>
            </a:avLst>
          </a:prstGeom>
          <a:solidFill>
            <a:srgbClr val="92D050"/>
          </a:solidFill>
          <a:ln w="25400">
            <a:solidFill>
              <a:schemeClr val="bg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solidFill>
                  <a:srgbClr val="000000"/>
                </a:solidFill>
                <a:latin typeface="Times New Roman" panose="02020603050405020304" pitchFamily="18" charset="0"/>
                <a:cs typeface="Times New Roman" panose="02020603050405020304" pitchFamily="18" charset="0"/>
              </a:rPr>
              <a:t>Phương pháp đường chuẩn</a:t>
            </a:r>
          </a:p>
        </p:txBody>
      </p:sp>
      <p:sp>
        <p:nvSpPr>
          <p:cNvPr id="362502" name="AutoShape 6"/>
          <p:cNvSpPr>
            <a:spLocks noChangeArrowheads="1"/>
          </p:cNvSpPr>
          <p:nvPr/>
        </p:nvSpPr>
        <p:spPr bwMode="blackWhite">
          <a:xfrm>
            <a:off x="2017713" y="3097213"/>
            <a:ext cx="4419600" cy="990600"/>
          </a:xfrm>
          <a:prstGeom prst="roundRect">
            <a:avLst>
              <a:gd name="adj" fmla="val 9106"/>
            </a:avLst>
          </a:prstGeom>
          <a:solidFill>
            <a:srgbClr val="92D050"/>
          </a:solidFill>
          <a:ln w="25400">
            <a:solidFill>
              <a:schemeClr val="bg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solidFill>
                  <a:srgbClr val="000000"/>
                </a:solidFill>
                <a:latin typeface="Times New Roman" panose="02020603050405020304" pitchFamily="18" charset="0"/>
                <a:cs typeface="Times New Roman" panose="02020603050405020304" pitchFamily="18" charset="0"/>
              </a:rPr>
              <a:t>Phương pháp thêm chuẩn</a:t>
            </a:r>
          </a:p>
        </p:txBody>
      </p:sp>
      <p:sp>
        <p:nvSpPr>
          <p:cNvPr id="362503" name="AutoShape 4"/>
          <p:cNvSpPr>
            <a:spLocks noChangeArrowheads="1"/>
          </p:cNvSpPr>
          <p:nvPr/>
        </p:nvSpPr>
        <p:spPr bwMode="blackWhite">
          <a:xfrm>
            <a:off x="2017713" y="4087813"/>
            <a:ext cx="4419600" cy="990600"/>
          </a:xfrm>
          <a:prstGeom prst="roundRect">
            <a:avLst>
              <a:gd name="adj" fmla="val 9106"/>
            </a:avLst>
          </a:prstGeom>
          <a:solidFill>
            <a:srgbClr val="92D050"/>
          </a:solidFill>
          <a:ln w="25400">
            <a:solidFill>
              <a:schemeClr val="bg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a:solidFill>
                  <a:srgbClr val="000000"/>
                </a:solidFill>
                <a:latin typeface="Times New Roman" panose="02020603050405020304" pitchFamily="18" charset="0"/>
                <a:cs typeface="Times New Roman" panose="02020603050405020304" pitchFamily="18" charset="0"/>
              </a:rPr>
              <a:t>Phương pháp so sánh</a:t>
            </a:r>
          </a:p>
        </p:txBody>
      </p:sp>
    </p:spTree>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1"/>
          <p:cNvSpPr>
            <a:spLocks noChangeArrowheads="1"/>
          </p:cNvSpPr>
          <p:nvPr/>
        </p:nvSpPr>
        <p:spPr bwMode="auto">
          <a:xfrm>
            <a:off x="971550" y="1125538"/>
            <a:ext cx="76723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vi-VN" altLang="zh-CN" sz="2800">
                <a:latin typeface="Times New Roman" panose="02020603050405020304" pitchFamily="18" charset="0"/>
                <a:cs typeface="Times New Roman" panose="02020603050405020304" pitchFamily="18" charset="0"/>
              </a:rPr>
              <a:t>Xây dựng đường chuẩn mối quan hệ giữa I và C</a:t>
            </a:r>
            <a:r>
              <a:rPr lang="vi-VN" altLang="zh-CN" sz="2800" baseline="-25000">
                <a:latin typeface="Times New Roman" panose="02020603050405020304" pitchFamily="18" charset="0"/>
                <a:cs typeface="Times New Roman" panose="02020603050405020304" pitchFamily="18" charset="0"/>
              </a:rPr>
              <a:t>ch</a:t>
            </a:r>
            <a:r>
              <a:rPr lang="vi-VN" altLang="zh-CN" sz="2800">
                <a:latin typeface="Times New Roman" panose="02020603050405020304" pitchFamily="18" charset="0"/>
                <a:cs typeface="Times New Roman" panose="02020603050405020304" pitchFamily="18" charset="0"/>
              </a:rPr>
              <a:t>. Đường chuẩn là một hàm bậc nhất có dạng</a:t>
            </a:r>
            <a:r>
              <a:rPr lang="en-US" altLang="zh-CN" sz="2800">
                <a:latin typeface="Times New Roman" panose="02020603050405020304" pitchFamily="18" charset="0"/>
                <a:cs typeface="Times New Roman" panose="02020603050405020304" pitchFamily="18" charset="0"/>
              </a:rPr>
              <a:t>:</a:t>
            </a:r>
            <a:endParaRPr lang="zh-CN" altLang="en-US" sz="2800">
              <a:latin typeface="Times New Roman" panose="02020603050405020304" pitchFamily="18" charset="0"/>
              <a:cs typeface="Times New Roman" panose="02020603050405020304" pitchFamily="18" charset="0"/>
            </a:endParaRPr>
          </a:p>
        </p:txBody>
      </p:sp>
      <p:pic>
        <p:nvPicPr>
          <p:cNvPr id="3635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2349500"/>
            <a:ext cx="51435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3524"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1DA0006-0549-46A4-A751-DBDE6D070BE2}" type="slidenum">
              <a:rPr lang="en-US" altLang="ru-RU">
                <a:solidFill>
                  <a:srgbClr val="FFFFFF"/>
                </a:solidFill>
                <a:latin typeface="Arial" panose="020B0604020202020204" pitchFamily="34" charset="0"/>
                <a:cs typeface="Arial" panose="020B0604020202020204" pitchFamily="34" charset="0"/>
              </a:rPr>
              <a:pPr/>
              <a:t>305</a:t>
            </a:fld>
            <a:endParaRPr lang="en-US" altLang="ru-RU">
              <a:solidFill>
                <a:srgbClr val="FFFFFF"/>
              </a:solidFill>
              <a:latin typeface="Arial" panose="020B0604020202020204" pitchFamily="34" charset="0"/>
              <a:cs typeface="Arial" panose="020B0604020202020204" pitchFamily="34" charset="0"/>
            </a:endParaRPr>
          </a:p>
        </p:txBody>
      </p:sp>
      <p:sp>
        <p:nvSpPr>
          <p:cNvPr id="5" name="Прямоугольник 4"/>
          <p:cNvSpPr/>
          <p:nvPr/>
        </p:nvSpPr>
        <p:spPr>
          <a:xfrm>
            <a:off x="2411413" y="260350"/>
            <a:ext cx="4471987" cy="523875"/>
          </a:xfrm>
          <a:prstGeom prst="rect">
            <a:avLst/>
          </a:prstGeom>
          <a:solidFill>
            <a:schemeClr val="accent1">
              <a:lumMod val="40000"/>
              <a:lumOff val="60000"/>
            </a:schemeClr>
          </a:solidFill>
          <a:ln>
            <a:solidFill>
              <a:schemeClr val="tx1"/>
            </a:solidFill>
          </a:ln>
        </p:spPr>
        <p:txBody>
          <a:bodyPr wrap="none">
            <a:spAutoFit/>
          </a:bodyPr>
          <a:lstStyle/>
          <a:p>
            <a:pPr algn="ctr" eaLnBrk="1" fontAlgn="auto" hangingPunct="1">
              <a:spcBef>
                <a:spcPts val="0"/>
              </a:spcBef>
              <a:spcAft>
                <a:spcPts val="0"/>
              </a:spcAft>
              <a:defRPr/>
            </a:pPr>
            <a:r>
              <a:rPr lang="vi-VN" altLang="zh-CN" sz="2800" b="1" dirty="0">
                <a:latin typeface="Times New Roman" panose="02020603050405020304" pitchFamily="18" charset="0"/>
                <a:cs typeface="Times New Roman" panose="02020603050405020304" pitchFamily="18" charset="0"/>
              </a:rPr>
              <a:t>Phương pháp đường chuẩn </a:t>
            </a:r>
          </a:p>
        </p:txBody>
      </p:sp>
    </p:spTree>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Slide Number Placeholder 2"/>
          <p:cNvSpPr>
            <a:spLocks noGrp="1" noChangeArrowheads="1"/>
          </p:cNvSpPr>
          <p:nvPr>
            <p:ph type="sldNum" sz="quarter" idx="12"/>
          </p:nvPr>
        </p:nvSpPr>
        <p:spPr bwMode="auto">
          <a:xfrm>
            <a:off x="8231188" y="63055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4164881-5AB5-4213-BEF2-B1A3D27E6E8C}" type="slidenum">
              <a:rPr lang="en-US" altLang="ru-RU">
                <a:solidFill>
                  <a:srgbClr val="FFFFFF"/>
                </a:solidFill>
                <a:latin typeface="Arial" panose="020B0604020202020204" pitchFamily="34" charset="0"/>
                <a:cs typeface="Arial" panose="020B0604020202020204" pitchFamily="34" charset="0"/>
              </a:rPr>
              <a:pPr/>
              <a:t>306</a:t>
            </a:fld>
            <a:endParaRPr lang="en-US" altLang="ru-RU">
              <a:solidFill>
                <a:srgbClr val="FFFFFF"/>
              </a:solidFill>
              <a:latin typeface="Arial" panose="020B0604020202020204" pitchFamily="34" charset="0"/>
              <a:cs typeface="Arial" panose="020B0604020202020204" pitchFamily="34" charset="0"/>
            </a:endParaRPr>
          </a:p>
        </p:txBody>
      </p:sp>
      <p:sp>
        <p:nvSpPr>
          <p:cNvPr id="364547" name="AutoShape 3"/>
          <p:cNvSpPr>
            <a:spLocks noChangeArrowheads="1"/>
          </p:cNvSpPr>
          <p:nvPr/>
        </p:nvSpPr>
        <p:spPr bwMode="auto">
          <a:xfrm rot="-5400000">
            <a:off x="-418306" y="3051969"/>
            <a:ext cx="4452938" cy="628650"/>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pic>
        <p:nvPicPr>
          <p:cNvPr id="36454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225" y="1130300"/>
            <a:ext cx="59848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549" name="AutoShape 10"/>
          <p:cNvSpPr>
            <a:spLocks noChangeArrowheads="1"/>
          </p:cNvSpPr>
          <p:nvPr/>
        </p:nvSpPr>
        <p:spPr bwMode="auto">
          <a:xfrm rot="-5400000">
            <a:off x="1389857" y="3005931"/>
            <a:ext cx="4452938" cy="720725"/>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pic>
        <p:nvPicPr>
          <p:cNvPr id="36455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7463" y="1130300"/>
            <a:ext cx="5984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8"/>
          <p:cNvGrpSpPr>
            <a:grpSpLocks/>
          </p:cNvGrpSpPr>
          <p:nvPr/>
        </p:nvGrpSpPr>
        <p:grpSpPr bwMode="auto">
          <a:xfrm>
            <a:off x="3362970" y="3677728"/>
            <a:ext cx="564170" cy="1927848"/>
            <a:chOff x="0" y="0"/>
            <a:chExt cx="462" cy="1802"/>
          </a:xfrm>
          <a:solidFill>
            <a:schemeClr val="accent1">
              <a:lumMod val="60000"/>
              <a:lumOff val="40000"/>
            </a:schemeClr>
          </a:solidFill>
        </p:grpSpPr>
        <p:sp>
          <p:nvSpPr>
            <p:cNvPr id="60" name="AutoShape 14"/>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sp>
          <p:nvSpPr>
            <p:cNvPr id="61" name="AutoShape 15"/>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grpSp>
      <p:sp>
        <p:nvSpPr>
          <p:cNvPr id="364552" name="Oval 9"/>
          <p:cNvSpPr>
            <a:spLocks noChangeArrowheads="1"/>
          </p:cNvSpPr>
          <p:nvPr/>
        </p:nvSpPr>
        <p:spPr bwMode="auto">
          <a:xfrm>
            <a:off x="3371850" y="3643313"/>
            <a:ext cx="552450"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sp>
        <p:nvSpPr>
          <p:cNvPr id="364553" name="AutoShape 17"/>
          <p:cNvSpPr>
            <a:spLocks noChangeArrowheads="1"/>
          </p:cNvSpPr>
          <p:nvPr/>
        </p:nvSpPr>
        <p:spPr bwMode="auto">
          <a:xfrm rot="-5400000">
            <a:off x="442913" y="3027362"/>
            <a:ext cx="4452938" cy="690563"/>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pic>
        <p:nvPicPr>
          <p:cNvPr id="36455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550" y="1130300"/>
            <a:ext cx="5969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12"/>
          <p:cNvGrpSpPr>
            <a:grpSpLocks/>
          </p:cNvGrpSpPr>
          <p:nvPr/>
        </p:nvGrpSpPr>
        <p:grpSpPr bwMode="auto">
          <a:xfrm>
            <a:off x="2426864" y="4117266"/>
            <a:ext cx="541953" cy="1503640"/>
            <a:chOff x="0" y="0"/>
            <a:chExt cx="462" cy="1802"/>
          </a:xfrm>
          <a:solidFill>
            <a:schemeClr val="accent1">
              <a:lumMod val="60000"/>
              <a:lumOff val="40000"/>
            </a:schemeClr>
          </a:solidFill>
        </p:grpSpPr>
        <p:sp>
          <p:nvSpPr>
            <p:cNvPr id="58" name="AutoShape 21"/>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sp>
          <p:nvSpPr>
            <p:cNvPr id="59" name="AutoShape 22"/>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grpSp>
      <p:sp>
        <p:nvSpPr>
          <p:cNvPr id="364556" name="Oval 13"/>
          <p:cNvSpPr>
            <a:spLocks noChangeArrowheads="1"/>
          </p:cNvSpPr>
          <p:nvPr/>
        </p:nvSpPr>
        <p:spPr bwMode="auto">
          <a:xfrm>
            <a:off x="2438400" y="4037013"/>
            <a:ext cx="530225"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sp>
        <p:nvSpPr>
          <p:cNvPr id="364557" name="AutoShape 24"/>
          <p:cNvSpPr>
            <a:spLocks noChangeArrowheads="1"/>
          </p:cNvSpPr>
          <p:nvPr/>
        </p:nvSpPr>
        <p:spPr bwMode="auto">
          <a:xfrm rot="-5400000">
            <a:off x="2397125" y="3028950"/>
            <a:ext cx="4389438" cy="655638"/>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pic>
        <p:nvPicPr>
          <p:cNvPr id="364558"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0" y="1147763"/>
            <a:ext cx="59848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559" name="AutoShape 31"/>
          <p:cNvSpPr>
            <a:spLocks noChangeArrowheads="1"/>
          </p:cNvSpPr>
          <p:nvPr/>
        </p:nvSpPr>
        <p:spPr bwMode="auto">
          <a:xfrm rot="-5400000">
            <a:off x="3305175" y="3043238"/>
            <a:ext cx="4452938" cy="646112"/>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pic>
        <p:nvPicPr>
          <p:cNvPr id="364560"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00" y="1130300"/>
            <a:ext cx="59848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8"/>
          <p:cNvGrpSpPr>
            <a:grpSpLocks/>
          </p:cNvGrpSpPr>
          <p:nvPr/>
        </p:nvGrpSpPr>
        <p:grpSpPr bwMode="auto">
          <a:xfrm>
            <a:off x="5292068" y="2865900"/>
            <a:ext cx="504889" cy="2739677"/>
            <a:chOff x="0" y="0"/>
            <a:chExt cx="462" cy="1802"/>
          </a:xfrm>
          <a:solidFill>
            <a:schemeClr val="accent1">
              <a:lumMod val="60000"/>
              <a:lumOff val="40000"/>
            </a:schemeClr>
          </a:solidFill>
        </p:grpSpPr>
        <p:sp>
          <p:nvSpPr>
            <p:cNvPr id="56" name="AutoShape 35"/>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sp>
          <p:nvSpPr>
            <p:cNvPr id="57" name="AutoShape 36"/>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grpSp>
      <p:sp>
        <p:nvSpPr>
          <p:cNvPr id="364562" name="Oval 19"/>
          <p:cNvSpPr>
            <a:spLocks noChangeArrowheads="1"/>
          </p:cNvSpPr>
          <p:nvPr/>
        </p:nvSpPr>
        <p:spPr bwMode="auto">
          <a:xfrm>
            <a:off x="5287963" y="2827338"/>
            <a:ext cx="495300" cy="3460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sp>
        <p:nvSpPr>
          <p:cNvPr id="364563" name="Rectangle 20"/>
          <p:cNvSpPr>
            <a:spLocks noChangeArrowheads="1"/>
          </p:cNvSpPr>
          <p:nvPr/>
        </p:nvSpPr>
        <p:spPr bwMode="auto">
          <a:xfrm>
            <a:off x="2320925" y="3281363"/>
            <a:ext cx="693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2.0</a:t>
            </a: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Symbol" panose="05050102010706020507" pitchFamily="18" charset="2"/>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4564" name="Rectangle 21"/>
          <p:cNvSpPr>
            <a:spLocks noChangeArrowheads="1"/>
          </p:cNvSpPr>
          <p:nvPr/>
        </p:nvSpPr>
        <p:spPr bwMode="auto">
          <a:xfrm>
            <a:off x="3303588" y="2732088"/>
            <a:ext cx="663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3.0</a:t>
            </a:r>
            <a:r>
              <a:rPr lang="vi-VN"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4565" name="Rectangle 22"/>
          <p:cNvSpPr>
            <a:spLocks noChangeArrowheads="1"/>
          </p:cNvSpPr>
          <p:nvPr/>
        </p:nvSpPr>
        <p:spPr bwMode="auto">
          <a:xfrm>
            <a:off x="4303713" y="2368550"/>
            <a:ext cx="603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4.0</a:t>
            </a: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Symbol" panose="05050102010706020507" pitchFamily="18" charset="2"/>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4566" name="Rectangle 23"/>
          <p:cNvSpPr>
            <a:spLocks noChangeArrowheads="1"/>
          </p:cNvSpPr>
          <p:nvPr/>
        </p:nvSpPr>
        <p:spPr bwMode="auto">
          <a:xfrm>
            <a:off x="5154613" y="2000250"/>
            <a:ext cx="792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5.0</a:t>
            </a:r>
          </a:p>
        </p:txBody>
      </p:sp>
      <p:sp>
        <p:nvSpPr>
          <p:cNvPr id="364567" name="Rectangle 24"/>
          <p:cNvSpPr>
            <a:spLocks noChangeArrowheads="1"/>
          </p:cNvSpPr>
          <p:nvPr/>
        </p:nvSpPr>
        <p:spPr bwMode="auto">
          <a:xfrm>
            <a:off x="1312863" y="3751263"/>
            <a:ext cx="892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0</a:t>
            </a: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Symbol" panose="05050102010706020507" pitchFamily="18" charset="2"/>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grpSp>
        <p:nvGrpSpPr>
          <p:cNvPr id="6" name="Group 26"/>
          <p:cNvGrpSpPr>
            <a:grpSpLocks/>
          </p:cNvGrpSpPr>
          <p:nvPr/>
        </p:nvGrpSpPr>
        <p:grpSpPr bwMode="auto">
          <a:xfrm>
            <a:off x="4336991" y="3172613"/>
            <a:ext cx="512561" cy="2373851"/>
            <a:chOff x="-57" y="-28"/>
            <a:chExt cx="462" cy="1802"/>
          </a:xfrm>
          <a:solidFill>
            <a:schemeClr val="accent1">
              <a:lumMod val="60000"/>
              <a:lumOff val="40000"/>
            </a:schemeClr>
          </a:solidFill>
        </p:grpSpPr>
        <p:sp>
          <p:nvSpPr>
            <p:cNvPr id="54" name="AutoShape 35"/>
            <p:cNvSpPr>
              <a:spLocks noChangeArrowheads="1"/>
            </p:cNvSpPr>
            <p:nvPr/>
          </p:nvSpPr>
          <p:spPr bwMode="auto">
            <a:xfrm rot="16200000">
              <a:off x="-614" y="755"/>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sp>
          <p:nvSpPr>
            <p:cNvPr id="55" name="AutoShape 36"/>
            <p:cNvSpPr>
              <a:spLocks noChangeArrowheads="1"/>
            </p:cNvSpPr>
            <p:nvPr/>
          </p:nvSpPr>
          <p:spPr bwMode="auto">
            <a:xfrm rot="16200000">
              <a:off x="-614" y="529"/>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grpSp>
      <p:sp>
        <p:nvSpPr>
          <p:cNvPr id="364569" name="Oval 27"/>
          <p:cNvSpPr>
            <a:spLocks noChangeArrowheads="1"/>
          </p:cNvSpPr>
          <p:nvPr/>
        </p:nvSpPr>
        <p:spPr bwMode="auto">
          <a:xfrm>
            <a:off x="4337050" y="3119438"/>
            <a:ext cx="503238"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pic>
        <p:nvPicPr>
          <p:cNvPr id="364570" name="Picture 29" descr="Picture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611188" y="-296863"/>
            <a:ext cx="977900" cy="977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571" name="Text Box 19"/>
          <p:cNvSpPr txBox="1">
            <a:spLocks noChangeArrowheads="1"/>
          </p:cNvSpPr>
          <p:nvPr/>
        </p:nvSpPr>
        <p:spPr bwMode="gray">
          <a:xfrm>
            <a:off x="823913" y="84138"/>
            <a:ext cx="1108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200">
                <a:solidFill>
                  <a:srgbClr val="FFFFFF"/>
                </a:solidFill>
                <a:latin typeface="Times New Roman" panose="02020603050405020304" pitchFamily="18" charset="0"/>
                <a:cs typeface="Times New Roman" panose="02020603050405020304" pitchFamily="18" charset="0"/>
              </a:rPr>
              <a:t>Ví dụ</a:t>
            </a:r>
          </a:p>
        </p:txBody>
      </p:sp>
      <p:sp>
        <p:nvSpPr>
          <p:cNvPr id="364572" name="AutoShape 31"/>
          <p:cNvSpPr>
            <a:spLocks noChangeArrowheads="1"/>
          </p:cNvSpPr>
          <p:nvPr/>
        </p:nvSpPr>
        <p:spPr bwMode="auto">
          <a:xfrm rot="-5400000">
            <a:off x="4262438" y="3032125"/>
            <a:ext cx="4452938" cy="700087"/>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grpSp>
        <p:nvGrpSpPr>
          <p:cNvPr id="7" name="Group 32"/>
          <p:cNvGrpSpPr>
            <a:grpSpLocks/>
          </p:cNvGrpSpPr>
          <p:nvPr/>
        </p:nvGrpSpPr>
        <p:grpSpPr bwMode="auto">
          <a:xfrm>
            <a:off x="6222064" y="2467883"/>
            <a:ext cx="547278" cy="3153023"/>
            <a:chOff x="0" y="0"/>
            <a:chExt cx="462" cy="1802"/>
          </a:xfrm>
          <a:solidFill>
            <a:schemeClr val="accent1">
              <a:lumMod val="60000"/>
              <a:lumOff val="40000"/>
            </a:schemeClr>
          </a:solidFill>
        </p:grpSpPr>
        <p:sp>
          <p:nvSpPr>
            <p:cNvPr id="52" name="AutoShape 35"/>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sp>
          <p:nvSpPr>
            <p:cNvPr id="53" name="AutoShape 36"/>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grpSp>
      <p:sp>
        <p:nvSpPr>
          <p:cNvPr id="364574" name="Oval 33"/>
          <p:cNvSpPr>
            <a:spLocks noChangeArrowheads="1"/>
          </p:cNvSpPr>
          <p:nvPr/>
        </p:nvSpPr>
        <p:spPr bwMode="auto">
          <a:xfrm>
            <a:off x="6216650" y="2468563"/>
            <a:ext cx="538163"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sp>
        <p:nvSpPr>
          <p:cNvPr id="364575" name="Rectangle 34"/>
          <p:cNvSpPr>
            <a:spLocks noChangeArrowheads="1"/>
          </p:cNvSpPr>
          <p:nvPr/>
        </p:nvSpPr>
        <p:spPr bwMode="auto">
          <a:xfrm>
            <a:off x="6080125" y="1700213"/>
            <a:ext cx="801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6.0</a:t>
            </a: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Symbol" panose="05050102010706020507" pitchFamily="18" charset="2"/>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 name="TextBox 5"/>
          <p:cNvSpPr txBox="1"/>
          <p:nvPr/>
        </p:nvSpPr>
        <p:spPr>
          <a:xfrm>
            <a:off x="2496243" y="5627090"/>
            <a:ext cx="5857911"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vi-VN" sz="2400">
                <a:solidFill>
                  <a:srgbClr val="000000"/>
                </a:solidFill>
                <a:latin typeface="Times New Roman" panose="02020603050405020304" pitchFamily="18" charset="0"/>
                <a:cs typeface="Times New Roman" panose="02020603050405020304" pitchFamily="18" charset="0"/>
              </a:rPr>
              <a:t>D</a:t>
            </a:r>
            <a:r>
              <a:rPr lang="en-US" sz="2400">
                <a:solidFill>
                  <a:srgbClr val="000000"/>
                </a:solidFill>
                <a:latin typeface="Times New Roman" panose="02020603050405020304" pitchFamily="18" charset="0"/>
                <a:cs typeface="Times New Roman" panose="02020603050405020304" pitchFamily="18" charset="0"/>
              </a:rPr>
              <a:t>ung </a:t>
            </a:r>
            <a:r>
              <a:rPr lang="vi-VN" sz="2400">
                <a:solidFill>
                  <a:srgbClr val="000000"/>
                </a:solidFill>
                <a:latin typeface="Times New Roman" panose="02020603050405020304" pitchFamily="18" charset="0"/>
                <a:cs typeface="Times New Roman" panose="02020603050405020304" pitchFamily="18" charset="0"/>
              </a:rPr>
              <a:t>d</a:t>
            </a:r>
            <a:r>
              <a:rPr lang="en-US" sz="2400">
                <a:solidFill>
                  <a:srgbClr val="000000"/>
                </a:solidFill>
                <a:latin typeface="Times New Roman" panose="02020603050405020304" pitchFamily="18" charset="0"/>
                <a:cs typeface="Times New Roman" panose="02020603050405020304" pitchFamily="18" charset="0"/>
              </a:rPr>
              <a:t>ịch</a:t>
            </a:r>
            <a:r>
              <a:rPr lang="vi-VN" sz="2400">
                <a:solidFill>
                  <a:srgbClr val="000000"/>
                </a:solidFill>
                <a:latin typeface="Times New Roman" panose="02020603050405020304" pitchFamily="18" charset="0"/>
                <a:cs typeface="Times New Roman" panose="02020603050405020304" pitchFamily="18" charset="0"/>
              </a:rPr>
              <a:t> chuẩn làm việc</a:t>
            </a:r>
            <a:endParaRPr lang="en-US" sz="2400">
              <a:solidFill>
                <a:srgbClr val="000000"/>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2605781" y="65202"/>
            <a:ext cx="4988323" cy="894467"/>
          </a:xfrm>
          <a:prstGeom prst="rect">
            <a:avLst/>
          </a:prstGeom>
          <a:solidFill>
            <a:schemeClr val="accent1">
              <a:lumMod val="20000"/>
              <a:lumOff val="80000"/>
            </a:schemeClr>
          </a:solidFill>
          <a:ln>
            <a:solidFill>
              <a:schemeClr val="accent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6">
              <a:shade val="50000"/>
            </a:schemeClr>
          </a:lnRef>
          <a:fillRef idx="1">
            <a:schemeClr val="accent6"/>
          </a:fillRef>
          <a:effectRef idx="0">
            <a:schemeClr val="accent6"/>
          </a:effectRef>
          <a:fontRef idx="minor">
            <a:schemeClr val="lt1"/>
          </a:fontRef>
        </p:style>
        <p:txBody>
          <a:bodyPr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eaLnBrk="1" hangingPunct="1">
              <a:defRPr/>
            </a:pPr>
            <a:r>
              <a:rPr lang="en-US" sz="2400" b="0" dirty="0">
                <a:solidFill>
                  <a:srgbClr val="000000"/>
                </a:solidFill>
                <a:latin typeface="Times New Roman" panose="02020603050405020304" pitchFamily="18" charset="0"/>
                <a:cs typeface="Times New Roman" panose="02020603050405020304" pitchFamily="18" charset="0"/>
              </a:rPr>
              <a:t>Dung </a:t>
            </a:r>
            <a:r>
              <a:rPr lang="en-US" sz="2400" b="0" dirty="0" err="1">
                <a:solidFill>
                  <a:srgbClr val="000000"/>
                </a:solidFill>
                <a:latin typeface="Times New Roman" panose="02020603050405020304" pitchFamily="18" charset="0"/>
                <a:cs typeface="Times New Roman" panose="02020603050405020304" pitchFamily="18" charset="0"/>
              </a:rPr>
              <a:t>dịch</a:t>
            </a:r>
            <a:r>
              <a:rPr lang="en-US" sz="2400" b="0" dirty="0">
                <a:solidFill>
                  <a:srgbClr val="000000"/>
                </a:solidFill>
                <a:latin typeface="Times New Roman" panose="02020603050405020304" pitchFamily="18" charset="0"/>
                <a:cs typeface="Times New Roman" panose="02020603050405020304" pitchFamily="18" charset="0"/>
              </a:rPr>
              <a:t> Cu</a:t>
            </a:r>
            <a:r>
              <a:rPr lang="en-US" sz="2400" b="0" baseline="30000" dirty="0">
                <a:solidFill>
                  <a:srgbClr val="000000"/>
                </a:solidFill>
                <a:latin typeface="Times New Roman" panose="02020603050405020304" pitchFamily="18" charset="0"/>
                <a:cs typeface="Times New Roman" panose="02020603050405020304" pitchFamily="18" charset="0"/>
              </a:rPr>
              <a:t>2+</a:t>
            </a:r>
            <a:r>
              <a:rPr lang="en-US" sz="2400" b="0" dirty="0">
                <a:solidFill>
                  <a:srgbClr val="000000"/>
                </a:solidFill>
                <a:latin typeface="Times New Roman" panose="02020603050405020304" pitchFamily="18" charset="0"/>
                <a:cs typeface="Times New Roman" panose="02020603050405020304" pitchFamily="18" charset="0"/>
              </a:rPr>
              <a:t> 4.10</a:t>
            </a:r>
            <a:r>
              <a:rPr lang="en-US" sz="2400" b="0" baseline="30000" dirty="0">
                <a:solidFill>
                  <a:srgbClr val="000000"/>
                </a:solidFill>
                <a:latin typeface="Times New Roman" panose="02020603050405020304" pitchFamily="18" charset="0"/>
                <a:cs typeface="Times New Roman" panose="02020603050405020304" pitchFamily="18" charset="0"/>
              </a:rPr>
              <a:t>-5</a:t>
            </a:r>
            <a:r>
              <a:rPr lang="en-US" sz="2400" b="0" dirty="0">
                <a:solidFill>
                  <a:srgbClr val="000000"/>
                </a:solidFill>
                <a:latin typeface="Times New Roman" panose="02020603050405020304" pitchFamily="18" charset="0"/>
                <a:cs typeface="Times New Roman" panose="02020603050405020304" pitchFamily="18" charset="0"/>
              </a:rPr>
              <a:t> M</a:t>
            </a:r>
          </a:p>
        </p:txBody>
      </p:sp>
      <p:sp>
        <p:nvSpPr>
          <p:cNvPr id="364582" name="AutoShape 31"/>
          <p:cNvSpPr>
            <a:spLocks noChangeArrowheads="1"/>
          </p:cNvSpPr>
          <p:nvPr/>
        </p:nvSpPr>
        <p:spPr bwMode="auto">
          <a:xfrm rot="-5400000">
            <a:off x="5187950" y="3032125"/>
            <a:ext cx="4452938" cy="700088"/>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grpSp>
        <p:nvGrpSpPr>
          <p:cNvPr id="8" name="Group 40"/>
          <p:cNvGrpSpPr>
            <a:grpSpLocks/>
          </p:cNvGrpSpPr>
          <p:nvPr/>
        </p:nvGrpSpPr>
        <p:grpSpPr bwMode="auto">
          <a:xfrm>
            <a:off x="7148638" y="2000221"/>
            <a:ext cx="547278" cy="3621828"/>
            <a:chOff x="0" y="0"/>
            <a:chExt cx="462" cy="1802"/>
          </a:xfrm>
          <a:solidFill>
            <a:schemeClr val="accent1">
              <a:lumMod val="60000"/>
              <a:lumOff val="40000"/>
            </a:schemeClr>
          </a:solidFill>
        </p:grpSpPr>
        <p:sp>
          <p:nvSpPr>
            <p:cNvPr id="50" name="AutoShape 35"/>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sp>
          <p:nvSpPr>
            <p:cNvPr id="51" name="AutoShape 36"/>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b="0">
                <a:solidFill>
                  <a:srgbClr val="000000"/>
                </a:solidFill>
                <a:ea typeface="SimSun" pitchFamily="2" charset="-122"/>
                <a:sym typeface="Arial" pitchFamily="34" charset="0"/>
              </a:endParaRPr>
            </a:p>
          </p:txBody>
        </p:sp>
      </p:grpSp>
      <p:sp>
        <p:nvSpPr>
          <p:cNvPr id="364584" name="Oval 41"/>
          <p:cNvSpPr>
            <a:spLocks noChangeArrowheads="1"/>
          </p:cNvSpPr>
          <p:nvPr/>
        </p:nvSpPr>
        <p:spPr bwMode="auto">
          <a:xfrm>
            <a:off x="7143750" y="2000250"/>
            <a:ext cx="536575" cy="427038"/>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sp>
        <p:nvSpPr>
          <p:cNvPr id="364585" name="Rectangle 42"/>
          <p:cNvSpPr>
            <a:spLocks noChangeArrowheads="1"/>
          </p:cNvSpPr>
          <p:nvPr/>
        </p:nvSpPr>
        <p:spPr bwMode="auto">
          <a:xfrm>
            <a:off x="6991350" y="1371600"/>
            <a:ext cx="8016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7.0</a:t>
            </a: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Symbol" panose="05050102010706020507" pitchFamily="18" charset="2"/>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4586" name="AutoShape 31"/>
          <p:cNvSpPr>
            <a:spLocks noChangeArrowheads="1"/>
          </p:cNvSpPr>
          <p:nvPr/>
        </p:nvSpPr>
        <p:spPr bwMode="auto">
          <a:xfrm rot="-5400000">
            <a:off x="6053138" y="3032125"/>
            <a:ext cx="4452938" cy="700087"/>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grpSp>
        <p:nvGrpSpPr>
          <p:cNvPr id="364587" name="Group 44"/>
          <p:cNvGrpSpPr>
            <a:grpSpLocks/>
          </p:cNvGrpSpPr>
          <p:nvPr/>
        </p:nvGrpSpPr>
        <p:grpSpPr bwMode="auto">
          <a:xfrm>
            <a:off x="8012113" y="1801813"/>
            <a:ext cx="547687" cy="3819525"/>
            <a:chOff x="0" y="0"/>
            <a:chExt cx="462" cy="1802"/>
          </a:xfrm>
        </p:grpSpPr>
        <p:sp>
          <p:nvSpPr>
            <p:cNvPr id="48" name="AutoShape 35"/>
            <p:cNvSpPr>
              <a:spLocks noChangeArrowheads="1"/>
            </p:cNvSpPr>
            <p:nvPr/>
          </p:nvSpPr>
          <p:spPr bwMode="auto">
            <a:xfrm rot="-5400000">
              <a:off x="-557" y="783"/>
              <a:ext cx="1576" cy="462"/>
            </a:xfrm>
            <a:prstGeom prst="roundRect">
              <a:avLst>
                <a:gd name="adj" fmla="val 50000"/>
              </a:avLst>
            </a:prstGeom>
            <a:solidFill>
              <a:schemeClr val="accent1">
                <a:lumMod val="60000"/>
                <a:lumOff val="40000"/>
              </a:schemeClr>
            </a:solid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endParaRPr lang="en-US" sz="1800">
                <a:solidFill>
                  <a:srgbClr val="000000"/>
                </a:solidFill>
                <a:ea typeface="SimSun" panose="02010600030101010101" pitchFamily="2" charset="-122"/>
                <a:sym typeface="Arial" panose="020B0604020202020204" pitchFamily="34" charset="0"/>
              </a:endParaRPr>
            </a:p>
          </p:txBody>
        </p:sp>
        <p:sp>
          <p:nvSpPr>
            <p:cNvPr id="49" name="AutoShape 36"/>
            <p:cNvSpPr>
              <a:spLocks noChangeArrowheads="1"/>
            </p:cNvSpPr>
            <p:nvPr/>
          </p:nvSpPr>
          <p:spPr bwMode="auto">
            <a:xfrm rot="-5400000">
              <a:off x="-557" y="557"/>
              <a:ext cx="1576" cy="462"/>
            </a:xfrm>
            <a:prstGeom prst="roundRect">
              <a:avLst>
                <a:gd name="adj" fmla="val 29000"/>
              </a:avLst>
            </a:prstGeom>
            <a:solidFill>
              <a:schemeClr val="accent1">
                <a:lumMod val="60000"/>
                <a:lumOff val="40000"/>
              </a:schemeClr>
            </a:solid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endParaRPr lang="en-US" sz="1800">
                <a:solidFill>
                  <a:srgbClr val="000000"/>
                </a:solidFill>
                <a:ea typeface="SimSun" panose="02010600030101010101" pitchFamily="2" charset="-122"/>
                <a:sym typeface="Arial" panose="020B0604020202020204" pitchFamily="34" charset="0"/>
              </a:endParaRPr>
            </a:p>
          </p:txBody>
        </p:sp>
      </p:grpSp>
      <p:sp>
        <p:nvSpPr>
          <p:cNvPr id="364588" name="Oval 45"/>
          <p:cNvSpPr>
            <a:spLocks noChangeArrowheads="1"/>
          </p:cNvSpPr>
          <p:nvPr/>
        </p:nvSpPr>
        <p:spPr bwMode="auto">
          <a:xfrm>
            <a:off x="8023225" y="1816100"/>
            <a:ext cx="536575"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latin typeface="Arial" panose="020B0604020202020204" pitchFamily="34" charset="0"/>
              <a:ea typeface="SimSun" panose="02010600030101010101" pitchFamily="2" charset="-122"/>
              <a:cs typeface="Arial" panose="020B0604020202020204" pitchFamily="34" charset="0"/>
              <a:sym typeface="Arial" panose="020B0604020202020204" pitchFamily="34" charset="0"/>
            </a:endParaRPr>
          </a:p>
        </p:txBody>
      </p:sp>
      <p:sp>
        <p:nvSpPr>
          <p:cNvPr id="364589" name="Rectangle 46"/>
          <p:cNvSpPr>
            <a:spLocks noChangeArrowheads="1"/>
          </p:cNvSpPr>
          <p:nvPr/>
        </p:nvSpPr>
        <p:spPr bwMode="auto">
          <a:xfrm>
            <a:off x="7883525" y="1312863"/>
            <a:ext cx="80168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b="1">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8.0</a:t>
            </a: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Symbol" panose="05050102010706020507" pitchFamily="18" charset="2"/>
              </a:rPr>
              <a:t> </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5570" name="tabl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7425" y="1844675"/>
            <a:ext cx="3981450"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 name="Chart 62"/>
          <p:cNvGraphicFramePr>
            <a:graphicFrameLocks/>
          </p:cNvGraphicFramePr>
          <p:nvPr/>
        </p:nvGraphicFramePr>
        <p:xfrm>
          <a:off x="4573325" y="1700808"/>
          <a:ext cx="4572000" cy="4464496"/>
        </p:xfrm>
        <a:graphic>
          <a:graphicData uri="http://schemas.openxmlformats.org/drawingml/2006/chart">
            <c:chart xmlns:c="http://schemas.openxmlformats.org/drawingml/2006/chart" xmlns:r="http://schemas.openxmlformats.org/officeDocument/2006/relationships" r:id="rId3"/>
          </a:graphicData>
        </a:graphic>
      </p:graphicFrame>
      <p:sp>
        <p:nvSpPr>
          <p:cNvPr id="403460" name="Title 1"/>
          <p:cNvSpPr>
            <a:spLocks noGrp="1"/>
          </p:cNvSpPr>
          <p:nvPr/>
        </p:nvSpPr>
        <p:spPr bwMode="gray">
          <a:xfrm>
            <a:off x="3348038" y="260350"/>
            <a:ext cx="3455987" cy="865188"/>
          </a:xfrm>
          <a:prstGeom prst="rect">
            <a:avLst/>
          </a:prstGeom>
          <a:solidFill>
            <a:schemeClr val="accent1">
              <a:lumMod val="40000"/>
              <a:lumOff val="60000"/>
            </a:schemeClr>
          </a:solidFill>
          <a:ln>
            <a:solidFill>
              <a:schemeClr val="tx1"/>
            </a:solidFill>
          </a:ln>
          <a:effectLst/>
        </p:spPr>
        <p:txBody>
          <a:bodyPr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eaLnBrk="1" hangingPunct="1">
              <a:lnSpc>
                <a:spcPct val="100000"/>
              </a:lnSpc>
              <a:spcBef>
                <a:spcPct val="0"/>
              </a:spcBef>
              <a:spcAft>
                <a:spcPct val="0"/>
              </a:spcAft>
              <a:buClrTx/>
              <a:buSzTx/>
              <a:buFontTx/>
              <a:buNone/>
            </a:pPr>
            <a:r>
              <a:rPr lang="en-US" altLang="en-US" sz="2800" b="1">
                <a:solidFill>
                  <a:srgbClr val="000000"/>
                </a:solidFill>
                <a:latin typeface="Times New Roman" panose="02020603050405020304" pitchFamily="18" charset="0"/>
                <a:cs typeface="Times New Roman" panose="02020603050405020304" pitchFamily="18" charset="0"/>
              </a:rPr>
              <a:t>Đường chuẩn</a:t>
            </a:r>
            <a:endParaRPr lang="vi-VN" altLang="en-US" sz="2800" b="1">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Title 1"/>
          <p:cNvSpPr>
            <a:spLocks noGrp="1"/>
          </p:cNvSpPr>
          <p:nvPr/>
        </p:nvSpPr>
        <p:spPr bwMode="gray">
          <a:xfrm>
            <a:off x="1692275" y="398463"/>
            <a:ext cx="5327650" cy="727075"/>
          </a:xfrm>
          <a:prstGeom prst="rect">
            <a:avLst/>
          </a:prstGeom>
          <a:solidFill>
            <a:schemeClr val="accent1">
              <a:lumMod val="40000"/>
              <a:lumOff val="60000"/>
            </a:schemeClr>
          </a:solidFill>
          <a:ln>
            <a:solidFill>
              <a:schemeClr val="tx1"/>
            </a:solidFill>
          </a:ln>
          <a:effectLst/>
        </p:spPr>
        <p:txBody>
          <a:bodyPr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eaLnBrk="1" hangingPunct="1">
              <a:lnSpc>
                <a:spcPct val="100000"/>
              </a:lnSpc>
              <a:spcBef>
                <a:spcPct val="0"/>
              </a:spcBef>
              <a:spcAft>
                <a:spcPct val="0"/>
              </a:spcAft>
              <a:buClrTx/>
              <a:buSzTx/>
              <a:buFontTx/>
              <a:buNone/>
            </a:pPr>
            <a:r>
              <a:rPr lang="en-US" altLang="en-US" sz="2800" b="1">
                <a:solidFill>
                  <a:srgbClr val="000000"/>
                </a:solidFill>
                <a:latin typeface="Times New Roman" panose="02020603050405020304" pitchFamily="18" charset="0"/>
                <a:cs typeface="Times New Roman" panose="02020603050405020304" pitchFamily="18" charset="0"/>
              </a:rPr>
              <a:t>Xác định nồng độ mẫu</a:t>
            </a:r>
            <a:endParaRPr lang="vi-VN" altLang="en-US" sz="2800" b="1">
              <a:solidFill>
                <a:srgbClr val="000000"/>
              </a:solidFill>
              <a:latin typeface="Times New Roman" panose="02020603050405020304" pitchFamily="18" charset="0"/>
              <a:cs typeface="Times New Roman" panose="02020603050405020304" pitchFamily="18" charset="0"/>
            </a:endParaRPr>
          </a:p>
        </p:txBody>
      </p:sp>
      <p:sp>
        <p:nvSpPr>
          <p:cNvPr id="366595" name="Content Placeholder 2"/>
          <p:cNvSpPr>
            <a:spLocks noGrp="1"/>
          </p:cNvSpPr>
          <p:nvPr/>
        </p:nvSpPr>
        <p:spPr bwMode="gray">
          <a:xfrm>
            <a:off x="460375" y="1341438"/>
            <a:ext cx="46799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50000"/>
              </a:lnSpc>
              <a:spcBef>
                <a:spcPct val="20000"/>
              </a:spcBef>
            </a:pPr>
            <a:r>
              <a:rPr lang="en-US" altLang="en-US" sz="2800">
                <a:latin typeface="Times New Roman" panose="02020603050405020304" pitchFamily="18" charset="0"/>
                <a:cs typeface="Times New Roman" panose="02020603050405020304" pitchFamily="18" charset="0"/>
              </a:rPr>
              <a:t>Từ đồ thị ta có đường chuẩn</a:t>
            </a:r>
          </a:p>
          <a:p>
            <a:pPr eaLnBrk="1" hangingPunct="1">
              <a:lnSpc>
                <a:spcPct val="150000"/>
              </a:lnSpc>
              <a:spcBef>
                <a:spcPct val="20000"/>
              </a:spcBef>
            </a:pPr>
            <a:r>
              <a:rPr lang="en-US" altLang="en-US" sz="2800">
                <a:latin typeface="Times New Roman" panose="02020603050405020304" pitchFamily="18" charset="0"/>
                <a:cs typeface="Times New Roman" panose="02020603050405020304" pitchFamily="18" charset="0"/>
              </a:rPr>
              <a:t>I = 0,817C</a:t>
            </a:r>
            <a:r>
              <a:rPr lang="en-US" altLang="en-US" sz="2800" baseline="-250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 0.0964   (1)</a:t>
            </a:r>
          </a:p>
          <a:p>
            <a:pPr eaLnBrk="1" hangingPunct="1">
              <a:lnSpc>
                <a:spcPct val="150000"/>
              </a:lnSpc>
              <a:spcBef>
                <a:spcPct val="20000"/>
              </a:spcBef>
            </a:pPr>
            <a:endParaRPr lang="en-US" altLang="en-US" sz="2800">
              <a:latin typeface="Times New Roman" panose="02020603050405020304" pitchFamily="18" charset="0"/>
              <a:cs typeface="Times New Roman" panose="02020603050405020304" pitchFamily="18" charset="0"/>
            </a:endParaRPr>
          </a:p>
          <a:p>
            <a:pPr eaLnBrk="1" hangingPunct="1">
              <a:lnSpc>
                <a:spcPct val="150000"/>
              </a:lnSpc>
              <a:spcBef>
                <a:spcPct val="20000"/>
              </a:spcBef>
            </a:pPr>
            <a:r>
              <a:rPr lang="en-US" altLang="en-US" sz="2800">
                <a:latin typeface="Times New Roman" panose="02020603050405020304" pitchFamily="18" charset="0"/>
                <a:cs typeface="Times New Roman" panose="02020603050405020304" pitchFamily="18" charset="0"/>
              </a:rPr>
              <a:t>Ta có I</a:t>
            </a:r>
            <a:r>
              <a:rPr lang="en-US" altLang="en-US" sz="2800" baseline="-25000">
                <a:latin typeface="Times New Roman" panose="02020603050405020304" pitchFamily="18" charset="0"/>
                <a:cs typeface="Times New Roman" panose="02020603050405020304" pitchFamily="18" charset="0"/>
              </a:rPr>
              <a:t>x</a:t>
            </a:r>
            <a:r>
              <a:rPr lang="en-US" altLang="en-US" sz="2800">
                <a:latin typeface="Times New Roman" panose="02020603050405020304" pitchFamily="18" charset="0"/>
                <a:cs typeface="Times New Roman" panose="02020603050405020304" pitchFamily="18" charset="0"/>
              </a:rPr>
              <a:t> = 3,5; thay vào (1) </a:t>
            </a:r>
          </a:p>
          <a:p>
            <a:pPr eaLnBrk="1" hangingPunct="1">
              <a:lnSpc>
                <a:spcPct val="150000"/>
              </a:lnSpc>
              <a:spcBef>
                <a:spcPct val="20000"/>
              </a:spcBef>
            </a:pPr>
            <a:r>
              <a:rPr lang="en-US" altLang="en-US" sz="2800">
                <a:latin typeface="Times New Roman" panose="02020603050405020304" pitchFamily="18" charset="0"/>
                <a:cs typeface="Times New Roman" panose="02020603050405020304" pitchFamily="18" charset="0"/>
              </a:rPr>
              <a:t>được: C</a:t>
            </a:r>
            <a:r>
              <a:rPr lang="en-US" altLang="en-US" sz="2800" baseline="-25000">
                <a:latin typeface="Times New Roman" panose="02020603050405020304" pitchFamily="18" charset="0"/>
                <a:cs typeface="Times New Roman" panose="02020603050405020304" pitchFamily="18" charset="0"/>
              </a:rPr>
              <a:t>x </a:t>
            </a:r>
            <a:r>
              <a:rPr lang="en-US" altLang="en-US" sz="2800">
                <a:latin typeface="Times New Roman" panose="02020603050405020304" pitchFamily="18" charset="0"/>
                <a:cs typeface="Times New Roman" panose="02020603050405020304" pitchFamily="18" charset="0"/>
              </a:rPr>
              <a:t> = 4,4019.10</a:t>
            </a:r>
            <a:r>
              <a:rPr lang="en-US" altLang="en-US" sz="2800" baseline="30000">
                <a:latin typeface="Times New Roman" panose="02020603050405020304" pitchFamily="18" charset="0"/>
                <a:cs typeface="Times New Roman" panose="02020603050405020304" pitchFamily="18" charset="0"/>
              </a:rPr>
              <a:t>-6</a:t>
            </a:r>
            <a:r>
              <a:rPr lang="en-US" altLang="en-US" sz="2800">
                <a:latin typeface="Times New Roman" panose="02020603050405020304" pitchFamily="18" charset="0"/>
                <a:cs typeface="Times New Roman" panose="02020603050405020304" pitchFamily="18" charset="0"/>
              </a:rPr>
              <a:t> M</a:t>
            </a:r>
            <a:endParaRPr lang="vi-VN" altLang="en-US" sz="2800" baseline="-25000">
              <a:latin typeface="Times New Roman" panose="02020603050405020304" pitchFamily="18" charset="0"/>
              <a:cs typeface="Times New Roman" panose="02020603050405020304" pitchFamily="18" charset="0"/>
            </a:endParaRPr>
          </a:p>
        </p:txBody>
      </p:sp>
      <p:sp>
        <p:nvSpPr>
          <p:cNvPr id="366596" name="AutoShape 2" descr="Related image"/>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ru-RU">
              <a:latin typeface="Arial" panose="020B0604020202020204" pitchFamily="34" charset="0"/>
              <a:cs typeface="Arial" panose="020B0604020202020204" pitchFamily="34" charset="0"/>
            </a:endParaRPr>
          </a:p>
        </p:txBody>
      </p:sp>
      <p:pic>
        <p:nvPicPr>
          <p:cNvPr id="36659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2132013"/>
            <a:ext cx="4286250"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1"/>
          <p:cNvSpPr>
            <a:spLocks noChangeArrowheads="1"/>
          </p:cNvSpPr>
          <p:nvPr/>
        </p:nvSpPr>
        <p:spPr bwMode="auto">
          <a:xfrm>
            <a:off x="1692275" y="1341438"/>
            <a:ext cx="6850063"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30000"/>
              </a:lnSpc>
            </a:pPr>
            <a:endParaRPr lang="vi-VN" altLang="zh-CN" sz="2800" b="1">
              <a:latin typeface="Times New Roman" panose="02020603050405020304" pitchFamily="18" charset="0"/>
              <a:cs typeface="Times New Roman" panose="02020603050405020304" pitchFamily="18" charset="0"/>
            </a:endParaRPr>
          </a:p>
          <a:p>
            <a:pPr algn="just" eaLnBrk="1" hangingPunct="1">
              <a:lnSpc>
                <a:spcPct val="130000"/>
              </a:lnSpc>
            </a:pPr>
            <a:r>
              <a:rPr lang="en-US" altLang="zh-CN" sz="2800">
                <a:latin typeface="Times New Roman" panose="02020603050405020304" pitchFamily="18" charset="0"/>
                <a:cs typeface="Times New Roman" panose="02020603050405020304" pitchFamily="18" charset="0"/>
              </a:rPr>
              <a:t>C</a:t>
            </a:r>
            <a:r>
              <a:rPr lang="en-US" altLang="zh-CN" sz="2800" baseline="-25000">
                <a:latin typeface="Times New Roman" panose="02020603050405020304" pitchFamily="18" charset="0"/>
                <a:cs typeface="Times New Roman" panose="02020603050405020304" pitchFamily="18" charset="0"/>
              </a:rPr>
              <a:t>x</a:t>
            </a:r>
            <a:r>
              <a:rPr lang="en-US" altLang="zh-CN" sz="2800">
                <a:latin typeface="Times New Roman" panose="02020603050405020304" pitchFamily="18" charset="0"/>
                <a:cs typeface="Times New Roman" panose="02020603050405020304" pitchFamily="18" charset="0"/>
              </a:rPr>
              <a:t>                    </a:t>
            </a:r>
            <a:r>
              <a:rPr lang="vi-VN" altLang="zh-CN" sz="2800">
                <a:latin typeface="Times New Roman" panose="02020603050405020304" pitchFamily="18" charset="0"/>
                <a:cs typeface="Times New Roman" panose="02020603050405020304" pitchFamily="18" charset="0"/>
              </a:rPr>
              <a:t>I</a:t>
            </a:r>
            <a:r>
              <a:rPr lang="vi-VN" altLang="zh-CN" sz="2800" baseline="-25000">
                <a:latin typeface="Times New Roman" panose="02020603050405020304" pitchFamily="18" charset="0"/>
                <a:cs typeface="Times New Roman" panose="02020603050405020304" pitchFamily="18" charset="0"/>
              </a:rPr>
              <a:t>x</a:t>
            </a:r>
            <a:endParaRPr lang="en-US" altLang="zh-CN" sz="2800">
              <a:latin typeface="Times New Roman" panose="02020603050405020304" pitchFamily="18" charset="0"/>
              <a:cs typeface="Times New Roman" panose="02020603050405020304" pitchFamily="18" charset="0"/>
            </a:endParaRPr>
          </a:p>
          <a:p>
            <a:pPr algn="just" eaLnBrk="1" hangingPunct="1">
              <a:lnSpc>
                <a:spcPct val="130000"/>
              </a:lnSpc>
            </a:pPr>
            <a:r>
              <a:rPr lang="en-US" altLang="zh-CN" sz="2800">
                <a:latin typeface="Times New Roman" panose="02020603050405020304" pitchFamily="18" charset="0"/>
                <a:cs typeface="Times New Roman" panose="02020603050405020304" pitchFamily="18" charset="0"/>
              </a:rPr>
              <a:t>C</a:t>
            </a:r>
            <a:r>
              <a:rPr lang="en-US" altLang="zh-CN" sz="2800" baseline="-25000">
                <a:latin typeface="Times New Roman" panose="02020603050405020304" pitchFamily="18" charset="0"/>
                <a:cs typeface="Times New Roman" panose="02020603050405020304" pitchFamily="18" charset="0"/>
              </a:rPr>
              <a:t>x</a:t>
            </a:r>
            <a:r>
              <a:rPr lang="en-US" altLang="zh-CN" sz="2800">
                <a:latin typeface="Times New Roman" panose="02020603050405020304" pitchFamily="18" charset="0"/>
                <a:cs typeface="Times New Roman" panose="02020603050405020304" pitchFamily="18" charset="0"/>
              </a:rPr>
              <a:t> + C</a:t>
            </a:r>
            <a:r>
              <a:rPr lang="en-US" altLang="zh-CN" sz="2800" baseline="-25000">
                <a:latin typeface="Times New Roman" panose="02020603050405020304" pitchFamily="18" charset="0"/>
                <a:cs typeface="Times New Roman" panose="02020603050405020304" pitchFamily="18" charset="0"/>
              </a:rPr>
              <a:t>ch1                  </a:t>
            </a:r>
            <a:r>
              <a:rPr lang="vi-VN" altLang="zh-CN" sz="2800">
                <a:latin typeface="Times New Roman" panose="02020603050405020304" pitchFamily="18" charset="0"/>
                <a:cs typeface="Times New Roman" panose="02020603050405020304" pitchFamily="18" charset="0"/>
              </a:rPr>
              <a:t>I</a:t>
            </a:r>
            <a:r>
              <a:rPr lang="vi-VN" altLang="zh-CN" sz="2800" baseline="-25000">
                <a:latin typeface="Times New Roman" panose="02020603050405020304" pitchFamily="18" charset="0"/>
                <a:cs typeface="Times New Roman" panose="02020603050405020304" pitchFamily="18" charset="0"/>
              </a:rPr>
              <a:t>x+ch</a:t>
            </a:r>
            <a:r>
              <a:rPr lang="en-US" altLang="zh-CN" sz="2800" baseline="-25000">
                <a:latin typeface="Times New Roman" panose="02020603050405020304" pitchFamily="18" charset="0"/>
                <a:cs typeface="Times New Roman" panose="02020603050405020304" pitchFamily="18" charset="0"/>
              </a:rPr>
              <a:t>1</a:t>
            </a:r>
          </a:p>
          <a:p>
            <a:pPr algn="just" eaLnBrk="1" hangingPunct="1">
              <a:lnSpc>
                <a:spcPct val="130000"/>
              </a:lnSpc>
            </a:pPr>
            <a:r>
              <a:rPr lang="en-US" altLang="zh-CN" sz="2800">
                <a:latin typeface="Times New Roman" panose="02020603050405020304" pitchFamily="18" charset="0"/>
                <a:cs typeface="Times New Roman" panose="02020603050405020304" pitchFamily="18" charset="0"/>
              </a:rPr>
              <a:t>C</a:t>
            </a:r>
            <a:r>
              <a:rPr lang="en-US" altLang="zh-CN" sz="2800" baseline="-25000">
                <a:latin typeface="Times New Roman" panose="02020603050405020304" pitchFamily="18" charset="0"/>
                <a:cs typeface="Times New Roman" panose="02020603050405020304" pitchFamily="18" charset="0"/>
              </a:rPr>
              <a:t>x</a:t>
            </a:r>
            <a:r>
              <a:rPr lang="en-US" altLang="zh-CN" sz="2800">
                <a:latin typeface="Times New Roman" panose="02020603050405020304" pitchFamily="18" charset="0"/>
                <a:cs typeface="Times New Roman" panose="02020603050405020304" pitchFamily="18" charset="0"/>
              </a:rPr>
              <a:t> + C</a:t>
            </a:r>
            <a:r>
              <a:rPr lang="en-US" altLang="zh-CN" sz="2800" baseline="-25000">
                <a:latin typeface="Times New Roman" panose="02020603050405020304" pitchFamily="18" charset="0"/>
                <a:cs typeface="Times New Roman" panose="02020603050405020304" pitchFamily="18" charset="0"/>
              </a:rPr>
              <a:t>ch2                  </a:t>
            </a:r>
            <a:r>
              <a:rPr lang="vi-VN" altLang="zh-CN" sz="2800">
                <a:latin typeface="Times New Roman" panose="02020603050405020304" pitchFamily="18" charset="0"/>
                <a:cs typeface="Times New Roman" panose="02020603050405020304" pitchFamily="18" charset="0"/>
              </a:rPr>
              <a:t>I</a:t>
            </a:r>
            <a:r>
              <a:rPr lang="vi-VN" altLang="zh-CN" sz="2800" baseline="-25000">
                <a:latin typeface="Times New Roman" panose="02020603050405020304" pitchFamily="18" charset="0"/>
                <a:cs typeface="Times New Roman" panose="02020603050405020304" pitchFamily="18" charset="0"/>
              </a:rPr>
              <a:t>x+ch</a:t>
            </a:r>
            <a:r>
              <a:rPr lang="en-US" altLang="zh-CN" sz="2800" baseline="-25000">
                <a:latin typeface="Times New Roman" panose="02020603050405020304" pitchFamily="18" charset="0"/>
                <a:cs typeface="Times New Roman" panose="02020603050405020304" pitchFamily="18" charset="0"/>
              </a:rPr>
              <a:t>2</a:t>
            </a:r>
          </a:p>
          <a:p>
            <a:pPr algn="just" eaLnBrk="1" hangingPunct="1">
              <a:lnSpc>
                <a:spcPct val="130000"/>
              </a:lnSpc>
            </a:pPr>
            <a:r>
              <a:rPr lang="en-US" altLang="zh-CN" sz="2800">
                <a:latin typeface="Times New Roman" panose="02020603050405020304" pitchFamily="18" charset="0"/>
                <a:cs typeface="Times New Roman" panose="02020603050405020304" pitchFamily="18" charset="0"/>
              </a:rPr>
              <a:t>C</a:t>
            </a:r>
            <a:r>
              <a:rPr lang="en-US" altLang="zh-CN" sz="2800" baseline="-25000">
                <a:latin typeface="Times New Roman" panose="02020603050405020304" pitchFamily="18" charset="0"/>
                <a:cs typeface="Times New Roman" panose="02020603050405020304" pitchFamily="18" charset="0"/>
              </a:rPr>
              <a:t>x</a:t>
            </a:r>
            <a:r>
              <a:rPr lang="en-US" altLang="zh-CN" sz="2800">
                <a:latin typeface="Times New Roman" panose="02020603050405020304" pitchFamily="18" charset="0"/>
                <a:cs typeface="Times New Roman" panose="02020603050405020304" pitchFamily="18" charset="0"/>
              </a:rPr>
              <a:t> + C</a:t>
            </a:r>
            <a:r>
              <a:rPr lang="en-US" altLang="zh-CN" sz="2800" baseline="-25000">
                <a:latin typeface="Times New Roman" panose="02020603050405020304" pitchFamily="18" charset="0"/>
                <a:cs typeface="Times New Roman" panose="02020603050405020304" pitchFamily="18" charset="0"/>
              </a:rPr>
              <a:t>chn                  </a:t>
            </a:r>
            <a:r>
              <a:rPr lang="vi-VN" altLang="zh-CN" sz="2800">
                <a:latin typeface="Times New Roman" panose="02020603050405020304" pitchFamily="18" charset="0"/>
                <a:cs typeface="Times New Roman" panose="02020603050405020304" pitchFamily="18" charset="0"/>
              </a:rPr>
              <a:t>I</a:t>
            </a:r>
            <a:r>
              <a:rPr lang="vi-VN" altLang="zh-CN" sz="2800" baseline="-25000">
                <a:latin typeface="Times New Roman" panose="02020603050405020304" pitchFamily="18" charset="0"/>
                <a:cs typeface="Times New Roman" panose="02020603050405020304" pitchFamily="18" charset="0"/>
              </a:rPr>
              <a:t>x+ch</a:t>
            </a:r>
            <a:r>
              <a:rPr lang="en-US" altLang="zh-CN" sz="2800" baseline="-25000">
                <a:latin typeface="Times New Roman" panose="02020603050405020304" pitchFamily="18" charset="0"/>
                <a:cs typeface="Times New Roman" panose="02020603050405020304" pitchFamily="18" charset="0"/>
              </a:rPr>
              <a:t>n</a:t>
            </a:r>
          </a:p>
          <a:p>
            <a:pPr algn="just" eaLnBrk="1" hangingPunct="1">
              <a:lnSpc>
                <a:spcPct val="130000"/>
              </a:lnSpc>
            </a:pPr>
            <a:r>
              <a:rPr lang="vi-VN" altLang="zh-CN" sz="2800">
                <a:latin typeface="Times New Roman" panose="02020603050405020304" pitchFamily="18" charset="0"/>
                <a:cs typeface="Times New Roman" panose="02020603050405020304" pitchFamily="18" charset="0"/>
              </a:rPr>
              <a:t>Xây dựng đồ thị thêm chuẩn. Từ đó suy ra được C</a:t>
            </a:r>
            <a:r>
              <a:rPr lang="vi-VN" altLang="zh-CN" sz="2800" baseline="-25000">
                <a:latin typeface="Times New Roman" panose="02020603050405020304" pitchFamily="18" charset="0"/>
                <a:cs typeface="Times New Roman" panose="02020603050405020304" pitchFamily="18" charset="0"/>
              </a:rPr>
              <a:t>x</a:t>
            </a:r>
            <a:r>
              <a:rPr lang="vi-VN" altLang="zh-CN" sz="2800">
                <a:latin typeface="Times New Roman" panose="02020603050405020304" pitchFamily="18" charset="0"/>
                <a:cs typeface="Times New Roman" panose="02020603050405020304" pitchFamily="18" charset="0"/>
              </a:rPr>
              <a:t> từ I</a:t>
            </a:r>
            <a:r>
              <a:rPr lang="vi-VN" altLang="zh-CN" sz="2800" baseline="-25000">
                <a:latin typeface="Times New Roman" panose="02020603050405020304" pitchFamily="18" charset="0"/>
                <a:cs typeface="Times New Roman" panose="02020603050405020304" pitchFamily="18" charset="0"/>
              </a:rPr>
              <a:t>x</a:t>
            </a:r>
            <a:r>
              <a:rPr lang="vi-VN" altLang="zh-CN" sz="2800">
                <a:latin typeface="Times New Roman" panose="02020603050405020304" pitchFamily="18" charset="0"/>
                <a:cs typeface="Times New Roman" panose="02020603050405020304" pitchFamily="18" charset="0"/>
              </a:rPr>
              <a:t>. </a:t>
            </a:r>
            <a:endParaRPr lang="zh-CN" altLang="en-US" sz="2800">
              <a:latin typeface="Times New Roman" panose="02020603050405020304" pitchFamily="18" charset="0"/>
              <a:cs typeface="Times New Roman" panose="02020603050405020304" pitchFamily="18" charset="0"/>
            </a:endParaRPr>
          </a:p>
        </p:txBody>
      </p:sp>
      <p:sp>
        <p:nvSpPr>
          <p:cNvPr id="367619"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9A0A0B1-8C2B-40E8-BDBA-017026938F64}" type="slidenum">
              <a:rPr lang="en-US" altLang="ru-RU">
                <a:solidFill>
                  <a:srgbClr val="FFFFFF"/>
                </a:solidFill>
                <a:latin typeface="Arial" panose="020B0604020202020204" pitchFamily="34" charset="0"/>
                <a:cs typeface="Arial" panose="020B0604020202020204" pitchFamily="34" charset="0"/>
              </a:rPr>
              <a:pPr/>
              <a:t>309</a:t>
            </a:fld>
            <a:endParaRPr lang="en-US" altLang="ru-RU">
              <a:solidFill>
                <a:srgbClr val="FFFFFF"/>
              </a:solidFill>
              <a:latin typeface="Arial" panose="020B0604020202020204" pitchFamily="34" charset="0"/>
              <a:cs typeface="Arial" panose="020B0604020202020204" pitchFamily="34" charset="0"/>
            </a:endParaRPr>
          </a:p>
        </p:txBody>
      </p:sp>
      <p:cxnSp>
        <p:nvCxnSpPr>
          <p:cNvPr id="5" name="Straight Arrow Connector 4"/>
          <p:cNvCxnSpPr/>
          <p:nvPr/>
        </p:nvCxnSpPr>
        <p:spPr>
          <a:xfrm>
            <a:off x="2763838" y="2349500"/>
            <a:ext cx="792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268663" y="2852738"/>
            <a:ext cx="792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3348038" y="3429000"/>
            <a:ext cx="792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268663" y="3933825"/>
            <a:ext cx="792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2627313" y="620713"/>
            <a:ext cx="4167187" cy="596900"/>
          </a:xfrm>
          <a:prstGeom prst="rect">
            <a:avLst/>
          </a:prstGeom>
          <a:solidFill>
            <a:schemeClr val="accent1">
              <a:lumMod val="40000"/>
              <a:lumOff val="60000"/>
            </a:schemeClr>
          </a:solidFill>
          <a:ln>
            <a:solidFill>
              <a:schemeClr val="tx1"/>
            </a:solid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30000"/>
              </a:lnSpc>
            </a:pPr>
            <a:r>
              <a:rPr lang="vi-VN" altLang="zh-CN" sz="2800" b="1">
                <a:latin typeface="Times New Roman" panose="02020603050405020304" pitchFamily="18" charset="0"/>
                <a:cs typeface="Times New Roman" panose="02020603050405020304" pitchFamily="18" charset="0"/>
              </a:rPr>
              <a:t>Phương pháp thêm chuẩn</a:t>
            </a:r>
            <a:endParaRPr lang="en-US" altLang="zh-CN" sz="28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8CDF465-4DE9-4103-A5D2-922AD8DE9CD0}" type="slidenum">
              <a:rPr lang="en-US" altLang="ru-RU">
                <a:solidFill>
                  <a:srgbClr val="FFFFFF"/>
                </a:solidFill>
                <a:latin typeface="Arial" panose="020B0604020202020204" pitchFamily="34" charset="0"/>
                <a:cs typeface="Arial" panose="020B0604020202020204" pitchFamily="34" charset="0"/>
              </a:rPr>
              <a:pPr/>
              <a:t>310</a:t>
            </a:fld>
            <a:endParaRPr lang="en-US" altLang="ru-RU">
              <a:solidFill>
                <a:srgbClr val="FFFFFF"/>
              </a:solidFill>
              <a:latin typeface="Arial" panose="020B0604020202020204" pitchFamily="34" charset="0"/>
              <a:cs typeface="Arial" panose="020B0604020202020204" pitchFamily="34" charset="0"/>
            </a:endParaRPr>
          </a:p>
        </p:txBody>
      </p:sp>
      <p:sp>
        <p:nvSpPr>
          <p:cNvPr id="5" name="AutoShape 6"/>
          <p:cNvSpPr>
            <a:spLocks noChangeArrowheads="1"/>
          </p:cNvSpPr>
          <p:nvPr/>
        </p:nvSpPr>
        <p:spPr bwMode="gray">
          <a:xfrm>
            <a:off x="971550" y="692150"/>
            <a:ext cx="7777163" cy="619125"/>
          </a:xfrm>
          <a:prstGeom prst="roundRect">
            <a:avLst>
              <a:gd name="adj" fmla="val 49106"/>
            </a:avLst>
          </a:prstGeom>
          <a:solidFill>
            <a:schemeClr val="accent1">
              <a:lumMod val="40000"/>
              <a:lumOff val="60000"/>
            </a:schemeClr>
          </a:solidFill>
          <a:ln>
            <a:solidFill>
              <a:schemeClr val="tx1"/>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pPr>
            <a:r>
              <a:rPr lang="en-US" sz="2800" b="1">
                <a:latin typeface="Times New Roman" panose="02020603050405020304" pitchFamily="18" charset="0"/>
                <a:cs typeface="Times New Roman" panose="02020603050405020304" pitchFamily="18" charset="0"/>
              </a:rPr>
              <a:t>Kỹ thuật thêm chuẩn dùng đồ thị</a:t>
            </a:r>
          </a:p>
        </p:txBody>
      </p:sp>
      <p:pic>
        <p:nvPicPr>
          <p:cNvPr id="369668"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2205038"/>
            <a:ext cx="4967287"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Slide Number Placeholder 2"/>
          <p:cNvSpPr>
            <a:spLocks noGrp="1" noChangeArrowheads="1"/>
          </p:cNvSpPr>
          <p:nvPr>
            <p:ph type="sldNum" sz="quarter" idx="12"/>
          </p:nvPr>
        </p:nvSpPr>
        <p:spPr bwMode="auto">
          <a:xfrm>
            <a:off x="7389813" y="63055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0486C16-D87D-4159-B792-F8471FC7ADA1}" type="slidenum">
              <a:rPr lang="en-US" altLang="ru-RU">
                <a:solidFill>
                  <a:srgbClr val="FFFFFF"/>
                </a:solidFill>
                <a:latin typeface="Arial" panose="020B0604020202020204" pitchFamily="34" charset="0"/>
                <a:cs typeface="Arial" panose="020B0604020202020204" pitchFamily="34" charset="0"/>
              </a:rPr>
              <a:pPr/>
              <a:t>311</a:t>
            </a:fld>
            <a:endParaRPr lang="en-US" altLang="ru-RU">
              <a:solidFill>
                <a:srgbClr val="FFFFFF"/>
              </a:solidFill>
              <a:latin typeface="Arial" panose="020B0604020202020204" pitchFamily="34" charset="0"/>
              <a:cs typeface="Arial" panose="020B0604020202020204" pitchFamily="34" charset="0"/>
            </a:endParaRPr>
          </a:p>
        </p:txBody>
      </p:sp>
      <p:sp>
        <p:nvSpPr>
          <p:cNvPr id="408579" name="Title 1"/>
          <p:cNvSpPr>
            <a:spLocks noGrp="1"/>
          </p:cNvSpPr>
          <p:nvPr/>
        </p:nvSpPr>
        <p:spPr bwMode="gray">
          <a:xfrm>
            <a:off x="2132013" y="188913"/>
            <a:ext cx="6302375" cy="576262"/>
          </a:xfrm>
          <a:prstGeom prst="rect">
            <a:avLst/>
          </a:prstGeom>
          <a:solidFill>
            <a:schemeClr val="accent1">
              <a:lumMod val="40000"/>
              <a:lumOff val="60000"/>
            </a:schemeClr>
          </a:solidFill>
          <a:ln>
            <a:solidFill>
              <a:schemeClr val="tx1"/>
            </a:solidFill>
          </a:ln>
          <a:effectLst/>
        </p:spPr>
        <p:txBody>
          <a:bodyPr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639763" indent="-236538">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885825"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096963" indent="-173038">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129698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7541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2113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6685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125788"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eaLnBrk="1" hangingPunct="1">
              <a:lnSpc>
                <a:spcPct val="100000"/>
              </a:lnSpc>
              <a:spcBef>
                <a:spcPct val="0"/>
              </a:spcBef>
              <a:spcAft>
                <a:spcPct val="0"/>
              </a:spcAft>
              <a:buClrTx/>
              <a:buSzTx/>
              <a:buFontTx/>
              <a:buNone/>
            </a:pPr>
            <a:r>
              <a:rPr lang="en-US" altLang="en-US" sz="2800" b="1">
                <a:solidFill>
                  <a:srgbClr val="000000"/>
                </a:solidFill>
                <a:latin typeface="Times New Roman" panose="02020603050405020304" pitchFamily="18" charset="0"/>
                <a:cs typeface="Times New Roman" panose="02020603050405020304" pitchFamily="18" charset="0"/>
              </a:rPr>
              <a:t>Phương pháp thêm chuẩn</a:t>
            </a:r>
            <a:endParaRPr lang="vi-VN" altLang="en-US" sz="2800" b="1">
              <a:solidFill>
                <a:srgbClr val="000000"/>
              </a:solidFill>
              <a:latin typeface="Times New Roman" panose="02020603050405020304" pitchFamily="18" charset="0"/>
              <a:cs typeface="Times New Roman" panose="02020603050405020304" pitchFamily="18" charset="0"/>
            </a:endParaRPr>
          </a:p>
        </p:txBody>
      </p:sp>
      <p:sp>
        <p:nvSpPr>
          <p:cNvPr id="370692" name="AutoShape 17"/>
          <p:cNvSpPr>
            <a:spLocks noChangeArrowheads="1"/>
          </p:cNvSpPr>
          <p:nvPr/>
        </p:nvSpPr>
        <p:spPr bwMode="auto">
          <a:xfrm rot="-5400000">
            <a:off x="812006" y="3093244"/>
            <a:ext cx="4452938" cy="908050"/>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8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grpSp>
        <p:nvGrpSpPr>
          <p:cNvPr id="2" name="Group 5"/>
          <p:cNvGrpSpPr>
            <a:grpSpLocks/>
          </p:cNvGrpSpPr>
          <p:nvPr/>
        </p:nvGrpSpPr>
        <p:grpSpPr bwMode="auto">
          <a:xfrm>
            <a:off x="2687322" y="4291826"/>
            <a:ext cx="711084" cy="1503640"/>
            <a:chOff x="0" y="0"/>
            <a:chExt cx="462" cy="1802"/>
          </a:xfrm>
          <a:solidFill>
            <a:schemeClr val="accent1">
              <a:lumMod val="60000"/>
              <a:lumOff val="40000"/>
            </a:schemeClr>
          </a:solidFill>
        </p:grpSpPr>
        <p:sp>
          <p:nvSpPr>
            <p:cNvPr id="20" name="AutoShape 21"/>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sz="2800" b="0">
                <a:solidFill>
                  <a:srgbClr val="000000"/>
                </a:solidFill>
                <a:latin typeface="Times New Roman" panose="02020603050405020304" pitchFamily="18" charset="0"/>
                <a:ea typeface="SimSun" pitchFamily="2" charset="-122"/>
                <a:cs typeface="Times New Roman" panose="02020603050405020304" pitchFamily="18" charset="0"/>
                <a:sym typeface="Arial" pitchFamily="34" charset="0"/>
              </a:endParaRPr>
            </a:p>
          </p:txBody>
        </p:sp>
        <p:sp>
          <p:nvSpPr>
            <p:cNvPr id="21" name="AutoShape 22"/>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sz="2800" b="0">
                <a:solidFill>
                  <a:srgbClr val="000000"/>
                </a:solidFill>
                <a:latin typeface="Times New Roman" panose="02020603050405020304" pitchFamily="18" charset="0"/>
                <a:ea typeface="SimSun" pitchFamily="2" charset="-122"/>
                <a:cs typeface="Times New Roman" panose="02020603050405020304" pitchFamily="18" charset="0"/>
                <a:sym typeface="Arial" pitchFamily="34" charset="0"/>
              </a:endParaRPr>
            </a:p>
          </p:txBody>
        </p:sp>
      </p:grpSp>
      <p:sp>
        <p:nvSpPr>
          <p:cNvPr id="370694" name="Oval 6"/>
          <p:cNvSpPr>
            <a:spLocks noChangeArrowheads="1"/>
          </p:cNvSpPr>
          <p:nvPr/>
        </p:nvSpPr>
        <p:spPr bwMode="auto">
          <a:xfrm>
            <a:off x="2698750" y="4211638"/>
            <a:ext cx="695325"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8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sp>
        <p:nvSpPr>
          <p:cNvPr id="370695" name="Rectangle 7"/>
          <p:cNvSpPr>
            <a:spLocks noChangeArrowheads="1"/>
          </p:cNvSpPr>
          <p:nvPr/>
        </p:nvSpPr>
        <p:spPr bwMode="auto">
          <a:xfrm>
            <a:off x="2581275" y="3455988"/>
            <a:ext cx="911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Vx</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70696" name="TextBox 14"/>
          <p:cNvSpPr txBox="1">
            <a:spLocks noChangeArrowheads="1"/>
          </p:cNvSpPr>
          <p:nvPr/>
        </p:nvSpPr>
        <p:spPr bwMode="auto">
          <a:xfrm>
            <a:off x="2339975" y="5938838"/>
            <a:ext cx="1223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Bình 1</a:t>
            </a:r>
            <a:endParaRPr lang="vi-VN" altLang="en-US" sz="2400">
              <a:latin typeface="Times New Roman" panose="02020603050405020304" pitchFamily="18" charset="0"/>
              <a:cs typeface="Times New Roman" panose="02020603050405020304" pitchFamily="18" charset="0"/>
            </a:endParaRPr>
          </a:p>
        </p:txBody>
      </p:sp>
      <p:sp>
        <p:nvSpPr>
          <p:cNvPr id="370697" name="AutoShape 10"/>
          <p:cNvSpPr>
            <a:spLocks noChangeArrowheads="1"/>
          </p:cNvSpPr>
          <p:nvPr/>
        </p:nvSpPr>
        <p:spPr bwMode="auto">
          <a:xfrm rot="-5400000">
            <a:off x="5693569" y="3088481"/>
            <a:ext cx="4452938" cy="936625"/>
          </a:xfrm>
          <a:prstGeom prst="roundRect">
            <a:avLst>
              <a:gd name="adj" fmla="val 50000"/>
            </a:avLst>
          </a:prstGeom>
          <a:solidFill>
            <a:srgbClr val="D8D8D8">
              <a:alpha val="29803"/>
            </a:srgbClr>
          </a:solidFill>
          <a:ln w="19050">
            <a:solidFill>
              <a:srgbClr val="BFBFBF">
                <a:alpha val="83920"/>
              </a:srgbClr>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8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grpSp>
        <p:nvGrpSpPr>
          <p:cNvPr id="4" name="Group 10"/>
          <p:cNvGrpSpPr>
            <a:grpSpLocks/>
          </p:cNvGrpSpPr>
          <p:nvPr/>
        </p:nvGrpSpPr>
        <p:grpSpPr bwMode="auto">
          <a:xfrm>
            <a:off x="7558683" y="3608857"/>
            <a:ext cx="733421" cy="2186610"/>
            <a:chOff x="0" y="0"/>
            <a:chExt cx="462" cy="1802"/>
          </a:xfrm>
          <a:solidFill>
            <a:schemeClr val="accent1">
              <a:lumMod val="60000"/>
              <a:lumOff val="40000"/>
            </a:schemeClr>
          </a:solidFill>
        </p:grpSpPr>
        <p:sp>
          <p:nvSpPr>
            <p:cNvPr id="18" name="AutoShape 14"/>
            <p:cNvSpPr>
              <a:spLocks noChangeArrowheads="1"/>
            </p:cNvSpPr>
            <p:nvPr/>
          </p:nvSpPr>
          <p:spPr bwMode="auto">
            <a:xfrm rot="-5400000">
              <a:off x="-557" y="783"/>
              <a:ext cx="1576" cy="462"/>
            </a:xfrm>
            <a:prstGeom prst="roundRect">
              <a:avLst>
                <a:gd name="adj" fmla="val 50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sz="2800" b="0">
                <a:solidFill>
                  <a:srgbClr val="000000"/>
                </a:solidFill>
                <a:latin typeface="Times New Roman" panose="02020603050405020304" pitchFamily="18" charset="0"/>
                <a:ea typeface="SimSun" pitchFamily="2" charset="-122"/>
                <a:cs typeface="Times New Roman" panose="02020603050405020304" pitchFamily="18" charset="0"/>
                <a:sym typeface="Arial" pitchFamily="34" charset="0"/>
              </a:endParaRPr>
            </a:p>
          </p:txBody>
        </p:sp>
        <p:sp>
          <p:nvSpPr>
            <p:cNvPr id="19" name="AutoShape 15"/>
            <p:cNvSpPr>
              <a:spLocks noChangeArrowheads="1"/>
            </p:cNvSpPr>
            <p:nvPr/>
          </p:nvSpPr>
          <p:spPr bwMode="auto">
            <a:xfrm rot="-5400000">
              <a:off x="-557" y="557"/>
              <a:ext cx="1576" cy="462"/>
            </a:xfrm>
            <a:prstGeom prst="roundRect">
              <a:avLst>
                <a:gd name="adj" fmla="val 29000"/>
              </a:avLst>
            </a:prstGeom>
            <a:grpFill/>
            <a:ln>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eaLnBrk="1" fontAlgn="auto" hangingPunct="1">
                <a:spcBef>
                  <a:spcPts val="0"/>
                </a:spcBef>
                <a:spcAft>
                  <a:spcPts val="0"/>
                </a:spcAft>
                <a:defRPr/>
              </a:pPr>
              <a:endParaRPr lang="en-US" sz="2800" b="0">
                <a:solidFill>
                  <a:srgbClr val="000000"/>
                </a:solidFill>
                <a:latin typeface="Times New Roman" panose="02020603050405020304" pitchFamily="18" charset="0"/>
                <a:ea typeface="SimSun" pitchFamily="2" charset="-122"/>
                <a:cs typeface="Times New Roman" panose="02020603050405020304" pitchFamily="18" charset="0"/>
                <a:sym typeface="Arial" pitchFamily="34" charset="0"/>
              </a:endParaRPr>
            </a:p>
          </p:txBody>
        </p:sp>
      </p:grpSp>
      <p:sp>
        <p:nvSpPr>
          <p:cNvPr id="370699" name="Oval 11"/>
          <p:cNvSpPr>
            <a:spLocks noChangeArrowheads="1"/>
          </p:cNvSpPr>
          <p:nvPr/>
        </p:nvSpPr>
        <p:spPr bwMode="auto">
          <a:xfrm>
            <a:off x="7597775" y="3573463"/>
            <a:ext cx="719138" cy="396875"/>
          </a:xfrm>
          <a:prstGeom prst="ellipse">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8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sp>
        <p:nvSpPr>
          <p:cNvPr id="370700" name="Rectangle 12"/>
          <p:cNvSpPr>
            <a:spLocks noChangeArrowheads="1"/>
          </p:cNvSpPr>
          <p:nvPr/>
        </p:nvSpPr>
        <p:spPr bwMode="auto">
          <a:xfrm>
            <a:off x="7356475" y="2886075"/>
            <a:ext cx="1079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Vx+Vc</a:t>
            </a:r>
            <a:endParaRPr lang="en-US" altLang="en-US" sz="200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70701" name="TextBox 22"/>
          <p:cNvSpPr txBox="1">
            <a:spLocks noChangeArrowheads="1"/>
          </p:cNvSpPr>
          <p:nvPr/>
        </p:nvSpPr>
        <p:spPr bwMode="auto">
          <a:xfrm>
            <a:off x="7451725" y="6011863"/>
            <a:ext cx="1008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Bình 2</a:t>
            </a:r>
            <a:endParaRPr lang="vi-VN" altLang="en-US" sz="2400">
              <a:latin typeface="Times New Roman" panose="02020603050405020304" pitchFamily="18" charset="0"/>
              <a:cs typeface="Times New Roman" panose="02020603050405020304" pitchFamily="18" charset="0"/>
            </a:endParaRPr>
          </a:p>
        </p:txBody>
      </p:sp>
      <p:sp>
        <p:nvSpPr>
          <p:cNvPr id="15" name="Rounded Rectangle 14"/>
          <p:cNvSpPr/>
          <p:nvPr/>
        </p:nvSpPr>
        <p:spPr>
          <a:xfrm>
            <a:off x="3491726" y="1886547"/>
            <a:ext cx="3888432" cy="1087065"/>
          </a:xfrm>
          <a:prstGeom prst="roundRect">
            <a:avLst/>
          </a:prstGeom>
          <a:solidFill>
            <a:srgbClr val="92D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2800">
                <a:latin typeface="Times New Roman" panose="02020603050405020304" pitchFamily="18" charset="0"/>
                <a:cs typeface="Times New Roman" panose="02020603050405020304" pitchFamily="18" charset="0"/>
              </a:rPr>
              <a:t>Cùng điều kiện về thể tích, dung dịch nền…</a:t>
            </a:r>
            <a:endParaRPr lang="vi-VN"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1714" name="Object 172"/>
          <p:cNvGraphicFramePr>
            <a:graphicFrameLocks noChangeAspect="1"/>
          </p:cNvGraphicFramePr>
          <p:nvPr/>
        </p:nvGraphicFramePr>
        <p:xfrm>
          <a:off x="4284663" y="4062413"/>
          <a:ext cx="2735262" cy="1793875"/>
        </p:xfrm>
        <a:graphic>
          <a:graphicData uri="http://schemas.openxmlformats.org/presentationml/2006/ole">
            <mc:AlternateContent xmlns:mc="http://schemas.openxmlformats.org/markup-compatibility/2006">
              <mc:Choice xmlns:v="urn:schemas-microsoft-com:vml" Requires="v">
                <p:oleObj spid="_x0000_s371718" name="Equation" r:id="rId3" imgW="1358900" imgH="889000" progId="">
                  <p:embed/>
                </p:oleObj>
              </mc:Choice>
              <mc:Fallback>
                <p:oleObj name="Equation" r:id="rId3" imgW="1358900" imgH="889000" progId="">
                  <p:embed/>
                  <p:pic>
                    <p:nvPicPr>
                      <p:cNvPr id="0" name="Object 1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4062413"/>
                        <a:ext cx="2735262" cy="1793875"/>
                      </a:xfrm>
                      <a:prstGeom prst="rect">
                        <a:avLst/>
                      </a:prstGeom>
                      <a:solidFill>
                        <a:srgbClr val="FFFFFF"/>
                      </a:solidFill>
                      <a:ln w="9525">
                        <a:solidFill>
                          <a:srgbClr val="000000"/>
                        </a:solidFill>
                        <a:miter lim="800000"/>
                        <a:headEnd/>
                        <a:tailEnd/>
                      </a:ln>
                    </p:spPr>
                  </p:pic>
                </p:oleObj>
              </mc:Fallback>
            </mc:AlternateContent>
          </a:graphicData>
        </a:graphic>
      </p:graphicFrame>
      <p:sp>
        <p:nvSpPr>
          <p:cNvPr id="37171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1893594-F558-4FA3-9678-5122C3040D5F}" type="slidenum">
              <a:rPr lang="en-US" altLang="ru-RU">
                <a:solidFill>
                  <a:srgbClr val="FFFFFF"/>
                </a:solidFill>
                <a:latin typeface="Arial" panose="020B0604020202020204" pitchFamily="34" charset="0"/>
                <a:cs typeface="Arial" panose="020B0604020202020204" pitchFamily="34" charset="0"/>
              </a:rPr>
              <a:pPr/>
              <a:t>312</a:t>
            </a:fld>
            <a:endParaRPr lang="en-US" altLang="ru-RU">
              <a:solidFill>
                <a:srgbClr val="FFFFFF"/>
              </a:solidFill>
              <a:latin typeface="Arial" panose="020B0604020202020204" pitchFamily="34" charset="0"/>
              <a:cs typeface="Arial" panose="020B0604020202020204" pitchFamily="34" charset="0"/>
            </a:endParaRPr>
          </a:p>
        </p:txBody>
      </p:sp>
      <p:sp>
        <p:nvSpPr>
          <p:cNvPr id="371716" name="Rectangle 3"/>
          <p:cNvSpPr>
            <a:spLocks noChangeArrowheads="1"/>
          </p:cNvSpPr>
          <p:nvPr/>
        </p:nvSpPr>
        <p:spPr bwMode="auto">
          <a:xfrm>
            <a:off x="1547813" y="1585913"/>
            <a:ext cx="69119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50000"/>
              </a:lnSpc>
              <a:buFont typeface="Wingdings" panose="05000000000000000000" pitchFamily="2" charset="2"/>
              <a:buChar char="ü"/>
            </a:pPr>
            <a:r>
              <a:rPr lang="en-US" altLang="en-US" sz="2800">
                <a:latin typeface="Times New Roman" panose="02020603050405020304" pitchFamily="18" charset="0"/>
                <a:cs typeface="Times New Roman" panose="02020603050405020304" pitchFamily="18" charset="0"/>
              </a:rPr>
              <a:t>Bình 1: I</a:t>
            </a:r>
            <a:r>
              <a:rPr lang="en-US" altLang="en-US" sz="2800" baseline="-25000">
                <a:latin typeface="Times New Roman" panose="02020603050405020304" pitchFamily="18" charset="0"/>
                <a:cs typeface="Times New Roman" panose="02020603050405020304" pitchFamily="18" charset="0"/>
              </a:rPr>
              <a:t>X</a:t>
            </a:r>
            <a:r>
              <a:rPr lang="en-US" altLang="en-US" sz="2800">
                <a:latin typeface="Times New Roman" panose="02020603050405020304" pitchFamily="18" charset="0"/>
                <a:cs typeface="Times New Roman" panose="02020603050405020304" pitchFamily="18" charset="0"/>
              </a:rPr>
              <a:t> = C</a:t>
            </a:r>
            <a:r>
              <a:rPr lang="en-US" altLang="en-US" sz="2800" baseline="-25000">
                <a:latin typeface="Times New Roman" panose="02020603050405020304" pitchFamily="18" charset="0"/>
                <a:cs typeface="Times New Roman" panose="02020603050405020304" pitchFamily="18" charset="0"/>
              </a:rPr>
              <a:t>X                           </a:t>
            </a:r>
            <a:r>
              <a:rPr lang="en-US" altLang="en-US" sz="2800">
                <a:latin typeface="Times New Roman" panose="02020603050405020304" pitchFamily="18" charset="0"/>
                <a:cs typeface="Times New Roman" panose="02020603050405020304" pitchFamily="18" charset="0"/>
              </a:rPr>
              <a:t>                   (1)</a:t>
            </a:r>
            <a:endParaRPr lang="en-US" altLang="en-US" sz="2800" baseline="-2500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ü"/>
            </a:pPr>
            <a:r>
              <a:rPr lang="en-US" altLang="en-US" sz="2800">
                <a:latin typeface="Times New Roman" panose="02020603050405020304" pitchFamily="18" charset="0"/>
                <a:cs typeface="Times New Roman" panose="02020603050405020304" pitchFamily="18" charset="0"/>
              </a:rPr>
              <a:t>Bình 2: I</a:t>
            </a:r>
            <a:r>
              <a:rPr lang="en-US" altLang="en-US" sz="2800" baseline="-25000">
                <a:latin typeface="Times New Roman" panose="02020603050405020304" pitchFamily="18" charset="0"/>
                <a:cs typeface="Times New Roman" panose="02020603050405020304" pitchFamily="18" charset="0"/>
              </a:rPr>
              <a:t>X+C</a:t>
            </a:r>
            <a:r>
              <a:rPr lang="en-US" altLang="en-US" sz="2800">
                <a:latin typeface="Times New Roman" panose="02020603050405020304" pitchFamily="18" charset="0"/>
                <a:cs typeface="Times New Roman" panose="02020603050405020304" pitchFamily="18" charset="0"/>
              </a:rPr>
              <a:t> = (C</a:t>
            </a:r>
            <a:r>
              <a:rPr lang="en-US" altLang="en-US" sz="2800" baseline="-25000">
                <a:latin typeface="Times New Roman" panose="02020603050405020304" pitchFamily="18" charset="0"/>
                <a:cs typeface="Times New Roman" panose="02020603050405020304" pitchFamily="18" charset="0"/>
              </a:rPr>
              <a:t>X+C</a:t>
            </a:r>
            <a:r>
              <a:rPr lang="en-US" altLang="en-US" sz="2800">
                <a:latin typeface="Times New Roman" panose="02020603050405020304" pitchFamily="18" charset="0"/>
                <a:cs typeface="Times New Roman" panose="02020603050405020304" pitchFamily="18" charset="0"/>
              </a:rPr>
              <a:t>) = (C</a:t>
            </a:r>
            <a:r>
              <a:rPr lang="en-US" altLang="en-US" sz="2800" baseline="-25000">
                <a:latin typeface="Times New Roman" panose="02020603050405020304" pitchFamily="18" charset="0"/>
                <a:cs typeface="Times New Roman" panose="02020603050405020304" pitchFamily="18" charset="0"/>
              </a:rPr>
              <a:t>X</a:t>
            </a:r>
            <a:r>
              <a:rPr lang="en-US" altLang="en-US" sz="2800">
                <a:latin typeface="Times New Roman" panose="02020603050405020304" pitchFamily="18" charset="0"/>
                <a:cs typeface="Times New Roman" panose="02020603050405020304" pitchFamily="18" charset="0"/>
              </a:rPr>
              <a:t> + C</a:t>
            </a:r>
            <a:r>
              <a:rPr lang="en-US" altLang="en-US" sz="2800" baseline="-25000">
                <a:latin typeface="Times New Roman" panose="02020603050405020304" pitchFamily="18" charset="0"/>
                <a:cs typeface="Times New Roman" panose="02020603050405020304" pitchFamily="18" charset="0"/>
              </a:rPr>
              <a:t>C</a:t>
            </a:r>
            <a:r>
              <a:rPr lang="en-US" altLang="en-US" sz="2800">
                <a:latin typeface="Times New Roman" panose="02020603050405020304" pitchFamily="18" charset="0"/>
                <a:cs typeface="Times New Roman" panose="02020603050405020304" pitchFamily="18" charset="0"/>
              </a:rPr>
              <a:t>)       (2)</a:t>
            </a:r>
          </a:p>
          <a:p>
            <a:pPr eaLnBrk="1" hangingPunct="1">
              <a:lnSpc>
                <a:spcPct val="150000"/>
              </a:lnSpc>
            </a:pPr>
            <a:r>
              <a:rPr lang="en-US" altLang="en-US" sz="2800">
                <a:latin typeface="Times New Roman" panose="02020603050405020304" pitchFamily="18" charset="0"/>
                <a:cs typeface="Times New Roman" panose="02020603050405020304" pitchFamily="18" charset="0"/>
              </a:rPr>
              <a:t>Từ (1) và(2) ta có:</a:t>
            </a:r>
          </a:p>
          <a:p>
            <a:pPr algn="ctr" eaLnBrk="1" hangingPunct="1">
              <a:lnSpc>
                <a:spcPct val="150000"/>
              </a:lnSpc>
            </a:pPr>
            <a:r>
              <a:rPr lang="en-US" altLang="en-US" sz="2800">
                <a:latin typeface="Times New Roman" panose="02020603050405020304" pitchFamily="18" charset="0"/>
                <a:cs typeface="Times New Roman" panose="02020603050405020304" pitchFamily="18" charset="0"/>
              </a:rPr>
              <a:t> </a:t>
            </a:r>
          </a:p>
        </p:txBody>
      </p:sp>
      <p:sp>
        <p:nvSpPr>
          <p:cNvPr id="5" name="AutoShape 6"/>
          <p:cNvSpPr>
            <a:spLocks noChangeArrowheads="1"/>
          </p:cNvSpPr>
          <p:nvPr/>
        </p:nvSpPr>
        <p:spPr bwMode="gray">
          <a:xfrm>
            <a:off x="1116013" y="271463"/>
            <a:ext cx="7777162" cy="617537"/>
          </a:xfrm>
          <a:prstGeom prst="roundRect">
            <a:avLst>
              <a:gd name="adj" fmla="val 49106"/>
            </a:avLst>
          </a:prstGeom>
          <a:solidFill>
            <a:schemeClr val="accent1">
              <a:lumMod val="40000"/>
              <a:lumOff val="60000"/>
            </a:schemeClr>
          </a:solidFill>
          <a:ln>
            <a:solidFill>
              <a:schemeClr val="tx1"/>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defRPr/>
            </a:pPr>
            <a:r>
              <a:rPr lang="en-US" sz="2800" b="1" smtClean="0">
                <a:latin typeface="Times New Roman" panose="02020603050405020304" pitchFamily="18" charset="0"/>
                <a:cs typeface="Times New Roman" panose="02020603050405020304" pitchFamily="18" charset="0"/>
              </a:rPr>
              <a:t>Kỹ thuật thêm chuẩn dùng công thức tính</a:t>
            </a:r>
          </a:p>
        </p:txBody>
      </p:sp>
    </p:spTree>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812B8D6-3FCA-42D1-8343-325C048FD091}" type="slidenum">
              <a:rPr lang="en-US" altLang="ru-RU">
                <a:solidFill>
                  <a:srgbClr val="FFFFFF"/>
                </a:solidFill>
                <a:latin typeface="Arial" panose="020B0604020202020204" pitchFamily="34" charset="0"/>
                <a:cs typeface="Arial" panose="020B0604020202020204" pitchFamily="34" charset="0"/>
              </a:rPr>
              <a:pPr/>
              <a:t>313</a:t>
            </a:fld>
            <a:endParaRPr lang="en-US" altLang="ru-RU">
              <a:solidFill>
                <a:srgbClr val="FFFFFF"/>
              </a:solidFill>
              <a:latin typeface="Arial" panose="020B0604020202020204" pitchFamily="34" charset="0"/>
              <a:cs typeface="Arial" panose="020B0604020202020204" pitchFamily="34" charset="0"/>
            </a:endParaRPr>
          </a:p>
        </p:txBody>
      </p:sp>
      <p:sp>
        <p:nvSpPr>
          <p:cNvPr id="6" name="Rectangle 3"/>
          <p:cNvSpPr txBox="1">
            <a:spLocks noChangeArrowheads="1"/>
          </p:cNvSpPr>
          <p:nvPr/>
        </p:nvSpPr>
        <p:spPr bwMode="auto">
          <a:xfrm>
            <a:off x="1835150" y="2357438"/>
            <a:ext cx="6567488"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Bef>
                <a:spcPts val="600"/>
              </a:spcBef>
              <a:spcAft>
                <a:spcPts val="600"/>
              </a:spcAft>
              <a:buFont typeface="Wingdings" panose="05000000000000000000" pitchFamily="2" charset="2"/>
              <a:buChar char="§"/>
            </a:pPr>
            <a:r>
              <a:rPr lang="en-US" altLang="en-US" sz="2800">
                <a:latin typeface="Times New Roman" panose="02020603050405020304" pitchFamily="18" charset="0"/>
                <a:cs typeface="Times New Roman" panose="02020603050405020304" pitchFamily="18" charset="0"/>
              </a:rPr>
              <a:t>Pha các dịch chuẩn có C</a:t>
            </a:r>
            <a:r>
              <a:rPr lang="en-US" altLang="en-US" sz="2800" baseline="-25000">
                <a:latin typeface="Times New Roman" panose="02020603050405020304" pitchFamily="18" charset="0"/>
                <a:cs typeface="Times New Roman" panose="02020603050405020304" pitchFamily="18" charset="0"/>
              </a:rPr>
              <a:t>c</a:t>
            </a:r>
            <a:r>
              <a:rPr lang="en-US" altLang="en-US" sz="2800">
                <a:latin typeface="Times New Roman" panose="02020603050405020304" pitchFamily="18" charset="0"/>
                <a:cs typeface="Times New Roman" panose="02020603050405020304" pitchFamily="18" charset="0"/>
              </a:rPr>
              <a:t> và dung dịch mẫu với nồng độ cần xác định C</a:t>
            </a:r>
            <a:r>
              <a:rPr lang="en-US" altLang="en-US" sz="2800" baseline="-25000">
                <a:latin typeface="Times New Roman" panose="02020603050405020304" pitchFamily="18" charset="0"/>
                <a:cs typeface="Times New Roman" panose="02020603050405020304" pitchFamily="18" charset="0"/>
              </a:rPr>
              <a:t>X</a:t>
            </a:r>
            <a:r>
              <a:rPr lang="en-US" altLang="en-US" sz="2800">
                <a:latin typeface="Times New Roman" panose="02020603050405020304" pitchFamily="18" charset="0"/>
                <a:cs typeface="Times New Roman" panose="02020603050405020304" pitchFamily="18" charset="0"/>
              </a:rPr>
              <a:t>.</a:t>
            </a:r>
          </a:p>
          <a:p>
            <a:pPr algn="just" eaLnBrk="1" hangingPunct="1">
              <a:lnSpc>
                <a:spcPct val="150000"/>
              </a:lnSpc>
              <a:spcBef>
                <a:spcPts val="600"/>
              </a:spcBef>
              <a:spcAft>
                <a:spcPts val="600"/>
              </a:spcAft>
              <a:buFont typeface="Wingdings" panose="05000000000000000000" pitchFamily="2" charset="2"/>
              <a:buChar char="§"/>
            </a:pPr>
            <a:r>
              <a:rPr lang="en-US" altLang="en-US" sz="2800">
                <a:latin typeface="Times New Roman" panose="02020603050405020304" pitchFamily="18" charset="0"/>
                <a:cs typeface="Times New Roman" panose="02020603050405020304" pitchFamily="18" charset="0"/>
              </a:rPr>
              <a:t>Thiết lập quy trình chạy cực phổ, ghi giá trị dòng khuếch tán của chuẩn và của mẫu phân tích.</a:t>
            </a:r>
          </a:p>
        </p:txBody>
      </p:sp>
      <p:sp>
        <p:nvSpPr>
          <p:cNvPr id="8" name="AutoShape 6"/>
          <p:cNvSpPr>
            <a:spLocks noChangeArrowheads="1"/>
          </p:cNvSpPr>
          <p:nvPr/>
        </p:nvSpPr>
        <p:spPr bwMode="gray">
          <a:xfrm>
            <a:off x="2598738" y="908050"/>
            <a:ext cx="5040312" cy="619125"/>
          </a:xfrm>
          <a:prstGeom prst="roundRect">
            <a:avLst>
              <a:gd name="adj" fmla="val 49106"/>
            </a:avLst>
          </a:prstGeom>
          <a:solidFill>
            <a:schemeClr val="accent1">
              <a:lumMod val="40000"/>
              <a:lumOff val="60000"/>
            </a:schemeClr>
          </a:solidFill>
          <a:ln>
            <a:solidFill>
              <a:schemeClr val="tx1"/>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pPr>
            <a:r>
              <a:rPr lang="en-US" sz="2800" b="1">
                <a:latin typeface="Times New Roman" panose="02020603050405020304" pitchFamily="18" charset="0"/>
                <a:cs typeface="Times New Roman" panose="02020603050405020304" pitchFamily="18" charset="0"/>
              </a:rPr>
              <a:t>Kỹ thuật so sánh 1 và 2 chuẩn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35AF952-E1D0-40DE-B65E-1B7CFC605135}" type="slidenum">
              <a:rPr lang="en-US" altLang="ru-RU">
                <a:solidFill>
                  <a:srgbClr val="FFFFFF"/>
                </a:solidFill>
                <a:latin typeface="Arial" panose="020B0604020202020204" pitchFamily="34" charset="0"/>
                <a:cs typeface="Arial" panose="020B0604020202020204" pitchFamily="34" charset="0"/>
              </a:rPr>
              <a:pPr/>
              <a:t>314</a:t>
            </a:fld>
            <a:endParaRPr lang="en-US" altLang="ru-RU">
              <a:solidFill>
                <a:srgbClr val="FFFFFF"/>
              </a:solidFill>
              <a:latin typeface="Arial" panose="020B0604020202020204" pitchFamily="34" charset="0"/>
              <a:cs typeface="Arial" panose="020B0604020202020204" pitchFamily="34" charset="0"/>
            </a:endParaRPr>
          </a:p>
        </p:txBody>
      </p:sp>
      <p:graphicFrame>
        <p:nvGraphicFramePr>
          <p:cNvPr id="5" name="Object 173"/>
          <p:cNvGraphicFramePr>
            <a:graphicFrameLocks noChangeAspect="1"/>
          </p:cNvGraphicFramePr>
          <p:nvPr/>
        </p:nvGraphicFramePr>
        <p:xfrm>
          <a:off x="4356100" y="4545013"/>
          <a:ext cx="2279650" cy="1127125"/>
        </p:xfrm>
        <a:graphic>
          <a:graphicData uri="http://schemas.openxmlformats.org/presentationml/2006/ole">
            <mc:AlternateContent xmlns:mc="http://schemas.openxmlformats.org/markup-compatibility/2006">
              <mc:Choice xmlns:v="urn:schemas-microsoft-com:vml" Requires="v">
                <p:oleObj spid="_x0000_s373766" name="Equation" r:id="rId3" imgW="876300" imgH="431800" progId="">
                  <p:embed/>
                </p:oleObj>
              </mc:Choice>
              <mc:Fallback>
                <p:oleObj name="Equation" r:id="rId3" imgW="876300" imgH="431800" progId="">
                  <p:embed/>
                  <p:pic>
                    <p:nvPicPr>
                      <p:cNvPr id="0" name="Object 1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4545013"/>
                        <a:ext cx="227965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AutoShape 6"/>
          <p:cNvSpPr>
            <a:spLocks noChangeArrowheads="1"/>
          </p:cNvSpPr>
          <p:nvPr/>
        </p:nvSpPr>
        <p:spPr bwMode="gray">
          <a:xfrm>
            <a:off x="1643063" y="400050"/>
            <a:ext cx="6877050" cy="619125"/>
          </a:xfrm>
          <a:prstGeom prst="roundRect">
            <a:avLst>
              <a:gd name="adj" fmla="val 49106"/>
            </a:avLst>
          </a:prstGeom>
          <a:solidFill>
            <a:schemeClr val="accent1">
              <a:lumMod val="40000"/>
              <a:lumOff val="60000"/>
            </a:schemeClr>
          </a:solidFill>
          <a:ln>
            <a:solidFill>
              <a:schemeClr val="tx1"/>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defRPr/>
            </a:pPr>
            <a:r>
              <a:rPr lang="en-US" sz="2400" b="1" smtClean="0">
                <a:latin typeface="Arial" panose="020B0604020202020204" pitchFamily="34" charset="0"/>
                <a:cs typeface="Arial" panose="020B0604020202020204" pitchFamily="34" charset="0"/>
              </a:rPr>
              <a:t>Kỹ thuật so sánh 1 chuẩn (mẫu tiêu chuẩn)</a:t>
            </a:r>
          </a:p>
        </p:txBody>
      </p:sp>
      <p:sp>
        <p:nvSpPr>
          <p:cNvPr id="373765" name="Rectangle 8"/>
          <p:cNvSpPr>
            <a:spLocks noChangeArrowheads="1"/>
          </p:cNvSpPr>
          <p:nvPr/>
        </p:nvSpPr>
        <p:spPr bwMode="auto">
          <a:xfrm>
            <a:off x="1619250" y="1200150"/>
            <a:ext cx="6994525" cy="334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en-US" sz="2400">
                <a:latin typeface="Arial" panose="020B0604020202020204" pitchFamily="34" charset="0"/>
                <a:cs typeface="Arial" panose="020B0604020202020204" pitchFamily="34" charset="0"/>
              </a:rPr>
              <a:t>S</a:t>
            </a:r>
            <a:r>
              <a:rPr lang="vi-VN" altLang="en-US" sz="2400">
                <a:latin typeface="Arial" panose="020B0604020202020204" pitchFamily="34" charset="0"/>
                <a:cs typeface="Arial" panose="020B0604020202020204" pitchFamily="34" charset="0"/>
              </a:rPr>
              <a:t>o sánh </a:t>
            </a:r>
            <a:r>
              <a:rPr lang="en-US" altLang="en-US" sz="2400">
                <a:latin typeface="Arial" panose="020B0604020202020204" pitchFamily="34" charset="0"/>
                <a:cs typeface="Arial" panose="020B0604020202020204" pitchFamily="34" charset="0"/>
              </a:rPr>
              <a:t>giá trị cường độ dòng khuếch tán</a:t>
            </a:r>
            <a:r>
              <a:rPr lang="vi-VN" altLang="en-US" sz="2400">
                <a:latin typeface="Arial" panose="020B0604020202020204" pitchFamily="34" charset="0"/>
                <a:cs typeface="Arial" panose="020B0604020202020204" pitchFamily="34" charset="0"/>
              </a:rPr>
              <a:t> của dung dịch cần xác định với </a:t>
            </a:r>
            <a:r>
              <a:rPr lang="en-US" altLang="en-US" sz="2400">
                <a:latin typeface="Arial" panose="020B0604020202020204" pitchFamily="34" charset="0"/>
                <a:cs typeface="Arial" panose="020B0604020202020204" pitchFamily="34" charset="0"/>
              </a:rPr>
              <a:t>giá trị cường độ dòng khuếch tán</a:t>
            </a:r>
            <a:r>
              <a:rPr lang="vi-VN" altLang="en-US" sz="2400">
                <a:latin typeface="Arial" panose="020B0604020202020204" pitchFamily="34" charset="0"/>
                <a:cs typeface="Arial" panose="020B0604020202020204" pitchFamily="34" charset="0"/>
              </a:rPr>
              <a:t> của dung dịch</a:t>
            </a:r>
            <a:r>
              <a:rPr lang="en-US" altLang="en-US" sz="2400">
                <a:latin typeface="Arial" panose="020B0604020202020204" pitchFamily="34" charset="0"/>
                <a:cs typeface="Arial" panose="020B0604020202020204" pitchFamily="34" charset="0"/>
              </a:rPr>
              <a:t> </a:t>
            </a:r>
            <a:r>
              <a:rPr lang="vi-VN" altLang="en-US" sz="2400">
                <a:latin typeface="Arial" panose="020B0604020202020204" pitchFamily="34" charset="0"/>
                <a:cs typeface="Arial" panose="020B0604020202020204" pitchFamily="34" charset="0"/>
              </a:rPr>
              <a:t>chuẩn đã biết nồng độ.</a:t>
            </a:r>
            <a:r>
              <a:rPr lang="en-US" altLang="en-US" sz="2400">
                <a:latin typeface="Arial" panose="020B0604020202020204" pitchFamily="34" charset="0"/>
                <a:cs typeface="Arial" panose="020B0604020202020204" pitchFamily="34" charset="0"/>
              </a:rPr>
              <a:t> </a:t>
            </a:r>
          </a:p>
          <a:p>
            <a:pPr algn="ctr" eaLnBrk="1" hangingPunct="1">
              <a:lnSpc>
                <a:spcPct val="150000"/>
              </a:lnSpc>
            </a:pPr>
            <a:r>
              <a:rPr lang="vi-VN" altLang="en-US" sz="2400">
                <a:latin typeface="Arial" panose="020B0604020202020204" pitchFamily="34" charset="0"/>
                <a:cs typeface="Arial" panose="020B0604020202020204" pitchFamily="34" charset="0"/>
              </a:rPr>
              <a:t>C</a:t>
            </a:r>
            <a:r>
              <a:rPr lang="vi-VN" altLang="en-US" sz="2400" baseline="-25000">
                <a:latin typeface="Arial" panose="020B0604020202020204" pitchFamily="34" charset="0"/>
                <a:cs typeface="Arial" panose="020B0604020202020204" pitchFamily="34" charset="0"/>
              </a:rPr>
              <a:t>x</a:t>
            </a:r>
            <a:r>
              <a:rPr lang="vi-VN" alt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I</a:t>
            </a:r>
            <a:r>
              <a:rPr lang="vi-VN" altLang="en-US" sz="2400" baseline="-25000">
                <a:latin typeface="Arial" panose="020B0604020202020204" pitchFamily="34" charset="0"/>
                <a:cs typeface="Arial" panose="020B0604020202020204" pitchFamily="34" charset="0"/>
              </a:rPr>
              <a:t>x</a:t>
            </a:r>
            <a:r>
              <a:rPr lang="en-US" altLang="en-US" sz="2400">
                <a:latin typeface="Arial" panose="020B0604020202020204" pitchFamily="34" charset="0"/>
                <a:cs typeface="Arial" panose="020B0604020202020204" pitchFamily="34" charset="0"/>
              </a:rPr>
              <a:t> </a:t>
            </a:r>
          </a:p>
          <a:p>
            <a:pPr algn="ctr" eaLnBrk="1" hangingPunct="1">
              <a:lnSpc>
                <a:spcPct val="150000"/>
              </a:lnSpc>
            </a:pPr>
            <a:r>
              <a:rPr lang="vi-VN" altLang="en-US" sz="2400">
                <a:latin typeface="Arial" panose="020B0604020202020204" pitchFamily="34" charset="0"/>
                <a:cs typeface="Arial" panose="020B0604020202020204" pitchFamily="34" charset="0"/>
              </a:rPr>
              <a:t>C</a:t>
            </a:r>
            <a:r>
              <a:rPr lang="vi-VN" altLang="en-US" sz="2400" baseline="-25000">
                <a:latin typeface="Arial" panose="020B0604020202020204" pitchFamily="34" charset="0"/>
                <a:cs typeface="Arial" panose="020B0604020202020204" pitchFamily="34" charset="0"/>
              </a:rPr>
              <a:t>c</a:t>
            </a:r>
            <a:r>
              <a:rPr lang="vi-VN" alt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I</a:t>
            </a:r>
            <a:r>
              <a:rPr lang="vi-VN" altLang="en-US" sz="2400" baseline="-25000">
                <a:latin typeface="Arial" panose="020B0604020202020204" pitchFamily="34" charset="0"/>
                <a:cs typeface="Arial" panose="020B0604020202020204" pitchFamily="34" charset="0"/>
              </a:rPr>
              <a:t>c</a:t>
            </a:r>
            <a:r>
              <a:rPr lang="en-US" altLang="en-US" sz="2400">
                <a:latin typeface="Arial" panose="020B0604020202020204" pitchFamily="34" charset="0"/>
                <a:cs typeface="Arial" panose="020B0604020202020204" pitchFamily="34" charset="0"/>
              </a:rPr>
              <a:t> </a:t>
            </a:r>
          </a:p>
          <a:p>
            <a:pPr eaLnBrk="1" hangingPunct="1">
              <a:lnSpc>
                <a:spcPct val="150000"/>
              </a:lnSpc>
            </a:pPr>
            <a:r>
              <a:rPr lang="vi-VN" altLang="en-US" sz="2400">
                <a:latin typeface="Arial" panose="020B0604020202020204" pitchFamily="34" charset="0"/>
                <a:cs typeface="Arial" panose="020B0604020202020204" pitchFamily="34" charset="0"/>
              </a:rPr>
              <a:t>Ta cần xác định C</a:t>
            </a:r>
            <a:r>
              <a:rPr lang="vi-VN" altLang="en-US" sz="2400" baseline="-25000">
                <a:latin typeface="Arial" panose="020B0604020202020204" pitchFamily="34" charset="0"/>
                <a:cs typeface="Arial" panose="020B0604020202020204" pitchFamily="34" charset="0"/>
              </a:rPr>
              <a:t>x</a:t>
            </a:r>
            <a:r>
              <a:rPr lang="vi-VN" altLang="en-US" sz="2400">
                <a:latin typeface="Arial" panose="020B0604020202020204" pitchFamily="34" charset="0"/>
                <a:cs typeface="Arial" panose="020B0604020202020204" pitchFamily="34" charset="0"/>
              </a:rPr>
              <a:t>:</a:t>
            </a:r>
            <a:endParaRPr lang="vi-VN" altLang="en-US" sz="2400" b="1">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Slide Number Placeholder 1"/>
          <p:cNvSpPr>
            <a:spLocks noGrp="1" noChangeArrowheads="1"/>
          </p:cNvSpPr>
          <p:nvPr>
            <p:ph type="sldNum" sz="quarter" idx="12"/>
          </p:nvPr>
        </p:nvSpPr>
        <p:spPr bwMode="auto">
          <a:xfrm>
            <a:off x="8316913" y="61023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C4AA8D2-0992-401A-97A1-BDC168463581}" type="slidenum">
              <a:rPr lang="en-US" altLang="ru-RU">
                <a:solidFill>
                  <a:srgbClr val="FFFFFF"/>
                </a:solidFill>
                <a:latin typeface="Arial" panose="020B0604020202020204" pitchFamily="34" charset="0"/>
                <a:cs typeface="Arial" panose="020B0604020202020204" pitchFamily="34" charset="0"/>
              </a:rPr>
              <a:pPr/>
              <a:t>315</a:t>
            </a:fld>
            <a:endParaRPr lang="en-US" altLang="ru-RU">
              <a:solidFill>
                <a:srgbClr val="FFFFFF"/>
              </a:solidFill>
              <a:latin typeface="Arial" panose="020B0604020202020204" pitchFamily="34" charset="0"/>
              <a:cs typeface="Arial" panose="020B0604020202020204" pitchFamily="34" charset="0"/>
            </a:endParaRPr>
          </a:p>
        </p:txBody>
      </p:sp>
      <p:graphicFrame>
        <p:nvGraphicFramePr>
          <p:cNvPr id="6" name="Object 172"/>
          <p:cNvGraphicFramePr>
            <a:graphicFrameLocks noChangeAspect="1"/>
          </p:cNvGraphicFramePr>
          <p:nvPr/>
        </p:nvGraphicFramePr>
        <p:xfrm>
          <a:off x="2124075" y="2349500"/>
          <a:ext cx="5202238" cy="1133475"/>
        </p:xfrm>
        <a:graphic>
          <a:graphicData uri="http://schemas.openxmlformats.org/presentationml/2006/ole">
            <mc:AlternateContent xmlns:mc="http://schemas.openxmlformats.org/markup-compatibility/2006">
              <mc:Choice xmlns:v="urn:schemas-microsoft-com:vml" Requires="v">
                <p:oleObj spid="_x0000_s374790" name="Equation" r:id="rId3" imgW="1993900" imgH="431800" progId="">
                  <p:embed/>
                </p:oleObj>
              </mc:Choice>
              <mc:Fallback>
                <p:oleObj name="Equation" r:id="rId3" imgW="1993900" imgH="431800" progId="">
                  <p:embed/>
                  <p:pic>
                    <p:nvPicPr>
                      <p:cNvPr id="0" name="Object 1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2349500"/>
                        <a:ext cx="5202238"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AutoShape 6"/>
          <p:cNvSpPr>
            <a:spLocks noChangeArrowheads="1"/>
          </p:cNvSpPr>
          <p:nvPr/>
        </p:nvSpPr>
        <p:spPr bwMode="gray">
          <a:xfrm>
            <a:off x="2693988" y="692150"/>
            <a:ext cx="5040312" cy="619125"/>
          </a:xfrm>
          <a:prstGeom prst="roundRect">
            <a:avLst>
              <a:gd name="adj" fmla="val 49106"/>
            </a:avLst>
          </a:prstGeom>
          <a:solidFill>
            <a:schemeClr val="accent1">
              <a:lumMod val="40000"/>
              <a:lumOff val="60000"/>
            </a:schemeClr>
          </a:solidFill>
          <a:ln>
            <a:solidFill>
              <a:schemeClr val="tx1"/>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600"/>
              </a:spcBef>
              <a:spcAft>
                <a:spcPts val="600"/>
              </a:spcAft>
            </a:pPr>
            <a:r>
              <a:rPr lang="en-US" sz="2800" b="1">
                <a:latin typeface="Times New Roman" panose="02020603050405020304" pitchFamily="18" charset="0"/>
                <a:cs typeface="Times New Roman" panose="02020603050405020304" pitchFamily="18" charset="0"/>
              </a:rPr>
              <a:t>Kỹ thuật so sánh  2 chuẩn</a:t>
            </a:r>
          </a:p>
        </p:txBody>
      </p:sp>
      <p:sp>
        <p:nvSpPr>
          <p:cNvPr id="374789" name="TextBox 9"/>
          <p:cNvSpPr txBox="1">
            <a:spLocks noChangeArrowheads="1"/>
          </p:cNvSpPr>
          <p:nvPr/>
        </p:nvSpPr>
        <p:spPr bwMode="auto">
          <a:xfrm>
            <a:off x="2916238" y="4259263"/>
            <a:ext cx="50403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800">
                <a:latin typeface="Times New Roman" panose="02020603050405020304" pitchFamily="18" charset="0"/>
                <a:cs typeface="Times New Roman" panose="02020603050405020304" pitchFamily="18" charset="0"/>
              </a:rPr>
              <a:t>I</a:t>
            </a:r>
            <a:r>
              <a:rPr lang="en-US" altLang="en-US" sz="2800" baseline="-25000">
                <a:latin typeface="Times New Roman" panose="02020603050405020304" pitchFamily="18" charset="0"/>
                <a:cs typeface="Times New Roman" panose="02020603050405020304" pitchFamily="18" charset="0"/>
              </a:rPr>
              <a:t>1</a:t>
            </a:r>
            <a:r>
              <a:rPr lang="en-US" altLang="en-US" sz="2800">
                <a:latin typeface="Times New Roman" panose="02020603050405020304" pitchFamily="18" charset="0"/>
                <a:cs typeface="Times New Roman" panose="02020603050405020304" pitchFamily="18" charset="0"/>
              </a:rPr>
              <a:t>&lt;I</a:t>
            </a:r>
            <a:r>
              <a:rPr lang="en-US" altLang="en-US" sz="2800" baseline="-25000">
                <a:latin typeface="Times New Roman" panose="02020603050405020304" pitchFamily="18" charset="0"/>
                <a:cs typeface="Times New Roman" panose="02020603050405020304" pitchFamily="18" charset="0"/>
              </a:rPr>
              <a:t>X</a:t>
            </a:r>
            <a:r>
              <a:rPr lang="en-US" altLang="en-US" sz="2800">
                <a:latin typeface="Times New Roman" panose="02020603050405020304" pitchFamily="18" charset="0"/>
                <a:cs typeface="Times New Roman" panose="02020603050405020304" pitchFamily="18" charset="0"/>
              </a:rPr>
              <a:t>&lt;I</a:t>
            </a:r>
            <a:r>
              <a:rPr lang="en-US" altLang="en-US" sz="2800" baseline="-25000">
                <a:latin typeface="Times New Roman" panose="02020603050405020304" pitchFamily="18" charset="0"/>
                <a:cs typeface="Times New Roman" panose="02020603050405020304" pitchFamily="18" charset="0"/>
              </a:rPr>
              <a:t>2</a:t>
            </a:r>
            <a:r>
              <a:rPr lang="en-US" altLang="en-US" sz="2800">
                <a:latin typeface="Times New Roman" panose="02020603050405020304" pitchFamily="18" charset="0"/>
                <a:cs typeface="Times New Roman" panose="02020603050405020304" pitchFamily="18" charset="0"/>
              </a:rPr>
              <a:t> có nghĩa là C</a:t>
            </a:r>
            <a:r>
              <a:rPr lang="en-US" altLang="en-US" sz="2800" baseline="-25000">
                <a:latin typeface="Times New Roman" panose="02020603050405020304" pitchFamily="18" charset="0"/>
                <a:cs typeface="Times New Roman" panose="02020603050405020304" pitchFamily="18" charset="0"/>
              </a:rPr>
              <a:t>1</a:t>
            </a:r>
            <a:r>
              <a:rPr lang="en-US" altLang="en-US" sz="2800">
                <a:latin typeface="Times New Roman" panose="02020603050405020304" pitchFamily="18" charset="0"/>
                <a:cs typeface="Times New Roman" panose="02020603050405020304" pitchFamily="18" charset="0"/>
              </a:rPr>
              <a:t>&lt;C</a:t>
            </a:r>
            <a:r>
              <a:rPr lang="en-US" altLang="en-US" sz="2800" baseline="-25000">
                <a:latin typeface="Times New Roman" panose="02020603050405020304" pitchFamily="18" charset="0"/>
                <a:cs typeface="Times New Roman" panose="02020603050405020304" pitchFamily="18" charset="0"/>
              </a:rPr>
              <a:t>X</a:t>
            </a:r>
            <a:r>
              <a:rPr lang="en-US" altLang="en-US" sz="2800">
                <a:latin typeface="Times New Roman" panose="02020603050405020304" pitchFamily="18" charset="0"/>
                <a:cs typeface="Times New Roman" panose="02020603050405020304" pitchFamily="18" charset="0"/>
              </a:rPr>
              <a:t>&lt;C</a:t>
            </a:r>
            <a:r>
              <a:rPr lang="en-US" altLang="en-US" sz="2800" baseline="-25000">
                <a:latin typeface="Times New Roman" panose="02020603050405020304" pitchFamily="18" charset="0"/>
                <a:cs typeface="Times New Roman" panose="02020603050405020304" pitchFamily="18" charset="0"/>
              </a:rPr>
              <a:t>2</a:t>
            </a: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388" y="333375"/>
            <a:ext cx="8964612" cy="492125"/>
          </a:xfrm>
          <a:prstGeom prst="rect">
            <a:avLst/>
          </a:prstGeom>
          <a:solidFill>
            <a:schemeClr val="accent1">
              <a:lumMod val="40000"/>
              <a:lumOff val="60000"/>
            </a:schemeClr>
          </a:solidFill>
          <a:ln>
            <a:solidFill>
              <a:schemeClr val="tx1"/>
            </a:solidFill>
          </a:ln>
        </p:spPr>
        <p:txBody>
          <a:bodyPr>
            <a:spAutoFit/>
          </a:bodyPr>
          <a:lstStyle/>
          <a:p>
            <a:pPr algn="ctr" eaLnBrk="1" fontAlgn="auto" hangingPunct="1">
              <a:spcBef>
                <a:spcPts val="0"/>
              </a:spcBef>
              <a:spcAft>
                <a:spcPts val="0"/>
              </a:spcAft>
              <a:defRPr/>
            </a:pPr>
            <a:r>
              <a:rPr lang="en-US" sz="2600" b="1" dirty="0">
                <a:latin typeface="+mn-lt"/>
              </a:rPr>
              <a:t>4.4.3. </a:t>
            </a:r>
            <a:r>
              <a:rPr lang="en-US" sz="2600" b="1" dirty="0" err="1">
                <a:effectLst>
                  <a:outerShdw blurRad="38100" dist="38100" dir="2700000" algn="tl">
                    <a:srgbClr val="C0C0C0"/>
                  </a:outerShdw>
                </a:effectLst>
                <a:latin typeface="+mn-lt"/>
              </a:rPr>
              <a:t>Ứng</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dụng</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của</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phương</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pháp</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cực</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phổ</a:t>
            </a:r>
            <a:r>
              <a:rPr lang="en-US" sz="2600" b="1" dirty="0">
                <a:effectLst>
                  <a:outerShdw blurRad="38100" dist="38100" dir="2700000" algn="tl">
                    <a:srgbClr val="C0C0C0"/>
                  </a:outerShdw>
                </a:effectLst>
                <a:latin typeface="+mn-lt"/>
              </a:rPr>
              <a:t>- </a:t>
            </a:r>
            <a:r>
              <a:rPr lang="en-US" sz="2600" b="1" dirty="0" err="1">
                <a:effectLst>
                  <a:outerShdw blurRad="38100" dist="38100" dir="2700000" algn="tl">
                    <a:srgbClr val="C0C0C0"/>
                  </a:outerShdw>
                </a:effectLst>
                <a:latin typeface="+mn-lt"/>
              </a:rPr>
              <a:t>Voltampe</a:t>
            </a:r>
            <a:r>
              <a:rPr lang="en-US" sz="2600" b="1" dirty="0">
                <a:effectLst>
                  <a:outerShdw blurRad="38100" dist="38100" dir="2700000" algn="tl">
                    <a:srgbClr val="C0C0C0"/>
                  </a:outerShdw>
                </a:effectLst>
                <a:latin typeface="+mn-lt"/>
              </a:rPr>
              <a:t> </a:t>
            </a:r>
          </a:p>
        </p:txBody>
      </p:sp>
      <p:sp>
        <p:nvSpPr>
          <p:cNvPr id="375811" name="Slide Number Placeholder 3"/>
          <p:cNvSpPr>
            <a:spLocks noGrp="1" noChangeArrowheads="1"/>
          </p:cNvSpPr>
          <p:nvPr>
            <p:ph type="sldNum" sz="quarter" idx="12"/>
          </p:nvPr>
        </p:nvSpPr>
        <p:spPr bwMode="auto">
          <a:xfrm>
            <a:off x="8316913" y="6165850"/>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4EB39D8-B984-44C1-85BF-39D19F5CD28C}" type="slidenum">
              <a:rPr lang="en-US" altLang="ru-RU">
                <a:solidFill>
                  <a:srgbClr val="FFFFFF"/>
                </a:solidFill>
                <a:latin typeface="Arial" panose="020B0604020202020204" pitchFamily="34" charset="0"/>
                <a:cs typeface="Arial" panose="020B0604020202020204" pitchFamily="34" charset="0"/>
              </a:rPr>
              <a:pPr/>
              <a:t>316</a:t>
            </a:fld>
            <a:endParaRPr lang="en-US" altLang="ru-RU">
              <a:solidFill>
                <a:srgbClr val="FFFFFF"/>
              </a:solidFill>
              <a:latin typeface="Arial" panose="020B0604020202020204" pitchFamily="34" charset="0"/>
              <a:cs typeface="Arial" panose="020B0604020202020204" pitchFamily="34" charset="0"/>
            </a:endParaRPr>
          </a:p>
        </p:txBody>
      </p:sp>
      <p:sp>
        <p:nvSpPr>
          <p:cNvPr id="375812" name="Rectangle 2"/>
          <p:cNvSpPr>
            <a:spLocks noChangeArrowheads="1"/>
          </p:cNvSpPr>
          <p:nvPr/>
        </p:nvSpPr>
        <p:spPr bwMode="auto">
          <a:xfrm>
            <a:off x="1344613" y="1230313"/>
            <a:ext cx="7200900"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buFontTx/>
              <a:buChar char="-"/>
            </a:pPr>
            <a:r>
              <a:rPr lang="en-US" sz="2400">
                <a:ea typeface="SimSun" panose="02010600030101010101" pitchFamily="2" charset="-122"/>
              </a:rPr>
              <a:t>Phân tích nhiều ion kim loại như Cd, Co, Cu, Mn, Ni, Sn, Zn, Fe, Bi, U, V và nhiều kim loại khác trong các đối tượng: đất, đá, quặng, kim loại, hợp kim và sản phẩm công nghiệp.</a:t>
            </a:r>
          </a:p>
          <a:p>
            <a:pPr algn="just" eaLnBrk="1" hangingPunct="1">
              <a:lnSpc>
                <a:spcPct val="150000"/>
              </a:lnSpc>
              <a:buFontTx/>
              <a:buChar char="-"/>
            </a:pPr>
            <a:r>
              <a:rPr lang="en-US" sz="2400">
                <a:ea typeface="SimSun" panose="02010600030101010101" pitchFamily="2" charset="-122"/>
              </a:rPr>
              <a:t>Xác định các hợp chất vô cơ, hữu cơ trong các sản phẩm sinh học: như máu, mỡ, các sản phẩm sữa, nước uống… </a:t>
            </a:r>
          </a:p>
        </p:txBody>
      </p:sp>
    </p:spTree>
  </p:cSld>
  <p:clrMapOvr>
    <a:masterClrMapping/>
  </p:clrMapOvr>
  <p:timing>
    <p:tnLst>
      <p:par>
        <p:cTn id="1" dur="indefinite" restart="never" nodeType="tmRoot"/>
      </p:par>
    </p:tnLst>
  </p:timing>
</p:sld>
</file>

<file path=ppt/theme/_rels/themeOverride3.xml.rels><?xml version="1.0" encoding="UTF-8" standalone="yes"?>
<Relationships xmlns="http://schemas.openxmlformats.org/package/2006/relationships"><Relationship Id="rId1" Type="http://schemas.openxmlformats.org/officeDocument/2006/relationships/image" Target="../media/image281.jpeg"/></Relationships>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Override>
</file>

<file path=ppt/theme/themeOverride2.xml><?xml version="1.0" encoding="utf-8"?>
<a:themeOverride xmlns:a="http://schemas.openxmlformats.org/drawingml/2006/main">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Override>
</file>

<file path=ppt/theme/themeOverride3.xml><?xml version="1.0" encoding="utf-8"?>
<a:themeOverride xmlns:a="http://schemas.openxmlformats.org/drawingml/2006/main">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Override>
</file>

<file path=docProps/app.xml><?xml version="1.0" encoding="utf-8"?>
<Properties xmlns="http://schemas.openxmlformats.org/officeDocument/2006/extended-properties" xmlns:vt="http://schemas.openxmlformats.org/officeDocument/2006/docPropsVTypes">
  <Template>Retrospect</Template>
  <TotalTime>127540</TotalTime>
  <Words>13532</Words>
  <Application>Microsoft Office PowerPoint</Application>
  <PresentationFormat>On-screen Show (4:3)</PresentationFormat>
  <Paragraphs>2225</Paragraphs>
  <Slides>316</Slides>
  <Notes>40</Notes>
  <HiddenSlides>0</HiddenSlides>
  <MMClips>0</MMClips>
  <ScaleCrop>false</ScaleCrop>
  <HeadingPairs>
    <vt:vector size="8" baseType="variant">
      <vt:variant>
        <vt:lpstr>Fonts Used</vt:lpstr>
      </vt:variant>
      <vt:variant>
        <vt:i4>21</vt:i4>
      </vt:variant>
      <vt:variant>
        <vt:lpstr>Theme</vt:lpstr>
      </vt:variant>
      <vt:variant>
        <vt:i4>1</vt:i4>
      </vt:variant>
      <vt:variant>
        <vt:lpstr>Embedded OLE Servers</vt:lpstr>
      </vt:variant>
      <vt:variant>
        <vt:i4>5</vt:i4>
      </vt:variant>
      <vt:variant>
        <vt:lpstr>Slide Titles</vt:lpstr>
      </vt:variant>
      <vt:variant>
        <vt:i4>316</vt:i4>
      </vt:variant>
    </vt:vector>
  </HeadingPairs>
  <TitlesOfParts>
    <vt:vector size="343" baseType="lpstr">
      <vt:lpstr>Calibri</vt:lpstr>
      <vt:lpstr>Arial</vt:lpstr>
      <vt:lpstr>Calibri Light</vt:lpstr>
      <vt:lpstr>SimSun</vt:lpstr>
      <vt:lpstr>华文中宋</vt:lpstr>
      <vt:lpstr>Century Schoolbook</vt:lpstr>
      <vt:lpstr>Times New Roman</vt:lpstr>
      <vt:lpstr>Symbol</vt:lpstr>
      <vt:lpstr>Wingdings</vt:lpstr>
      <vt:lpstr>A</vt:lpstr>
      <vt:lpstr>Wingdings 2</vt:lpstr>
      <vt:lpstr>MS Gothic</vt:lpstr>
      <vt:lpstr>Wingdings 3</vt:lpstr>
      <vt:lpstr>TimesNewRomanPSMT</vt:lpstr>
      <vt:lpstr>.VnArial Narrow</vt:lpstr>
      <vt:lpstr>Georgia Pro Cond Light</vt:lpstr>
      <vt:lpstr>Gulim</vt:lpstr>
      <vt:lpstr>Aă</vt:lpstr>
      <vt:lpstr>Century Gothic</vt:lpstr>
      <vt:lpstr>A  </vt:lpstr>
      <vt:lpstr>MingLiU</vt:lpstr>
      <vt:lpstr>Retrospect</vt:lpstr>
      <vt:lpstr>Equation</vt:lpstr>
      <vt:lpstr>Photo Editor Photo</vt:lpstr>
      <vt:lpstr>Microsoft Equation 3.0</vt:lpstr>
      <vt:lpstr>Диаграмма Microsoft Office Excel</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Floral Background</dc:title>
  <dc:creator>ThuThuy</dc:creator>
  <cp:lastModifiedBy>Windows User</cp:lastModifiedBy>
  <cp:revision>1216</cp:revision>
  <dcterms:created xsi:type="dcterms:W3CDTF">2009-03-23T15:23:24Z</dcterms:created>
  <dcterms:modified xsi:type="dcterms:W3CDTF">2022-03-18T08:59:10Z</dcterms:modified>
</cp:coreProperties>
</file>